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Kotak tangga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Langkah bertahap dan eskalasi penanganan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0740" y="3860800"/>
            <a:ext cx="508000" cy="5080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48740" y="3454400"/>
            <a:ext cx="355600" cy="3556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04340" y="3048000"/>
            <a:ext cx="508000" cy="5080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13940" y="2540000"/>
            <a:ext cx="304800" cy="3048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17140" y="3149600"/>
            <a:ext cx="254000" cy="2540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4740" y="3860800"/>
            <a:ext cx="508000" cy="50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42740" y="3454400"/>
            <a:ext cx="355600" cy="3556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98340" y="3048000"/>
            <a:ext cx="508000" cy="50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07940" y="2540000"/>
            <a:ext cx="304800" cy="3048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11140" y="3149600"/>
            <a:ext cx="254000" cy="254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28740" y="3860800"/>
            <a:ext cx="508000" cy="50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36740" y="3454400"/>
            <a:ext cx="355600" cy="3556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92340" y="3048000"/>
            <a:ext cx="508000" cy="50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940" y="2540000"/>
            <a:ext cx="304800" cy="3048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5140" y="3149600"/>
            <a:ext cx="254000" cy="254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26" name="Picture 25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9222740" y="3860800"/>
            <a:ext cx="508000" cy="50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30740" y="3454400"/>
            <a:ext cx="355600" cy="3556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86340" y="3048000"/>
            <a:ext cx="508000" cy="50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95940" y="2540000"/>
            <a:ext cx="304800" cy="3048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899140" y="3149600"/>
            <a:ext cx="254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"kotak_tangga", "x": ..., "y": ..., "w": ..., "h": ..., "warna": ["oranye"]}]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Piksel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Citra satelit, titik panas, pemantauan data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0140" y="2362200"/>
            <a:ext cx="203200" cy="203200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6140" y="2616200"/>
            <a:ext cx="203200" cy="20320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0140" y="2616200"/>
            <a:ext cx="203200" cy="203200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6140" y="2870200"/>
            <a:ext cx="203200" cy="20320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4140" y="2870200"/>
            <a:ext cx="203200" cy="203200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28140" y="2870200"/>
            <a:ext cx="203200" cy="203200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6140" y="31242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20140" y="3124200"/>
            <a:ext cx="203200" cy="20320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4140" y="3124200"/>
            <a:ext cx="203200" cy="20320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82140" y="3124200"/>
            <a:ext cx="203200" cy="203200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6140" y="33782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20140" y="33782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4140" y="3378200"/>
            <a:ext cx="203200" cy="20320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28140" y="3378200"/>
            <a:ext cx="203200" cy="20320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82140" y="3378200"/>
            <a:ext cx="203200" cy="203200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6140" y="3632200"/>
            <a:ext cx="203200" cy="20320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20140" y="36322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74140" y="36322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28140" y="3632200"/>
            <a:ext cx="203200" cy="20320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36140" y="3632200"/>
            <a:ext cx="203200" cy="203200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90140" y="3632200"/>
            <a:ext cx="203200" cy="203200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6140" y="3886200"/>
            <a:ext cx="203200" cy="20320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20140" y="3886200"/>
            <a:ext cx="203200" cy="20320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74140" y="38862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28140" y="38862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82140" y="3886200"/>
            <a:ext cx="203200" cy="20320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36140" y="3886200"/>
            <a:ext cx="203200" cy="20320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44140" y="3886200"/>
            <a:ext cx="203200" cy="203200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6140" y="4140200"/>
            <a:ext cx="203200" cy="20320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0140" y="4140200"/>
            <a:ext cx="203200" cy="20320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4140" y="4140200"/>
            <a:ext cx="203200" cy="20320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628140" y="41402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882140" y="41402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136140" y="4140200"/>
            <a:ext cx="203200" cy="20320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90140" y="4140200"/>
            <a:ext cx="203200" cy="20320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644140" y="4140200"/>
            <a:ext cx="203200" cy="203200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14140" y="2362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60140" y="2616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914140" y="2616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60140" y="2870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68140" y="2870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422140" y="2870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60140" y="3124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914140" y="3124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68140" y="3124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676140" y="3124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60140" y="3378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14140" y="3378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68140" y="3378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22140" y="3378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676140" y="3378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60140" y="3632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914140" y="3632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168140" y="3632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22140" y="3632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930140" y="3632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184140" y="3632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60140" y="3886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914140" y="3886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168140" y="3886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422140" y="3886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676140" y="3886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930140" y="3886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438140" y="3886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60140" y="4140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914140" y="4140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168140" y="4140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422140" y="4140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676140" y="4140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930140" y="4140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184140" y="4140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438140" y="4140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08140" y="2362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454140" y="2616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08140" y="2616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454140" y="2870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962140" y="2870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216140" y="2870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454140" y="3124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708140" y="3124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962140" y="3124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470140" y="3124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454140" y="3378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708140" y="3378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962140" y="3378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216140" y="3378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470140" y="3378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454140" y="3632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708140" y="3632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962140" y="3632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216140" y="3632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724140" y="3632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978140" y="3632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54140" y="3886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708140" y="3886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962140" y="3886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216140" y="3886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470140" y="3886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724140" y="3886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232140" y="3886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454140" y="4140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708140" y="4140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962140" y="4140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216140" y="4140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470140" y="4140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724140" y="4140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978140" y="4140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232140" y="4140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119" name="Picture 118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9502140" y="2362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248140" y="2616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502140" y="2616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248140" y="2870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756140" y="2870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010140" y="2870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248140" y="3124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502140" y="3124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756140" y="3124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264140" y="3124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248140" y="3378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502140" y="3378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756140" y="3378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010140" y="3378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264140" y="3378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9248140" y="3632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9502140" y="3632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756140" y="36322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010140" y="3632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0518140" y="3632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772140" y="3632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248140" y="3886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502140" y="3886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756140" y="3886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010140" y="3886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0264140" y="3886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518140" y="3886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1026140" y="3886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248140" y="4140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502140" y="4140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9756140" y="4140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010140" y="4140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0264140" y="4140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0518140" y="4140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0772140" y="4140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1026140" y="4140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"piksel", "x": ..., "y": ..., "w": ..., "h": ..., "warna": ["oranye"]}]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Gelombang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Episentrum gempa dan sinyal peringatan dini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2534073" y="4284133"/>
            <a:ext cx="677333" cy="677333"/>
          </a:xfrm>
          <a:prstGeom prst="blockArc">
            <a:avLst>
              <a:gd name="adj1" fmla="val 10800000"/>
              <a:gd name="adj2" fmla="val 16200000"/>
              <a:gd name="adj3" fmla="val 600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2195407" y="3945467"/>
            <a:ext cx="1354667" cy="1354667"/>
          </a:xfrm>
          <a:prstGeom prst="blockArc">
            <a:avLst>
              <a:gd name="adj1" fmla="val 10800000"/>
              <a:gd name="adj2" fmla="val 16200000"/>
              <a:gd name="adj3" fmla="val 300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lock Arc 7"/>
          <p:cNvSpPr/>
          <p:nvPr/>
        </p:nvSpPr>
        <p:spPr>
          <a:xfrm>
            <a:off x="1856740" y="3606800"/>
            <a:ext cx="2032000" cy="2032000"/>
          </a:xfrm>
          <a:prstGeom prst="blockArc">
            <a:avLst>
              <a:gd name="adj1" fmla="val 10800000"/>
              <a:gd name="adj2" fmla="val 16200000"/>
              <a:gd name="adj3" fmla="val 200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lock Arc 8"/>
          <p:cNvSpPr/>
          <p:nvPr/>
        </p:nvSpPr>
        <p:spPr>
          <a:xfrm>
            <a:off x="1518073" y="3268133"/>
            <a:ext cx="2709333" cy="2709333"/>
          </a:xfrm>
          <a:prstGeom prst="blockArc">
            <a:avLst>
              <a:gd name="adj1" fmla="val 10800000"/>
              <a:gd name="adj2" fmla="val 16200000"/>
              <a:gd name="adj3" fmla="val 150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Block Arc 9"/>
          <p:cNvSpPr/>
          <p:nvPr/>
        </p:nvSpPr>
        <p:spPr>
          <a:xfrm>
            <a:off x="1179407" y="2929467"/>
            <a:ext cx="3386667" cy="3386667"/>
          </a:xfrm>
          <a:prstGeom prst="blockArc">
            <a:avLst>
              <a:gd name="adj1" fmla="val 10800000"/>
              <a:gd name="adj2" fmla="val 16200000"/>
              <a:gd name="adj3" fmla="val 120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ock Arc 10"/>
          <p:cNvSpPr/>
          <p:nvPr/>
        </p:nvSpPr>
        <p:spPr>
          <a:xfrm>
            <a:off x="840740" y="2590800"/>
            <a:ext cx="4064000" cy="4064000"/>
          </a:xfrm>
          <a:prstGeom prst="blockArc">
            <a:avLst>
              <a:gd name="adj1" fmla="val 10800000"/>
              <a:gd name="adj2" fmla="val 16200000"/>
              <a:gd name="adj3" fmla="val 100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09240" y="4559300"/>
            <a:ext cx="127000" cy="1270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ock Arc 14"/>
          <p:cNvSpPr/>
          <p:nvPr/>
        </p:nvSpPr>
        <p:spPr>
          <a:xfrm>
            <a:off x="5328073" y="4284133"/>
            <a:ext cx="677333" cy="677333"/>
          </a:xfrm>
          <a:prstGeom prst="blockArc">
            <a:avLst>
              <a:gd name="adj1" fmla="val 10800000"/>
              <a:gd name="adj2" fmla="val 16200000"/>
              <a:gd name="adj3" fmla="val 6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ock Arc 15"/>
          <p:cNvSpPr/>
          <p:nvPr/>
        </p:nvSpPr>
        <p:spPr>
          <a:xfrm>
            <a:off x="4989407" y="3945467"/>
            <a:ext cx="1354667" cy="1354667"/>
          </a:xfrm>
          <a:prstGeom prst="blockArc">
            <a:avLst>
              <a:gd name="adj1" fmla="val 10800000"/>
              <a:gd name="adj2" fmla="val 16200000"/>
              <a:gd name="adj3" fmla="val 3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Block Arc 16"/>
          <p:cNvSpPr/>
          <p:nvPr/>
        </p:nvSpPr>
        <p:spPr>
          <a:xfrm>
            <a:off x="4650740" y="3606800"/>
            <a:ext cx="2032000" cy="2032000"/>
          </a:xfrm>
          <a:prstGeom prst="blockArc">
            <a:avLst>
              <a:gd name="adj1" fmla="val 10800000"/>
              <a:gd name="adj2" fmla="val 16200000"/>
              <a:gd name="adj3" fmla="val 2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Block Arc 17"/>
          <p:cNvSpPr/>
          <p:nvPr/>
        </p:nvSpPr>
        <p:spPr>
          <a:xfrm>
            <a:off x="4312073" y="3268133"/>
            <a:ext cx="2709333" cy="2709333"/>
          </a:xfrm>
          <a:prstGeom prst="blockArc">
            <a:avLst>
              <a:gd name="adj1" fmla="val 10800000"/>
              <a:gd name="adj2" fmla="val 16200000"/>
              <a:gd name="adj3" fmla="val 15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Block Arc 18"/>
          <p:cNvSpPr/>
          <p:nvPr/>
        </p:nvSpPr>
        <p:spPr>
          <a:xfrm>
            <a:off x="3973407" y="2929467"/>
            <a:ext cx="3386667" cy="3386667"/>
          </a:xfrm>
          <a:prstGeom prst="blockArc">
            <a:avLst>
              <a:gd name="adj1" fmla="val 10800000"/>
              <a:gd name="adj2" fmla="val 16200000"/>
              <a:gd name="adj3" fmla="val 12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Block Arc 19"/>
          <p:cNvSpPr/>
          <p:nvPr/>
        </p:nvSpPr>
        <p:spPr>
          <a:xfrm>
            <a:off x="3634740" y="2590800"/>
            <a:ext cx="4064000" cy="4064000"/>
          </a:xfrm>
          <a:prstGeom prst="blockArc">
            <a:avLst>
              <a:gd name="adj1" fmla="val 10800000"/>
              <a:gd name="adj2" fmla="val 16200000"/>
              <a:gd name="adj3" fmla="val 1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03240" y="4559300"/>
            <a:ext cx="127000" cy="1270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Block Arc 23"/>
          <p:cNvSpPr/>
          <p:nvPr/>
        </p:nvSpPr>
        <p:spPr>
          <a:xfrm>
            <a:off x="8122073" y="4284133"/>
            <a:ext cx="677333" cy="677333"/>
          </a:xfrm>
          <a:prstGeom prst="blockArc">
            <a:avLst>
              <a:gd name="adj1" fmla="val 10800000"/>
              <a:gd name="adj2" fmla="val 16200000"/>
              <a:gd name="adj3" fmla="val 6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Block Arc 24"/>
          <p:cNvSpPr/>
          <p:nvPr/>
        </p:nvSpPr>
        <p:spPr>
          <a:xfrm>
            <a:off x="7783407" y="3945467"/>
            <a:ext cx="1354667" cy="1354667"/>
          </a:xfrm>
          <a:prstGeom prst="blockArc">
            <a:avLst>
              <a:gd name="adj1" fmla="val 10800000"/>
              <a:gd name="adj2" fmla="val 16200000"/>
              <a:gd name="adj3" fmla="val 3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Block Arc 25"/>
          <p:cNvSpPr/>
          <p:nvPr/>
        </p:nvSpPr>
        <p:spPr>
          <a:xfrm>
            <a:off x="7444740" y="3606800"/>
            <a:ext cx="2032000" cy="2032000"/>
          </a:xfrm>
          <a:prstGeom prst="blockArc">
            <a:avLst>
              <a:gd name="adj1" fmla="val 10800000"/>
              <a:gd name="adj2" fmla="val 16200000"/>
              <a:gd name="adj3" fmla="val 2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Block Arc 26"/>
          <p:cNvSpPr/>
          <p:nvPr/>
        </p:nvSpPr>
        <p:spPr>
          <a:xfrm>
            <a:off x="7106073" y="3268133"/>
            <a:ext cx="2709333" cy="2709333"/>
          </a:xfrm>
          <a:prstGeom prst="blockArc">
            <a:avLst>
              <a:gd name="adj1" fmla="val 10800000"/>
              <a:gd name="adj2" fmla="val 16200000"/>
              <a:gd name="adj3" fmla="val 15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Block Arc 27"/>
          <p:cNvSpPr/>
          <p:nvPr/>
        </p:nvSpPr>
        <p:spPr>
          <a:xfrm>
            <a:off x="6767407" y="2929467"/>
            <a:ext cx="3386667" cy="3386667"/>
          </a:xfrm>
          <a:prstGeom prst="blockArc">
            <a:avLst>
              <a:gd name="adj1" fmla="val 10800000"/>
              <a:gd name="adj2" fmla="val 16200000"/>
              <a:gd name="adj3" fmla="val 12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Block Arc 28"/>
          <p:cNvSpPr/>
          <p:nvPr/>
        </p:nvSpPr>
        <p:spPr>
          <a:xfrm>
            <a:off x="6428740" y="2590800"/>
            <a:ext cx="4064000" cy="4064000"/>
          </a:xfrm>
          <a:prstGeom prst="blockArc">
            <a:avLst>
              <a:gd name="adj1" fmla="val 10800000"/>
              <a:gd name="adj2" fmla="val 16200000"/>
              <a:gd name="adj3" fmla="val 1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97240" y="4559300"/>
            <a:ext cx="127000" cy="127000"/>
          </a:xfrm>
          <a:prstGeom prst="ellipse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32" name="Picture 31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33" name="Block Arc 32"/>
          <p:cNvSpPr/>
          <p:nvPr/>
        </p:nvSpPr>
        <p:spPr>
          <a:xfrm>
            <a:off x="10916073" y="4284133"/>
            <a:ext cx="677333" cy="677333"/>
          </a:xfrm>
          <a:prstGeom prst="blockArc">
            <a:avLst>
              <a:gd name="adj1" fmla="val 10800000"/>
              <a:gd name="adj2" fmla="val 16200000"/>
              <a:gd name="adj3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Block Arc 33"/>
          <p:cNvSpPr/>
          <p:nvPr/>
        </p:nvSpPr>
        <p:spPr>
          <a:xfrm>
            <a:off x="10577407" y="3945467"/>
            <a:ext cx="1354667" cy="1354667"/>
          </a:xfrm>
          <a:prstGeom prst="blockArc">
            <a:avLst>
              <a:gd name="adj1" fmla="val 10800000"/>
              <a:gd name="adj2" fmla="val 16200000"/>
              <a:gd name="adj3" fmla="val 3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Block Arc 34"/>
          <p:cNvSpPr/>
          <p:nvPr/>
        </p:nvSpPr>
        <p:spPr>
          <a:xfrm>
            <a:off x="10238740" y="3606800"/>
            <a:ext cx="2032000" cy="2032000"/>
          </a:xfrm>
          <a:prstGeom prst="blockArc">
            <a:avLst>
              <a:gd name="adj1" fmla="val 10800000"/>
              <a:gd name="adj2" fmla="val 16200000"/>
              <a:gd name="adj3" fmla="val 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Block Arc 35"/>
          <p:cNvSpPr/>
          <p:nvPr/>
        </p:nvSpPr>
        <p:spPr>
          <a:xfrm>
            <a:off x="9900073" y="3268133"/>
            <a:ext cx="2709333" cy="2709333"/>
          </a:xfrm>
          <a:prstGeom prst="blockArc">
            <a:avLst>
              <a:gd name="adj1" fmla="val 10800000"/>
              <a:gd name="adj2" fmla="val 16200000"/>
              <a:gd name="adj3" fmla="val 1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Block Arc 36"/>
          <p:cNvSpPr/>
          <p:nvPr/>
        </p:nvSpPr>
        <p:spPr>
          <a:xfrm>
            <a:off x="9561407" y="2929467"/>
            <a:ext cx="3386667" cy="3386667"/>
          </a:xfrm>
          <a:prstGeom prst="blockArc">
            <a:avLst>
              <a:gd name="adj1" fmla="val 10800000"/>
              <a:gd name="adj2" fmla="val 16200000"/>
              <a:gd name="adj3" fmla="val 12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Block Arc 37"/>
          <p:cNvSpPr/>
          <p:nvPr/>
        </p:nvSpPr>
        <p:spPr>
          <a:xfrm>
            <a:off x="9222740" y="2590800"/>
            <a:ext cx="4064000" cy="4064000"/>
          </a:xfrm>
          <a:prstGeom prst="blockArc">
            <a:avLst>
              <a:gd name="adj1" fmla="val 10800000"/>
              <a:gd name="adj2" fmla="val 16200000"/>
              <a:gd name="adj3" fmla="val 1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191240" y="4559300"/>
            <a:ext cx="127000" cy="1270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"gelombang", "x": ..., "y": ..., "w": ..., "h": ..., "warna": ["oranye"]}]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Bilah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Seismograf, curah hujan, data terukur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9769" y="4051300"/>
            <a:ext cx="87086" cy="5715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4911" y="3708400"/>
            <a:ext cx="87086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054" y="3937000"/>
            <a:ext cx="87086" cy="6858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05197" y="3365500"/>
            <a:ext cx="87086" cy="12573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50340" y="2565400"/>
            <a:ext cx="87086" cy="20574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95483" y="3251200"/>
            <a:ext cx="87086" cy="13716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40626" y="2336800"/>
            <a:ext cx="87086" cy="22860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85769" y="3594100"/>
            <a:ext cx="87086" cy="10287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30911" y="3022600"/>
            <a:ext cx="87086" cy="16002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6054" y="3822700"/>
            <a:ext cx="87086" cy="8001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21197" y="3479800"/>
            <a:ext cx="87086" cy="1143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66340" y="4165600"/>
            <a:ext cx="87086" cy="4572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11483" y="3754120"/>
            <a:ext cx="87086" cy="8686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56626" y="3982720"/>
            <a:ext cx="87086" cy="6400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63769" y="4051300"/>
            <a:ext cx="87086" cy="5715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08911" y="3708400"/>
            <a:ext cx="87086" cy="9144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54054" y="3937000"/>
            <a:ext cx="87086" cy="6858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99197" y="3365500"/>
            <a:ext cx="87086" cy="12573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4340" y="2565400"/>
            <a:ext cx="87086" cy="2057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483" y="3251200"/>
            <a:ext cx="87086" cy="13716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34626" y="2336800"/>
            <a:ext cx="87086" cy="2286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79769" y="3594100"/>
            <a:ext cx="87086" cy="10287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24911" y="3022600"/>
            <a:ext cx="87086" cy="1600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70054" y="3822700"/>
            <a:ext cx="87086" cy="8001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15197" y="3479800"/>
            <a:ext cx="87086" cy="11430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60340" y="4165600"/>
            <a:ext cx="87086" cy="457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05483" y="3754120"/>
            <a:ext cx="87086" cy="86868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50626" y="3982720"/>
            <a:ext cx="87086" cy="64008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57769" y="4051300"/>
            <a:ext cx="87086" cy="5715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02911" y="3708400"/>
            <a:ext cx="87086" cy="9144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48054" y="3937000"/>
            <a:ext cx="87086" cy="6858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93197" y="3365500"/>
            <a:ext cx="87086" cy="12573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38340" y="2565400"/>
            <a:ext cx="87086" cy="2057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83483" y="3251200"/>
            <a:ext cx="87086" cy="13716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28626" y="2336800"/>
            <a:ext cx="87086" cy="2286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73769" y="3594100"/>
            <a:ext cx="87086" cy="10287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18911" y="3022600"/>
            <a:ext cx="87086" cy="1600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64054" y="3822700"/>
            <a:ext cx="87086" cy="8001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09197" y="3479800"/>
            <a:ext cx="87086" cy="11430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54340" y="4165600"/>
            <a:ext cx="87086" cy="457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99483" y="3754120"/>
            <a:ext cx="87086" cy="86868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44626" y="3982720"/>
            <a:ext cx="87086" cy="64008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53" name="Picture 52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9251769" y="4051300"/>
            <a:ext cx="87086" cy="5715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396911" y="3708400"/>
            <a:ext cx="87086" cy="9144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542054" y="3937000"/>
            <a:ext cx="87086" cy="6858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687197" y="3365500"/>
            <a:ext cx="87086" cy="12573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32340" y="2565400"/>
            <a:ext cx="87086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977483" y="3251200"/>
            <a:ext cx="87086" cy="13716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122626" y="2336800"/>
            <a:ext cx="87086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267769" y="3594100"/>
            <a:ext cx="87086" cy="10287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412911" y="3022600"/>
            <a:ext cx="87086" cy="1600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558054" y="3822700"/>
            <a:ext cx="87086" cy="8001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703197" y="3479800"/>
            <a:ext cx="87086" cy="11430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848340" y="4165600"/>
            <a:ext cx="87086" cy="457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993483" y="3754120"/>
            <a:ext cx="87086" cy="86868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1138626" y="3982720"/>
            <a:ext cx="87086" cy="64008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"bilah", "x": ..., "y": ..., "w": ..., "h": ..., "warna": ["oranye"]}]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Chevron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Prabencana, tanggap darurat, pascabencana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40740" y="2336800"/>
            <a:ext cx="793750" cy="2286000"/>
          </a:xfrm>
          <a:prstGeom prst="chevron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1459865" y="2336800"/>
            <a:ext cx="793750" cy="2286000"/>
          </a:xfrm>
          <a:prstGeom prst="chevron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hevron 7"/>
          <p:cNvSpPr/>
          <p:nvPr/>
        </p:nvSpPr>
        <p:spPr>
          <a:xfrm>
            <a:off x="2078990" y="2336800"/>
            <a:ext cx="793750" cy="2286000"/>
          </a:xfrm>
          <a:prstGeom prst="chevron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3634740" y="2336800"/>
            <a:ext cx="793750" cy="2286000"/>
          </a:xfrm>
          <a:prstGeom prst="chevron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253865" y="2336800"/>
            <a:ext cx="793750" cy="2286000"/>
          </a:xfrm>
          <a:prstGeom prst="chevron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872990" y="2336800"/>
            <a:ext cx="793750" cy="2286000"/>
          </a:xfrm>
          <a:prstGeom prst="chevron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6428740" y="2336800"/>
            <a:ext cx="793750" cy="2286000"/>
          </a:xfrm>
          <a:prstGeom prst="chevron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7047865" y="2336800"/>
            <a:ext cx="793750" cy="2286000"/>
          </a:xfrm>
          <a:prstGeom prst="chevron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666990" y="2336800"/>
            <a:ext cx="793750" cy="2286000"/>
          </a:xfrm>
          <a:prstGeom prst="chevron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20" name="Picture 19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21" name="Chevron 20"/>
          <p:cNvSpPr/>
          <p:nvPr/>
        </p:nvSpPr>
        <p:spPr>
          <a:xfrm>
            <a:off x="9222740" y="2336800"/>
            <a:ext cx="793750" cy="228600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Chevron 21"/>
          <p:cNvSpPr/>
          <p:nvPr/>
        </p:nvSpPr>
        <p:spPr>
          <a:xfrm>
            <a:off x="9841865" y="2336800"/>
            <a:ext cx="793750" cy="2286000"/>
          </a:xfrm>
          <a:prstGeom prst="chevron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10460990" y="2336800"/>
            <a:ext cx="793750" cy="2286000"/>
          </a:xfrm>
          <a:prstGeom prst="chevron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"chevron", "x": ..., "y": ..., "w": ..., "h": ..., "warna": ["oranye"]}]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Halftone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Sebaran, kepadatan, dan cakupan layanan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8534" y="2414594"/>
            <a:ext cx="47613" cy="47613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2087" y="2414947"/>
            <a:ext cx="46905" cy="4690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6336" y="2415996"/>
            <a:ext cx="44809" cy="4480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31243" y="2417703"/>
            <a:ext cx="41395" cy="4139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36754" y="2420014"/>
            <a:ext cx="36771" cy="36771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42807" y="2422867"/>
            <a:ext cx="31065" cy="3106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49335" y="2426195"/>
            <a:ext cx="24411" cy="24411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2148" y="2611408"/>
            <a:ext cx="60385" cy="6038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5745" y="2611805"/>
            <a:ext cx="59589" cy="5958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0120" y="2612980"/>
            <a:ext cx="57240" cy="5724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25222" y="2614882"/>
            <a:ext cx="53437" cy="53437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30978" y="2617438"/>
            <a:ext cx="48324" cy="4832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37305" y="2620565"/>
            <a:ext cx="42070" cy="4207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144120" y="2624180"/>
            <a:ext cx="34841" cy="34841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51344" y="2628204"/>
            <a:ext cx="26793" cy="26793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5762" y="2808222"/>
            <a:ext cx="73157" cy="73157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9416" y="2808676"/>
            <a:ext cx="72249" cy="7224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13950" y="2810010"/>
            <a:ext cx="69579" cy="6957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519294" y="2812154"/>
            <a:ext cx="65292" cy="652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725345" y="2815005"/>
            <a:ext cx="59589" cy="5958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931994" y="2818454"/>
            <a:ext cx="52692" cy="526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139136" y="2822396"/>
            <a:ext cx="44809" cy="4480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346678" y="2826738"/>
            <a:ext cx="36124" cy="3612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554544" y="2831404"/>
            <a:ext cx="26793" cy="26793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9376" y="3005036"/>
            <a:ext cx="85928" cy="8592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03104" y="3005564"/>
            <a:ext cx="84871" cy="84871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07848" y="3007108"/>
            <a:ext cx="81783" cy="81783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513498" y="3009558"/>
            <a:ext cx="76883" cy="76883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719910" y="3012770"/>
            <a:ext cx="70460" cy="7046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926936" y="3016596"/>
            <a:ext cx="62808" cy="6280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34447" y="3020907"/>
            <a:ext cx="54187" cy="54187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342336" y="3025596"/>
            <a:ext cx="44809" cy="4480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550520" y="3030580"/>
            <a:ext cx="34841" cy="34841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758935" y="3035795"/>
            <a:ext cx="24411" cy="24411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92990" y="3201850"/>
            <a:ext cx="98700" cy="987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96822" y="3202482"/>
            <a:ext cx="97436" cy="9743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301849" y="3204309"/>
            <a:ext cx="93781" cy="93781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507896" y="3207156"/>
            <a:ext cx="88088" cy="8808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714750" y="3210810"/>
            <a:ext cx="80780" cy="8078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922216" y="3215076"/>
            <a:ext cx="72249" cy="7224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130136" y="3219796"/>
            <a:ext cx="62808" cy="6280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8394" y="3224854"/>
            <a:ext cx="52692" cy="526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546905" y="3230165"/>
            <a:ext cx="42070" cy="4207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755607" y="3235667"/>
            <a:ext cx="31065" cy="3106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6604" y="3398664"/>
            <a:ext cx="111472" cy="11147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0590" y="3399450"/>
            <a:ext cx="109900" cy="1099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296019" y="3401679"/>
            <a:ext cx="105442" cy="10544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502590" y="3405050"/>
            <a:ext cx="98700" cy="987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709984" y="3409244"/>
            <a:ext cx="90311" cy="90311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17950" y="3414010"/>
            <a:ext cx="80780" cy="8078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126310" y="3419170"/>
            <a:ext cx="70460" cy="7046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4945" y="3424605"/>
            <a:ext cx="59589" cy="5958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543778" y="3430238"/>
            <a:ext cx="48324" cy="4832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752754" y="3436014"/>
            <a:ext cx="36771" cy="36771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80218" y="3595478"/>
            <a:ext cx="124244" cy="12424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84454" y="3596514"/>
            <a:ext cx="122172" cy="12217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290485" y="3599345"/>
            <a:ext cx="116510" cy="11651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497753" y="3603413"/>
            <a:ext cx="108373" cy="108373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705790" y="3608250"/>
            <a:ext cx="98700" cy="987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914296" y="3613556"/>
            <a:ext cx="88088" cy="8808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123098" y="3619158"/>
            <a:ext cx="76883" cy="76883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332094" y="3624954"/>
            <a:ext cx="65292" cy="652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541222" y="3630882"/>
            <a:ext cx="53437" cy="53437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750443" y="3636903"/>
            <a:ext cx="41395" cy="4139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3832" y="3792292"/>
            <a:ext cx="137016" cy="1370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8539" y="3793799"/>
            <a:ext cx="134001" cy="134001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285522" y="3797582"/>
            <a:ext cx="126436" cy="12643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493685" y="3802545"/>
            <a:ext cx="116510" cy="11651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702419" y="3808079"/>
            <a:ext cx="105442" cy="10544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911449" y="3813909"/>
            <a:ext cx="93781" cy="93781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120648" y="3819908"/>
            <a:ext cx="81783" cy="81783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329950" y="3826010"/>
            <a:ext cx="69579" cy="6957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539320" y="3832180"/>
            <a:ext cx="57240" cy="5724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748736" y="3838396"/>
            <a:ext cx="44809" cy="4480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67446" y="3989106"/>
            <a:ext cx="149788" cy="14978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73291" y="3991751"/>
            <a:ext cx="144498" cy="14449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281739" y="3996999"/>
            <a:ext cx="134001" cy="134001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490854" y="4002914"/>
            <a:ext cx="122172" cy="12217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700190" y="4009050"/>
            <a:ext cx="109900" cy="1099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909622" y="4015282"/>
            <a:ext cx="97436" cy="9743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119104" y="4021564"/>
            <a:ext cx="84871" cy="84871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2328616" y="4027876"/>
            <a:ext cx="72249" cy="7224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2538145" y="4034205"/>
            <a:ext cx="59589" cy="5958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747687" y="4040547"/>
            <a:ext cx="46905" cy="4690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61060" y="4185920"/>
            <a:ext cx="162560" cy="16256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70646" y="4192306"/>
            <a:ext cx="149788" cy="14978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280232" y="4198692"/>
            <a:ext cx="137016" cy="1370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489818" y="4205078"/>
            <a:ext cx="124244" cy="12424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699404" y="4211464"/>
            <a:ext cx="111472" cy="11147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908990" y="4217850"/>
            <a:ext cx="98700" cy="987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2118576" y="4224236"/>
            <a:ext cx="85928" cy="8592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328162" y="4230622"/>
            <a:ext cx="73157" cy="73157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2537748" y="4237008"/>
            <a:ext cx="60385" cy="60385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747334" y="4243394"/>
            <a:ext cx="47613" cy="47613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712534" y="2414594"/>
            <a:ext cx="47613" cy="4761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916087" y="2414947"/>
            <a:ext cx="46905" cy="4690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120336" y="2415996"/>
            <a:ext cx="44809" cy="4480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325243" y="2417703"/>
            <a:ext cx="41395" cy="4139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530754" y="2420014"/>
            <a:ext cx="36771" cy="3677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736807" y="2422867"/>
            <a:ext cx="31065" cy="3106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943335" y="2426195"/>
            <a:ext cx="24411" cy="2441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706148" y="2611408"/>
            <a:ext cx="60385" cy="6038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909745" y="2611805"/>
            <a:ext cx="59589" cy="5958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114120" y="2612980"/>
            <a:ext cx="57240" cy="5724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319222" y="2614882"/>
            <a:ext cx="53437" cy="53437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524978" y="2617438"/>
            <a:ext cx="48324" cy="483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731305" y="2620565"/>
            <a:ext cx="42070" cy="4207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938120" y="2624180"/>
            <a:ext cx="34841" cy="3484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145344" y="2628204"/>
            <a:ext cx="26793" cy="2679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699762" y="2808222"/>
            <a:ext cx="73157" cy="73157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3903416" y="2808676"/>
            <a:ext cx="72249" cy="7224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107950" y="2810010"/>
            <a:ext cx="69579" cy="6957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313294" y="2812154"/>
            <a:ext cx="65292" cy="65292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519345" y="2815005"/>
            <a:ext cx="59589" cy="5958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725994" y="2818454"/>
            <a:ext cx="52692" cy="52692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933136" y="2822396"/>
            <a:ext cx="44809" cy="4480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140678" y="2826738"/>
            <a:ext cx="36124" cy="361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348544" y="2831404"/>
            <a:ext cx="26793" cy="2679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3693376" y="3005036"/>
            <a:ext cx="85928" cy="8592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3897104" y="3005564"/>
            <a:ext cx="84871" cy="8487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101848" y="3007108"/>
            <a:ext cx="81783" cy="817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307498" y="3009558"/>
            <a:ext cx="76883" cy="768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513910" y="3012770"/>
            <a:ext cx="70460" cy="704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720936" y="3016596"/>
            <a:ext cx="62808" cy="6280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928447" y="3020907"/>
            <a:ext cx="54187" cy="54187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136336" y="3025596"/>
            <a:ext cx="44809" cy="4480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344520" y="3030580"/>
            <a:ext cx="34841" cy="3484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5552935" y="3035795"/>
            <a:ext cx="24411" cy="2441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3686990" y="3201850"/>
            <a:ext cx="98700" cy="987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3890822" y="3202482"/>
            <a:ext cx="97436" cy="9743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4095849" y="3204309"/>
            <a:ext cx="93781" cy="9378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4301896" y="3207156"/>
            <a:ext cx="88088" cy="8808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508750" y="3210810"/>
            <a:ext cx="80780" cy="807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716216" y="3215076"/>
            <a:ext cx="72249" cy="7224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4924136" y="3219796"/>
            <a:ext cx="62808" cy="6280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132394" y="3224854"/>
            <a:ext cx="52692" cy="52692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340905" y="3230165"/>
            <a:ext cx="42070" cy="4207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549607" y="3235667"/>
            <a:ext cx="31065" cy="3106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680604" y="3398664"/>
            <a:ext cx="111472" cy="111472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884590" y="3399450"/>
            <a:ext cx="109900" cy="1099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090019" y="3401679"/>
            <a:ext cx="105442" cy="105442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296590" y="3405050"/>
            <a:ext cx="98700" cy="987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4503984" y="3409244"/>
            <a:ext cx="90311" cy="9031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711950" y="3414010"/>
            <a:ext cx="80780" cy="807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920310" y="3419170"/>
            <a:ext cx="70460" cy="704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5128945" y="3424605"/>
            <a:ext cx="59589" cy="5958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337778" y="3430238"/>
            <a:ext cx="48324" cy="483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546754" y="3436014"/>
            <a:ext cx="36771" cy="3677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3674218" y="3595478"/>
            <a:ext cx="124244" cy="12424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3878454" y="3596514"/>
            <a:ext cx="122172" cy="122172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4084485" y="3599345"/>
            <a:ext cx="116510" cy="11651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4291753" y="3603413"/>
            <a:ext cx="108373" cy="10837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4499790" y="3608250"/>
            <a:ext cx="98700" cy="987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4708296" y="3613556"/>
            <a:ext cx="88088" cy="8808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4917098" y="3619158"/>
            <a:ext cx="76883" cy="768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5126094" y="3624954"/>
            <a:ext cx="65292" cy="65292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5335222" y="3630882"/>
            <a:ext cx="53437" cy="53437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5544443" y="3636903"/>
            <a:ext cx="41395" cy="4139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3667832" y="3792292"/>
            <a:ext cx="137016" cy="13701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3872539" y="3793799"/>
            <a:ext cx="134001" cy="13400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4079522" y="3797582"/>
            <a:ext cx="126436" cy="12643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4287685" y="3802545"/>
            <a:ext cx="116510" cy="11651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496419" y="3808079"/>
            <a:ext cx="105442" cy="105442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705449" y="3813909"/>
            <a:ext cx="93781" cy="9378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4914648" y="3819908"/>
            <a:ext cx="81783" cy="817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123950" y="3826010"/>
            <a:ext cx="69579" cy="6957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5333320" y="3832180"/>
            <a:ext cx="57240" cy="5724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5542736" y="3838396"/>
            <a:ext cx="44809" cy="4480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3661446" y="3989106"/>
            <a:ext cx="149788" cy="14978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867291" y="3991751"/>
            <a:ext cx="144498" cy="14449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4075739" y="3996999"/>
            <a:ext cx="134001" cy="13400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284854" y="4002914"/>
            <a:ext cx="122172" cy="122172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494190" y="4009050"/>
            <a:ext cx="109900" cy="1099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703622" y="4015282"/>
            <a:ext cx="97436" cy="9743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913104" y="4021564"/>
            <a:ext cx="84871" cy="8487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122616" y="4027876"/>
            <a:ext cx="72249" cy="7224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5332145" y="4034205"/>
            <a:ext cx="59589" cy="5958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5541687" y="4040547"/>
            <a:ext cx="46905" cy="4690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655060" y="4185920"/>
            <a:ext cx="162560" cy="1625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864646" y="4192306"/>
            <a:ext cx="149788" cy="14978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74232" y="4198692"/>
            <a:ext cx="137016" cy="13701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283818" y="4205078"/>
            <a:ext cx="124244" cy="12424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493404" y="4211464"/>
            <a:ext cx="111472" cy="111472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4702990" y="4217850"/>
            <a:ext cx="98700" cy="987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912576" y="4224236"/>
            <a:ext cx="85928" cy="8592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5122162" y="4230622"/>
            <a:ext cx="73157" cy="73157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331748" y="4237008"/>
            <a:ext cx="60385" cy="6038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541334" y="4243394"/>
            <a:ext cx="47613" cy="4761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6506534" y="2414594"/>
            <a:ext cx="47613" cy="4761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6710087" y="2414947"/>
            <a:ext cx="46905" cy="4690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6914336" y="2415996"/>
            <a:ext cx="44809" cy="4480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7119243" y="2417703"/>
            <a:ext cx="41395" cy="4139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7324754" y="2420014"/>
            <a:ext cx="36771" cy="3677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7530807" y="2422867"/>
            <a:ext cx="31065" cy="3106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7737335" y="2426195"/>
            <a:ext cx="24411" cy="2441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6500148" y="2611408"/>
            <a:ext cx="60385" cy="6038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6703745" y="2611805"/>
            <a:ext cx="59589" cy="5958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6908120" y="2612980"/>
            <a:ext cx="57240" cy="5724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7113222" y="2614882"/>
            <a:ext cx="53437" cy="53437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7318978" y="2617438"/>
            <a:ext cx="48324" cy="483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7525305" y="2620565"/>
            <a:ext cx="42070" cy="4207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7732120" y="2624180"/>
            <a:ext cx="34841" cy="3484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7939344" y="2628204"/>
            <a:ext cx="26793" cy="2679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6493762" y="2808222"/>
            <a:ext cx="73157" cy="73157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6697416" y="2808676"/>
            <a:ext cx="72249" cy="7224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6901950" y="2810010"/>
            <a:ext cx="69579" cy="6957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107294" y="2812154"/>
            <a:ext cx="65292" cy="65292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7313345" y="2815005"/>
            <a:ext cx="59589" cy="5958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519994" y="2818454"/>
            <a:ext cx="52692" cy="52692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727136" y="2822396"/>
            <a:ext cx="44809" cy="4480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934678" y="2826738"/>
            <a:ext cx="36124" cy="361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142544" y="2831404"/>
            <a:ext cx="26793" cy="2679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6487376" y="3005036"/>
            <a:ext cx="85928" cy="8592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6691104" y="3005564"/>
            <a:ext cx="84871" cy="8487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6895848" y="3007108"/>
            <a:ext cx="81783" cy="817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7101498" y="3009558"/>
            <a:ext cx="76883" cy="768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7307910" y="3012770"/>
            <a:ext cx="70460" cy="704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7514936" y="3016596"/>
            <a:ext cx="62808" cy="6280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7722447" y="3020907"/>
            <a:ext cx="54187" cy="54187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7930336" y="3025596"/>
            <a:ext cx="44809" cy="4480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8138520" y="3030580"/>
            <a:ext cx="34841" cy="3484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8346935" y="3035795"/>
            <a:ext cx="24411" cy="2441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6480990" y="3201850"/>
            <a:ext cx="98700" cy="987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6684822" y="3202482"/>
            <a:ext cx="97436" cy="9743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889849" y="3204309"/>
            <a:ext cx="93781" cy="9378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7095896" y="3207156"/>
            <a:ext cx="88088" cy="8808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7302750" y="3210810"/>
            <a:ext cx="80780" cy="807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510216" y="3215076"/>
            <a:ext cx="72249" cy="7224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718136" y="3219796"/>
            <a:ext cx="62808" cy="6280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7926394" y="3224854"/>
            <a:ext cx="52692" cy="52692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134905" y="3230165"/>
            <a:ext cx="42070" cy="4207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8343607" y="3235667"/>
            <a:ext cx="31065" cy="3106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6474604" y="3398664"/>
            <a:ext cx="111472" cy="111472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6678590" y="3399450"/>
            <a:ext cx="109900" cy="1099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6884019" y="3401679"/>
            <a:ext cx="105442" cy="105442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7090590" y="3405050"/>
            <a:ext cx="98700" cy="987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7297984" y="3409244"/>
            <a:ext cx="90311" cy="9031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7505950" y="3414010"/>
            <a:ext cx="80780" cy="807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7714310" y="3419170"/>
            <a:ext cx="70460" cy="704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7922945" y="3424605"/>
            <a:ext cx="59589" cy="5958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8131778" y="3430238"/>
            <a:ext cx="48324" cy="483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8340754" y="3436014"/>
            <a:ext cx="36771" cy="3677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6468218" y="3595478"/>
            <a:ext cx="124244" cy="12424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6672454" y="3596514"/>
            <a:ext cx="122172" cy="122172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6878485" y="3599345"/>
            <a:ext cx="116510" cy="11651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7085753" y="3603413"/>
            <a:ext cx="108373" cy="10837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7293790" y="3608250"/>
            <a:ext cx="98700" cy="987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7502296" y="3613556"/>
            <a:ext cx="88088" cy="8808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7711098" y="3619158"/>
            <a:ext cx="76883" cy="768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7920094" y="3624954"/>
            <a:ext cx="65292" cy="65292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8129222" y="3630882"/>
            <a:ext cx="53437" cy="53437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8338443" y="3636903"/>
            <a:ext cx="41395" cy="4139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6461832" y="3792292"/>
            <a:ext cx="137016" cy="13701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666539" y="3793799"/>
            <a:ext cx="134001" cy="13400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6873522" y="3797582"/>
            <a:ext cx="126436" cy="12643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081685" y="3802545"/>
            <a:ext cx="116510" cy="11651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7290419" y="3808079"/>
            <a:ext cx="105442" cy="105442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7499449" y="3813909"/>
            <a:ext cx="93781" cy="9378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7708648" y="3819908"/>
            <a:ext cx="81783" cy="817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7917950" y="3826010"/>
            <a:ext cx="69579" cy="6957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8127320" y="3832180"/>
            <a:ext cx="57240" cy="5724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8336736" y="3838396"/>
            <a:ext cx="44809" cy="4480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6455446" y="3989106"/>
            <a:ext cx="149788" cy="14978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6661291" y="3991751"/>
            <a:ext cx="144498" cy="14449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6869739" y="3996999"/>
            <a:ext cx="134001" cy="13400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7078854" y="4002914"/>
            <a:ext cx="122172" cy="122172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7288190" y="4009050"/>
            <a:ext cx="109900" cy="1099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7497622" y="4015282"/>
            <a:ext cx="97436" cy="9743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7707104" y="4021564"/>
            <a:ext cx="84871" cy="8487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7916616" y="4027876"/>
            <a:ext cx="72249" cy="7224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8126145" y="4034205"/>
            <a:ext cx="59589" cy="5958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8335687" y="4040547"/>
            <a:ext cx="46905" cy="4690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6449060" y="4185920"/>
            <a:ext cx="162560" cy="1625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6658646" y="4192306"/>
            <a:ext cx="149788" cy="14978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6868232" y="4198692"/>
            <a:ext cx="137016" cy="13701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7077818" y="4205078"/>
            <a:ext cx="124244" cy="12424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7287404" y="4211464"/>
            <a:ext cx="111472" cy="111472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7496990" y="4217850"/>
            <a:ext cx="98700" cy="987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7706576" y="4224236"/>
            <a:ext cx="85928" cy="8592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7916162" y="4230622"/>
            <a:ext cx="73157" cy="73157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8125748" y="4237008"/>
            <a:ext cx="60385" cy="60385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8335334" y="4243394"/>
            <a:ext cx="47613" cy="4761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293" name="Picture 292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294" name="Oval 293"/>
          <p:cNvSpPr/>
          <p:nvPr/>
        </p:nvSpPr>
        <p:spPr>
          <a:xfrm>
            <a:off x="9300534" y="2414594"/>
            <a:ext cx="47613" cy="4761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9504087" y="2414947"/>
            <a:ext cx="46905" cy="4690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9708336" y="2415996"/>
            <a:ext cx="44809" cy="4480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9913243" y="2417703"/>
            <a:ext cx="41395" cy="413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10118754" y="2420014"/>
            <a:ext cx="36771" cy="3677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10324807" y="2422867"/>
            <a:ext cx="31065" cy="3106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10531335" y="2426195"/>
            <a:ext cx="24411" cy="2441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9294148" y="2611408"/>
            <a:ext cx="60385" cy="6038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9497745" y="2611805"/>
            <a:ext cx="59589" cy="5958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9702120" y="2612980"/>
            <a:ext cx="57240" cy="5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907222" y="2614882"/>
            <a:ext cx="53437" cy="534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0112978" y="2617438"/>
            <a:ext cx="48324" cy="483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0319305" y="2620565"/>
            <a:ext cx="42070" cy="420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0526120" y="2624180"/>
            <a:ext cx="34841" cy="3484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0733344" y="2628204"/>
            <a:ext cx="26793" cy="267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9287762" y="2808222"/>
            <a:ext cx="73157" cy="7315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9491416" y="2808676"/>
            <a:ext cx="72249" cy="7224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9695950" y="2810010"/>
            <a:ext cx="69579" cy="6957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9901294" y="2812154"/>
            <a:ext cx="65292" cy="65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0107345" y="2815005"/>
            <a:ext cx="59589" cy="5958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0313994" y="2818454"/>
            <a:ext cx="52692" cy="526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10521136" y="2822396"/>
            <a:ext cx="44809" cy="4480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0728678" y="2826738"/>
            <a:ext cx="36124" cy="361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10936544" y="2831404"/>
            <a:ext cx="26793" cy="267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9281376" y="3005036"/>
            <a:ext cx="85928" cy="85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9485104" y="3005564"/>
            <a:ext cx="84871" cy="8487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9689848" y="3007108"/>
            <a:ext cx="81783" cy="8178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9895498" y="3009558"/>
            <a:ext cx="76883" cy="7688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10101910" y="3012770"/>
            <a:ext cx="70460" cy="704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10308936" y="3016596"/>
            <a:ext cx="62808" cy="628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10516447" y="3020907"/>
            <a:ext cx="54187" cy="5418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10724336" y="3025596"/>
            <a:ext cx="44809" cy="4480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10932520" y="3030580"/>
            <a:ext cx="34841" cy="3484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11140935" y="3035795"/>
            <a:ext cx="24411" cy="2441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9274990" y="3201850"/>
            <a:ext cx="98700" cy="98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9478822" y="3202482"/>
            <a:ext cx="97436" cy="974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9683849" y="3204309"/>
            <a:ext cx="93781" cy="937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9889896" y="3207156"/>
            <a:ext cx="88088" cy="880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10096750" y="3210810"/>
            <a:ext cx="80780" cy="807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10304216" y="3215076"/>
            <a:ext cx="72249" cy="7224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0512136" y="3219796"/>
            <a:ext cx="62808" cy="628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0720394" y="3224854"/>
            <a:ext cx="52692" cy="526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0928905" y="3230165"/>
            <a:ext cx="42070" cy="420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1137607" y="3235667"/>
            <a:ext cx="31065" cy="3106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9268604" y="3398664"/>
            <a:ext cx="111472" cy="111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9472590" y="3399450"/>
            <a:ext cx="109900" cy="109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9678019" y="3401679"/>
            <a:ext cx="105442" cy="1054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9884590" y="3405050"/>
            <a:ext cx="98700" cy="98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0091984" y="3409244"/>
            <a:ext cx="90311" cy="9031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0299950" y="3414010"/>
            <a:ext cx="80780" cy="807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10508310" y="3419170"/>
            <a:ext cx="70460" cy="704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0716945" y="3424605"/>
            <a:ext cx="59589" cy="5958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10925778" y="3430238"/>
            <a:ext cx="48324" cy="483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1134754" y="3436014"/>
            <a:ext cx="36771" cy="3677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9262218" y="3595478"/>
            <a:ext cx="124244" cy="1242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9466454" y="3596514"/>
            <a:ext cx="122172" cy="1221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9672485" y="3599345"/>
            <a:ext cx="116510" cy="11651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9879753" y="3603413"/>
            <a:ext cx="108373" cy="10837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0087790" y="3608250"/>
            <a:ext cx="98700" cy="98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10296296" y="3613556"/>
            <a:ext cx="88088" cy="880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10505098" y="3619158"/>
            <a:ext cx="76883" cy="7688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10714094" y="3624954"/>
            <a:ext cx="65292" cy="65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10923222" y="3630882"/>
            <a:ext cx="53437" cy="534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11132443" y="3636903"/>
            <a:ext cx="41395" cy="413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9255832" y="3792292"/>
            <a:ext cx="137016" cy="137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460539" y="3793799"/>
            <a:ext cx="134001" cy="1340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667522" y="3797582"/>
            <a:ext cx="126436" cy="1264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9875685" y="3802545"/>
            <a:ext cx="116510" cy="11651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084419" y="3808079"/>
            <a:ext cx="105442" cy="1054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0293449" y="3813909"/>
            <a:ext cx="93781" cy="937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0502648" y="3819908"/>
            <a:ext cx="81783" cy="8178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0711950" y="3826010"/>
            <a:ext cx="69579" cy="6957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0921320" y="3832180"/>
            <a:ext cx="57240" cy="5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1130736" y="3838396"/>
            <a:ext cx="44809" cy="4480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9249446" y="3989106"/>
            <a:ext cx="149788" cy="1497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9455291" y="3991751"/>
            <a:ext cx="144498" cy="14449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9663739" y="3996999"/>
            <a:ext cx="134001" cy="1340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9872854" y="4002914"/>
            <a:ext cx="122172" cy="1221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10082190" y="4009050"/>
            <a:ext cx="109900" cy="109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10291622" y="4015282"/>
            <a:ext cx="97436" cy="974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10501104" y="4021564"/>
            <a:ext cx="84871" cy="8487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10710616" y="4027876"/>
            <a:ext cx="72249" cy="7224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10920145" y="4034205"/>
            <a:ext cx="59589" cy="5958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11129687" y="4040547"/>
            <a:ext cx="46905" cy="4690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9243060" y="4185920"/>
            <a:ext cx="162560" cy="162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9452646" y="4192306"/>
            <a:ext cx="149788" cy="1497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9662232" y="4198692"/>
            <a:ext cx="137016" cy="137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9871818" y="4205078"/>
            <a:ext cx="124244" cy="1242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10081404" y="4211464"/>
            <a:ext cx="111472" cy="111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10290990" y="4217850"/>
            <a:ext cx="98700" cy="98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10500576" y="4224236"/>
            <a:ext cx="85928" cy="85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10710162" y="4230622"/>
            <a:ext cx="73157" cy="7315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10919748" y="4237008"/>
            <a:ext cx="60385" cy="6038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11129334" y="4243394"/>
            <a:ext cx="47613" cy="4761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"halftone", "x": ..., "y": ..., "w": ..., "h": ..., "warna": ["oranye"]}]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Arsir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Pita peringatan dan zona bahaya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840740" y="2336800"/>
            <a:ext cx="177800" cy="1778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840740" y="2336800"/>
            <a:ext cx="355600" cy="3556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840740" y="2336800"/>
            <a:ext cx="533400" cy="5334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840740" y="2336800"/>
            <a:ext cx="711200" cy="7112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840740" y="2336800"/>
            <a:ext cx="889000" cy="8890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840740" y="2336800"/>
            <a:ext cx="1066800" cy="10668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840740" y="2336800"/>
            <a:ext cx="1244600" cy="12446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840740" y="2336800"/>
            <a:ext cx="1422400" cy="14224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840740" y="2336800"/>
            <a:ext cx="1600200" cy="16002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840740" y="2336800"/>
            <a:ext cx="1778000" cy="17780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840740" y="2336800"/>
            <a:ext cx="1955800" cy="19558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840740" y="2438400"/>
            <a:ext cx="2032000" cy="20320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866140" y="2616200"/>
            <a:ext cx="2006600" cy="20066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1043940" y="2794000"/>
            <a:ext cx="1828800" cy="18288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1221740" y="2971800"/>
            <a:ext cx="1651000" cy="16510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1399540" y="3149600"/>
            <a:ext cx="1473200" cy="14732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1577340" y="3327400"/>
            <a:ext cx="1295400" cy="12954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1755140" y="3505200"/>
            <a:ext cx="1117600" cy="11176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1932940" y="3683000"/>
            <a:ext cx="939800" cy="9398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110740" y="3860800"/>
            <a:ext cx="762000" cy="7620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288540" y="4038600"/>
            <a:ext cx="584200" cy="5842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466340" y="4216400"/>
            <a:ext cx="406400" cy="4064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644140" y="4394200"/>
            <a:ext cx="228600" cy="2286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2821940" y="4572000"/>
            <a:ext cx="50800" cy="50800"/>
          </a:xfrm>
          <a:prstGeom prst="line">
            <a:avLst/>
          </a:prstGeom>
          <a:ln w="50800">
            <a:solidFill>
              <a:srgbClr val="D9600B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3634740" y="2336800"/>
            <a:ext cx="177800" cy="1778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33" name="Connector 32"/>
          <p:cNvCxnSpPr/>
          <p:nvPr/>
        </p:nvCxnSpPr>
        <p:spPr>
          <a:xfrm flipV="1">
            <a:off x="3634740" y="2336800"/>
            <a:ext cx="355600" cy="3556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34" name="Connector 33"/>
          <p:cNvCxnSpPr/>
          <p:nvPr/>
        </p:nvCxnSpPr>
        <p:spPr>
          <a:xfrm flipV="1">
            <a:off x="3634740" y="2336800"/>
            <a:ext cx="533400" cy="5334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35" name="Connector 34"/>
          <p:cNvCxnSpPr/>
          <p:nvPr/>
        </p:nvCxnSpPr>
        <p:spPr>
          <a:xfrm flipV="1">
            <a:off x="3634740" y="2336800"/>
            <a:ext cx="711200" cy="7112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36" name="Connector 35"/>
          <p:cNvCxnSpPr/>
          <p:nvPr/>
        </p:nvCxnSpPr>
        <p:spPr>
          <a:xfrm flipV="1">
            <a:off x="3634740" y="2336800"/>
            <a:ext cx="889000" cy="8890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37" name="Connector 36"/>
          <p:cNvCxnSpPr/>
          <p:nvPr/>
        </p:nvCxnSpPr>
        <p:spPr>
          <a:xfrm flipV="1">
            <a:off x="3634740" y="2336800"/>
            <a:ext cx="1066800" cy="10668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38" name="Connector 37"/>
          <p:cNvCxnSpPr/>
          <p:nvPr/>
        </p:nvCxnSpPr>
        <p:spPr>
          <a:xfrm flipV="1">
            <a:off x="3634740" y="2336800"/>
            <a:ext cx="1244600" cy="12446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39" name="Connector 38"/>
          <p:cNvCxnSpPr/>
          <p:nvPr/>
        </p:nvCxnSpPr>
        <p:spPr>
          <a:xfrm flipV="1">
            <a:off x="3634740" y="2336800"/>
            <a:ext cx="1422400" cy="14224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40" name="Connector 39"/>
          <p:cNvCxnSpPr/>
          <p:nvPr/>
        </p:nvCxnSpPr>
        <p:spPr>
          <a:xfrm flipV="1">
            <a:off x="3634740" y="2336800"/>
            <a:ext cx="1600200" cy="16002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41" name="Connector 40"/>
          <p:cNvCxnSpPr/>
          <p:nvPr/>
        </p:nvCxnSpPr>
        <p:spPr>
          <a:xfrm flipV="1">
            <a:off x="3634740" y="2336800"/>
            <a:ext cx="1778000" cy="17780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42" name="Connector 41"/>
          <p:cNvCxnSpPr/>
          <p:nvPr/>
        </p:nvCxnSpPr>
        <p:spPr>
          <a:xfrm flipV="1">
            <a:off x="3634740" y="2336800"/>
            <a:ext cx="1955800" cy="19558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43" name="Connector 42"/>
          <p:cNvCxnSpPr/>
          <p:nvPr/>
        </p:nvCxnSpPr>
        <p:spPr>
          <a:xfrm flipV="1">
            <a:off x="3634740" y="2438400"/>
            <a:ext cx="2032000" cy="20320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3660140" y="2616200"/>
            <a:ext cx="2006600" cy="20066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45" name="Connector 44"/>
          <p:cNvCxnSpPr/>
          <p:nvPr/>
        </p:nvCxnSpPr>
        <p:spPr>
          <a:xfrm flipV="1">
            <a:off x="3837940" y="2794000"/>
            <a:ext cx="1828800" cy="18288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46" name="Connector 45"/>
          <p:cNvCxnSpPr/>
          <p:nvPr/>
        </p:nvCxnSpPr>
        <p:spPr>
          <a:xfrm flipV="1">
            <a:off x="4015740" y="2971800"/>
            <a:ext cx="1651000" cy="16510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47" name="Connector 46"/>
          <p:cNvCxnSpPr/>
          <p:nvPr/>
        </p:nvCxnSpPr>
        <p:spPr>
          <a:xfrm flipV="1">
            <a:off x="4193540" y="3149600"/>
            <a:ext cx="1473200" cy="14732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48" name="Connector 47"/>
          <p:cNvCxnSpPr/>
          <p:nvPr/>
        </p:nvCxnSpPr>
        <p:spPr>
          <a:xfrm flipV="1">
            <a:off x="4371340" y="3327400"/>
            <a:ext cx="1295400" cy="12954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49" name="Connector 48"/>
          <p:cNvCxnSpPr/>
          <p:nvPr/>
        </p:nvCxnSpPr>
        <p:spPr>
          <a:xfrm flipV="1">
            <a:off x="4549140" y="3505200"/>
            <a:ext cx="1117600" cy="11176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50" name="Connector 49"/>
          <p:cNvCxnSpPr/>
          <p:nvPr/>
        </p:nvCxnSpPr>
        <p:spPr>
          <a:xfrm flipV="1">
            <a:off x="4726940" y="3683000"/>
            <a:ext cx="939800" cy="9398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51" name="Connector 50"/>
          <p:cNvCxnSpPr/>
          <p:nvPr/>
        </p:nvCxnSpPr>
        <p:spPr>
          <a:xfrm flipV="1">
            <a:off x="4904740" y="3860800"/>
            <a:ext cx="762000" cy="7620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52" name="Connector 51"/>
          <p:cNvCxnSpPr/>
          <p:nvPr/>
        </p:nvCxnSpPr>
        <p:spPr>
          <a:xfrm flipV="1">
            <a:off x="5082540" y="4038600"/>
            <a:ext cx="584200" cy="5842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53" name="Connector 52"/>
          <p:cNvCxnSpPr/>
          <p:nvPr/>
        </p:nvCxnSpPr>
        <p:spPr>
          <a:xfrm flipV="1">
            <a:off x="5260340" y="4216400"/>
            <a:ext cx="406400" cy="4064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54" name="Connector 53"/>
          <p:cNvCxnSpPr/>
          <p:nvPr/>
        </p:nvCxnSpPr>
        <p:spPr>
          <a:xfrm flipV="1">
            <a:off x="5438140" y="4394200"/>
            <a:ext cx="228600" cy="2286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55" name="Connector 54"/>
          <p:cNvCxnSpPr/>
          <p:nvPr/>
        </p:nvCxnSpPr>
        <p:spPr>
          <a:xfrm flipV="1">
            <a:off x="5615940" y="4572000"/>
            <a:ext cx="50800" cy="508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6428740" y="2336800"/>
            <a:ext cx="177800" cy="1778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59" name="Connector 58"/>
          <p:cNvCxnSpPr/>
          <p:nvPr/>
        </p:nvCxnSpPr>
        <p:spPr>
          <a:xfrm flipV="1">
            <a:off x="6428740" y="2336800"/>
            <a:ext cx="355600" cy="3556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60" name="Connector 59"/>
          <p:cNvCxnSpPr/>
          <p:nvPr/>
        </p:nvCxnSpPr>
        <p:spPr>
          <a:xfrm flipV="1">
            <a:off x="6428740" y="2336800"/>
            <a:ext cx="533400" cy="5334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61" name="Connector 60"/>
          <p:cNvCxnSpPr/>
          <p:nvPr/>
        </p:nvCxnSpPr>
        <p:spPr>
          <a:xfrm flipV="1">
            <a:off x="6428740" y="2336800"/>
            <a:ext cx="711200" cy="7112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62" name="Connector 61"/>
          <p:cNvCxnSpPr/>
          <p:nvPr/>
        </p:nvCxnSpPr>
        <p:spPr>
          <a:xfrm flipV="1">
            <a:off x="6428740" y="2336800"/>
            <a:ext cx="889000" cy="8890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63" name="Connector 62"/>
          <p:cNvCxnSpPr/>
          <p:nvPr/>
        </p:nvCxnSpPr>
        <p:spPr>
          <a:xfrm flipV="1">
            <a:off x="6428740" y="2336800"/>
            <a:ext cx="1066800" cy="10668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64" name="Connector 63"/>
          <p:cNvCxnSpPr/>
          <p:nvPr/>
        </p:nvCxnSpPr>
        <p:spPr>
          <a:xfrm flipV="1">
            <a:off x="6428740" y="2336800"/>
            <a:ext cx="1244600" cy="12446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65" name="Connector 64"/>
          <p:cNvCxnSpPr/>
          <p:nvPr/>
        </p:nvCxnSpPr>
        <p:spPr>
          <a:xfrm flipV="1">
            <a:off x="6428740" y="2336800"/>
            <a:ext cx="1422400" cy="14224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66" name="Connector 65"/>
          <p:cNvCxnSpPr/>
          <p:nvPr/>
        </p:nvCxnSpPr>
        <p:spPr>
          <a:xfrm flipV="1">
            <a:off x="6428740" y="2336800"/>
            <a:ext cx="1600200" cy="16002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67" name="Connector 66"/>
          <p:cNvCxnSpPr/>
          <p:nvPr/>
        </p:nvCxnSpPr>
        <p:spPr>
          <a:xfrm flipV="1">
            <a:off x="6428740" y="2336800"/>
            <a:ext cx="1778000" cy="17780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68" name="Connector 67"/>
          <p:cNvCxnSpPr/>
          <p:nvPr/>
        </p:nvCxnSpPr>
        <p:spPr>
          <a:xfrm flipV="1">
            <a:off x="6428740" y="2336800"/>
            <a:ext cx="1955800" cy="19558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69" name="Connector 68"/>
          <p:cNvCxnSpPr/>
          <p:nvPr/>
        </p:nvCxnSpPr>
        <p:spPr>
          <a:xfrm flipV="1">
            <a:off x="6428740" y="2438400"/>
            <a:ext cx="2032000" cy="20320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70" name="Connector 69"/>
          <p:cNvCxnSpPr/>
          <p:nvPr/>
        </p:nvCxnSpPr>
        <p:spPr>
          <a:xfrm flipV="1">
            <a:off x="6454140" y="2616200"/>
            <a:ext cx="2006600" cy="20066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71" name="Connector 70"/>
          <p:cNvCxnSpPr/>
          <p:nvPr/>
        </p:nvCxnSpPr>
        <p:spPr>
          <a:xfrm flipV="1">
            <a:off x="6631940" y="2794000"/>
            <a:ext cx="1828800" cy="18288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72" name="Connector 71"/>
          <p:cNvCxnSpPr/>
          <p:nvPr/>
        </p:nvCxnSpPr>
        <p:spPr>
          <a:xfrm flipV="1">
            <a:off x="6809740" y="2971800"/>
            <a:ext cx="1651000" cy="16510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73" name="Connector 72"/>
          <p:cNvCxnSpPr/>
          <p:nvPr/>
        </p:nvCxnSpPr>
        <p:spPr>
          <a:xfrm flipV="1">
            <a:off x="6987540" y="3149600"/>
            <a:ext cx="1473200" cy="14732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74" name="Connector 73"/>
          <p:cNvCxnSpPr/>
          <p:nvPr/>
        </p:nvCxnSpPr>
        <p:spPr>
          <a:xfrm flipV="1">
            <a:off x="7165340" y="3327400"/>
            <a:ext cx="1295400" cy="12954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75" name="Connector 74"/>
          <p:cNvCxnSpPr/>
          <p:nvPr/>
        </p:nvCxnSpPr>
        <p:spPr>
          <a:xfrm flipV="1">
            <a:off x="7343140" y="3505200"/>
            <a:ext cx="1117600" cy="11176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76" name="Connector 75"/>
          <p:cNvCxnSpPr/>
          <p:nvPr/>
        </p:nvCxnSpPr>
        <p:spPr>
          <a:xfrm flipV="1">
            <a:off x="7520940" y="3683000"/>
            <a:ext cx="939800" cy="9398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77" name="Connector 76"/>
          <p:cNvCxnSpPr/>
          <p:nvPr/>
        </p:nvCxnSpPr>
        <p:spPr>
          <a:xfrm flipV="1">
            <a:off x="7698740" y="3860800"/>
            <a:ext cx="762000" cy="7620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78" name="Connector 77"/>
          <p:cNvCxnSpPr/>
          <p:nvPr/>
        </p:nvCxnSpPr>
        <p:spPr>
          <a:xfrm flipV="1">
            <a:off x="7876540" y="4038600"/>
            <a:ext cx="584200" cy="5842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79" name="Connector 78"/>
          <p:cNvCxnSpPr/>
          <p:nvPr/>
        </p:nvCxnSpPr>
        <p:spPr>
          <a:xfrm flipV="1">
            <a:off x="8054340" y="4216400"/>
            <a:ext cx="406400" cy="4064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80" name="Connector 79"/>
          <p:cNvCxnSpPr/>
          <p:nvPr/>
        </p:nvCxnSpPr>
        <p:spPr>
          <a:xfrm flipV="1">
            <a:off x="8232140" y="4394200"/>
            <a:ext cx="228600" cy="2286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cxnSp>
        <p:nvCxnSpPr>
          <p:cNvPr id="81" name="Connector 80"/>
          <p:cNvCxnSpPr/>
          <p:nvPr/>
        </p:nvCxnSpPr>
        <p:spPr>
          <a:xfrm flipV="1">
            <a:off x="8409940" y="4572000"/>
            <a:ext cx="50800" cy="50800"/>
          </a:xfrm>
          <a:prstGeom prst="line">
            <a:avLst/>
          </a:prstGeom>
          <a:ln w="50800">
            <a:solidFill>
              <a:srgbClr val="051C2C"/>
            </a:solidFill>
          </a:ln>
        </p:spPr>
      </p:cxnSp>
      <p:sp>
        <p:nvSpPr>
          <p:cNvPr id="82" name="TextBox 81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83" name="Picture 82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cxnSp>
        <p:nvCxnSpPr>
          <p:cNvPr id="84" name="Connector 83"/>
          <p:cNvCxnSpPr/>
          <p:nvPr/>
        </p:nvCxnSpPr>
        <p:spPr>
          <a:xfrm flipV="1">
            <a:off x="9222740" y="2336800"/>
            <a:ext cx="177800" cy="1778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85" name="Connector 84"/>
          <p:cNvCxnSpPr/>
          <p:nvPr/>
        </p:nvCxnSpPr>
        <p:spPr>
          <a:xfrm flipV="1">
            <a:off x="9222740" y="2336800"/>
            <a:ext cx="355600" cy="3556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86" name="Connector 85"/>
          <p:cNvCxnSpPr/>
          <p:nvPr/>
        </p:nvCxnSpPr>
        <p:spPr>
          <a:xfrm flipV="1">
            <a:off x="9222740" y="2336800"/>
            <a:ext cx="533400" cy="5334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87" name="Connector 86"/>
          <p:cNvCxnSpPr/>
          <p:nvPr/>
        </p:nvCxnSpPr>
        <p:spPr>
          <a:xfrm flipV="1">
            <a:off x="9222740" y="2336800"/>
            <a:ext cx="711200" cy="7112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88" name="Connector 87"/>
          <p:cNvCxnSpPr/>
          <p:nvPr/>
        </p:nvCxnSpPr>
        <p:spPr>
          <a:xfrm flipV="1">
            <a:off x="9222740" y="2336800"/>
            <a:ext cx="889000" cy="8890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89" name="Connector 88"/>
          <p:cNvCxnSpPr/>
          <p:nvPr/>
        </p:nvCxnSpPr>
        <p:spPr>
          <a:xfrm flipV="1">
            <a:off x="9222740" y="2336800"/>
            <a:ext cx="1066800" cy="10668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90" name="Connector 89"/>
          <p:cNvCxnSpPr/>
          <p:nvPr/>
        </p:nvCxnSpPr>
        <p:spPr>
          <a:xfrm flipV="1">
            <a:off x="9222740" y="2336800"/>
            <a:ext cx="1244600" cy="12446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91" name="Connector 90"/>
          <p:cNvCxnSpPr/>
          <p:nvPr/>
        </p:nvCxnSpPr>
        <p:spPr>
          <a:xfrm flipV="1">
            <a:off x="9222740" y="2336800"/>
            <a:ext cx="1422400" cy="14224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92" name="Connector 91"/>
          <p:cNvCxnSpPr/>
          <p:nvPr/>
        </p:nvCxnSpPr>
        <p:spPr>
          <a:xfrm flipV="1">
            <a:off x="9222740" y="2336800"/>
            <a:ext cx="1600200" cy="16002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93" name="Connector 92"/>
          <p:cNvCxnSpPr/>
          <p:nvPr/>
        </p:nvCxnSpPr>
        <p:spPr>
          <a:xfrm flipV="1">
            <a:off x="9222740" y="2336800"/>
            <a:ext cx="1778000" cy="17780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94" name="Connector 93"/>
          <p:cNvCxnSpPr/>
          <p:nvPr/>
        </p:nvCxnSpPr>
        <p:spPr>
          <a:xfrm flipV="1">
            <a:off x="9222740" y="2336800"/>
            <a:ext cx="1955800" cy="19558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95" name="Connector 94"/>
          <p:cNvCxnSpPr/>
          <p:nvPr/>
        </p:nvCxnSpPr>
        <p:spPr>
          <a:xfrm flipV="1">
            <a:off x="9222740" y="2438400"/>
            <a:ext cx="2032000" cy="20320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96" name="Connector 95"/>
          <p:cNvCxnSpPr/>
          <p:nvPr/>
        </p:nvCxnSpPr>
        <p:spPr>
          <a:xfrm flipV="1">
            <a:off x="9248140" y="2616200"/>
            <a:ext cx="2006600" cy="20066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97" name="Connector 96"/>
          <p:cNvCxnSpPr/>
          <p:nvPr/>
        </p:nvCxnSpPr>
        <p:spPr>
          <a:xfrm flipV="1">
            <a:off x="9425940" y="2794000"/>
            <a:ext cx="1828800" cy="18288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98" name="Connector 97"/>
          <p:cNvCxnSpPr/>
          <p:nvPr/>
        </p:nvCxnSpPr>
        <p:spPr>
          <a:xfrm flipV="1">
            <a:off x="9603740" y="2971800"/>
            <a:ext cx="1651000" cy="16510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99" name="Connector 98"/>
          <p:cNvCxnSpPr/>
          <p:nvPr/>
        </p:nvCxnSpPr>
        <p:spPr>
          <a:xfrm flipV="1">
            <a:off x="9781540" y="3149600"/>
            <a:ext cx="1473200" cy="14732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100" name="Connector 99"/>
          <p:cNvCxnSpPr/>
          <p:nvPr/>
        </p:nvCxnSpPr>
        <p:spPr>
          <a:xfrm flipV="1">
            <a:off x="9959340" y="3327400"/>
            <a:ext cx="1295400" cy="12954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101" name="Connector 100"/>
          <p:cNvCxnSpPr/>
          <p:nvPr/>
        </p:nvCxnSpPr>
        <p:spPr>
          <a:xfrm flipV="1">
            <a:off x="10137140" y="3505200"/>
            <a:ext cx="1117600" cy="11176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102" name="Connector 101"/>
          <p:cNvCxnSpPr/>
          <p:nvPr/>
        </p:nvCxnSpPr>
        <p:spPr>
          <a:xfrm flipV="1">
            <a:off x="10314940" y="3683000"/>
            <a:ext cx="939800" cy="9398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103" name="Connector 102"/>
          <p:cNvCxnSpPr/>
          <p:nvPr/>
        </p:nvCxnSpPr>
        <p:spPr>
          <a:xfrm flipV="1">
            <a:off x="10492740" y="3860800"/>
            <a:ext cx="762000" cy="7620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104" name="Connector 103"/>
          <p:cNvCxnSpPr/>
          <p:nvPr/>
        </p:nvCxnSpPr>
        <p:spPr>
          <a:xfrm flipV="1">
            <a:off x="10670540" y="4038600"/>
            <a:ext cx="584200" cy="5842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105" name="Connector 104"/>
          <p:cNvCxnSpPr/>
          <p:nvPr/>
        </p:nvCxnSpPr>
        <p:spPr>
          <a:xfrm flipV="1">
            <a:off x="10848340" y="4216400"/>
            <a:ext cx="406400" cy="4064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106" name="Connector 105"/>
          <p:cNvCxnSpPr/>
          <p:nvPr/>
        </p:nvCxnSpPr>
        <p:spPr>
          <a:xfrm flipV="1">
            <a:off x="11026140" y="4394200"/>
            <a:ext cx="228600" cy="2286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cxnSp>
        <p:nvCxnSpPr>
          <p:cNvPr id="107" name="Connector 106"/>
          <p:cNvCxnSpPr/>
          <p:nvPr/>
        </p:nvCxnSpPr>
        <p:spPr>
          <a:xfrm flipV="1">
            <a:off x="11203940" y="4572000"/>
            <a:ext cx="50800" cy="50800"/>
          </a:xfrm>
          <a:prstGeom prst="line">
            <a:avLst/>
          </a:prstGeom>
          <a:ln w="50800">
            <a:solidFill>
              <a:srgbClr val="FFFFFF"/>
            </a:solidFill>
          </a:ln>
        </p:spPr>
      </p:cxnSp>
      <p:sp>
        <p:nvSpPr>
          <p:cNvPr id="108" name="TextBox 107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"arsir", "x": ..., "y": ..., "w": ..., "h": ..., "warna": ["oranye"]}]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Seperempat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Radius dampak dan jangkauan layanan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40740" y="2336800"/>
            <a:ext cx="2032000" cy="2032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840740" y="1320800"/>
            <a:ext cx="2032000" cy="203200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-175260" y="3352800"/>
            <a:ext cx="2032000" cy="203200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1856740" y="3352800"/>
            <a:ext cx="2032000" cy="2032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ie 11"/>
          <p:cNvSpPr/>
          <p:nvPr/>
        </p:nvSpPr>
        <p:spPr>
          <a:xfrm>
            <a:off x="3634740" y="2336800"/>
            <a:ext cx="2032000" cy="2032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ie 12"/>
          <p:cNvSpPr/>
          <p:nvPr/>
        </p:nvSpPr>
        <p:spPr>
          <a:xfrm>
            <a:off x="3634740" y="1320800"/>
            <a:ext cx="2032000" cy="203200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ie 13"/>
          <p:cNvSpPr/>
          <p:nvPr/>
        </p:nvSpPr>
        <p:spPr>
          <a:xfrm>
            <a:off x="2618740" y="3352800"/>
            <a:ext cx="2032000" cy="203200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ie 14"/>
          <p:cNvSpPr/>
          <p:nvPr/>
        </p:nvSpPr>
        <p:spPr>
          <a:xfrm>
            <a:off x="4650740" y="3352800"/>
            <a:ext cx="2032000" cy="2032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e 17"/>
          <p:cNvSpPr/>
          <p:nvPr/>
        </p:nvSpPr>
        <p:spPr>
          <a:xfrm>
            <a:off x="6428740" y="2336800"/>
            <a:ext cx="2032000" cy="2032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e 18"/>
          <p:cNvSpPr/>
          <p:nvPr/>
        </p:nvSpPr>
        <p:spPr>
          <a:xfrm>
            <a:off x="6428740" y="1320800"/>
            <a:ext cx="2032000" cy="203200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5412740" y="3352800"/>
            <a:ext cx="2032000" cy="203200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e 20"/>
          <p:cNvSpPr/>
          <p:nvPr/>
        </p:nvSpPr>
        <p:spPr>
          <a:xfrm>
            <a:off x="7444740" y="3352800"/>
            <a:ext cx="2032000" cy="2032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23" name="Picture 22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24" name="Pie 23"/>
          <p:cNvSpPr/>
          <p:nvPr/>
        </p:nvSpPr>
        <p:spPr>
          <a:xfrm>
            <a:off x="9222740" y="2336800"/>
            <a:ext cx="2032000" cy="2032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Pie 24"/>
          <p:cNvSpPr/>
          <p:nvPr/>
        </p:nvSpPr>
        <p:spPr>
          <a:xfrm>
            <a:off x="9222740" y="1320800"/>
            <a:ext cx="2032000" cy="203200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Pie 25"/>
          <p:cNvSpPr/>
          <p:nvPr/>
        </p:nvSpPr>
        <p:spPr>
          <a:xfrm>
            <a:off x="8206740" y="3352800"/>
            <a:ext cx="2032000" cy="203200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Pie 26"/>
          <p:cNvSpPr/>
          <p:nvPr/>
        </p:nvSpPr>
        <p:spPr>
          <a:xfrm>
            <a:off x="10238740" y="3352800"/>
            <a:ext cx="2032000" cy="20320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"seperempat", "x": ..., "y": ..., "w": ..., "h": ..., "warna": ["oranye"]}]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Silang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Titik koordinat, posko, dan lokasi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55887" y="2506133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10073" y="2451947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1294553" y="2506133"/>
            <a:ext cx="108374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1348740" y="2451947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1633220" y="2506133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687407" y="2451947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1971887" y="2506133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026073" y="2451947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2310553" y="2506133"/>
            <a:ext cx="108374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364740" y="2451947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649220" y="2506133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2703407" y="2451947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955887" y="2844800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1010073" y="2790613"/>
            <a:ext cx="0" cy="108374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1294553" y="2844800"/>
            <a:ext cx="108374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1348740" y="2790613"/>
            <a:ext cx="0" cy="108374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1633220" y="2844800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1687407" y="2790613"/>
            <a:ext cx="0" cy="108374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1971887" y="2844800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2026073" y="2790613"/>
            <a:ext cx="0" cy="108374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2310553" y="2844800"/>
            <a:ext cx="108374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2364740" y="2790613"/>
            <a:ext cx="0" cy="108374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2649220" y="2844800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2703407" y="2790613"/>
            <a:ext cx="0" cy="108374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955887" y="3183467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1010073" y="3129280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1294553" y="3183467"/>
            <a:ext cx="108374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348740" y="3129280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633220" y="3183467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687407" y="3129280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1951567" y="3108960"/>
            <a:ext cx="149013" cy="14901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2310553" y="3183467"/>
            <a:ext cx="108374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2364740" y="3129280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39" name="Connector 38"/>
          <p:cNvCxnSpPr/>
          <p:nvPr/>
        </p:nvCxnSpPr>
        <p:spPr>
          <a:xfrm>
            <a:off x="2649220" y="3183467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2703407" y="3129280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955887" y="3522133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1010073" y="3467947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294553" y="3522133"/>
            <a:ext cx="108374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1348740" y="3467947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1633220" y="3522133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1687407" y="3467947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1971887" y="3522133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48" name="Connector 47"/>
          <p:cNvCxnSpPr/>
          <p:nvPr/>
        </p:nvCxnSpPr>
        <p:spPr>
          <a:xfrm>
            <a:off x="2026073" y="3467947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49" name="Connector 48"/>
          <p:cNvCxnSpPr/>
          <p:nvPr/>
        </p:nvCxnSpPr>
        <p:spPr>
          <a:xfrm>
            <a:off x="2310553" y="3522133"/>
            <a:ext cx="108374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2364740" y="3467947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2649220" y="3522133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2703407" y="3467947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53" name="Connector 52"/>
          <p:cNvCxnSpPr/>
          <p:nvPr/>
        </p:nvCxnSpPr>
        <p:spPr>
          <a:xfrm>
            <a:off x="955887" y="3860800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54" name="Connector 53"/>
          <p:cNvCxnSpPr/>
          <p:nvPr/>
        </p:nvCxnSpPr>
        <p:spPr>
          <a:xfrm>
            <a:off x="1010073" y="3806613"/>
            <a:ext cx="0" cy="108374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55" name="Connector 54"/>
          <p:cNvCxnSpPr/>
          <p:nvPr/>
        </p:nvCxnSpPr>
        <p:spPr>
          <a:xfrm>
            <a:off x="1294553" y="3860800"/>
            <a:ext cx="108374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56" name="Connector 55"/>
          <p:cNvCxnSpPr/>
          <p:nvPr/>
        </p:nvCxnSpPr>
        <p:spPr>
          <a:xfrm>
            <a:off x="1348740" y="3806613"/>
            <a:ext cx="0" cy="108374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57" name="Connector 56"/>
          <p:cNvCxnSpPr/>
          <p:nvPr/>
        </p:nvCxnSpPr>
        <p:spPr>
          <a:xfrm>
            <a:off x="1633220" y="3860800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58" name="Connector 57"/>
          <p:cNvCxnSpPr/>
          <p:nvPr/>
        </p:nvCxnSpPr>
        <p:spPr>
          <a:xfrm>
            <a:off x="1687407" y="3806613"/>
            <a:ext cx="0" cy="108374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59" name="Connector 58"/>
          <p:cNvCxnSpPr/>
          <p:nvPr/>
        </p:nvCxnSpPr>
        <p:spPr>
          <a:xfrm>
            <a:off x="1971887" y="3860800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60" name="Connector 59"/>
          <p:cNvCxnSpPr/>
          <p:nvPr/>
        </p:nvCxnSpPr>
        <p:spPr>
          <a:xfrm>
            <a:off x="2026073" y="3806613"/>
            <a:ext cx="0" cy="108374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61" name="Connector 60"/>
          <p:cNvCxnSpPr/>
          <p:nvPr/>
        </p:nvCxnSpPr>
        <p:spPr>
          <a:xfrm>
            <a:off x="2310553" y="3860800"/>
            <a:ext cx="108374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62" name="Connector 61"/>
          <p:cNvCxnSpPr/>
          <p:nvPr/>
        </p:nvCxnSpPr>
        <p:spPr>
          <a:xfrm>
            <a:off x="2364740" y="3806613"/>
            <a:ext cx="0" cy="108374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63" name="Connector 62"/>
          <p:cNvCxnSpPr/>
          <p:nvPr/>
        </p:nvCxnSpPr>
        <p:spPr>
          <a:xfrm>
            <a:off x="2649220" y="3860800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64" name="Connector 63"/>
          <p:cNvCxnSpPr/>
          <p:nvPr/>
        </p:nvCxnSpPr>
        <p:spPr>
          <a:xfrm>
            <a:off x="2703407" y="3806613"/>
            <a:ext cx="0" cy="108374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65" name="Connector 64"/>
          <p:cNvCxnSpPr/>
          <p:nvPr/>
        </p:nvCxnSpPr>
        <p:spPr>
          <a:xfrm>
            <a:off x="955887" y="4199467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66" name="Connector 65"/>
          <p:cNvCxnSpPr/>
          <p:nvPr/>
        </p:nvCxnSpPr>
        <p:spPr>
          <a:xfrm>
            <a:off x="1010073" y="4145280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67" name="Connector 66"/>
          <p:cNvCxnSpPr/>
          <p:nvPr/>
        </p:nvCxnSpPr>
        <p:spPr>
          <a:xfrm>
            <a:off x="1294553" y="4199467"/>
            <a:ext cx="108374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68" name="Connector 67"/>
          <p:cNvCxnSpPr/>
          <p:nvPr/>
        </p:nvCxnSpPr>
        <p:spPr>
          <a:xfrm>
            <a:off x="1348740" y="4145280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69" name="Connector 68"/>
          <p:cNvCxnSpPr/>
          <p:nvPr/>
        </p:nvCxnSpPr>
        <p:spPr>
          <a:xfrm>
            <a:off x="1633220" y="4199467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70" name="Connector 69"/>
          <p:cNvCxnSpPr/>
          <p:nvPr/>
        </p:nvCxnSpPr>
        <p:spPr>
          <a:xfrm>
            <a:off x="1687407" y="4145280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71" name="Connector 70"/>
          <p:cNvCxnSpPr/>
          <p:nvPr/>
        </p:nvCxnSpPr>
        <p:spPr>
          <a:xfrm>
            <a:off x="1971887" y="4199467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72" name="Connector 71"/>
          <p:cNvCxnSpPr/>
          <p:nvPr/>
        </p:nvCxnSpPr>
        <p:spPr>
          <a:xfrm>
            <a:off x="2026073" y="4145280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73" name="Connector 72"/>
          <p:cNvCxnSpPr/>
          <p:nvPr/>
        </p:nvCxnSpPr>
        <p:spPr>
          <a:xfrm>
            <a:off x="2310553" y="4199467"/>
            <a:ext cx="108374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74" name="Connector 73"/>
          <p:cNvCxnSpPr/>
          <p:nvPr/>
        </p:nvCxnSpPr>
        <p:spPr>
          <a:xfrm>
            <a:off x="2364740" y="4145280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75" name="Connector 74"/>
          <p:cNvCxnSpPr/>
          <p:nvPr/>
        </p:nvCxnSpPr>
        <p:spPr>
          <a:xfrm>
            <a:off x="2649220" y="4199467"/>
            <a:ext cx="108373" cy="0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cxnSp>
        <p:nvCxnSpPr>
          <p:cNvPr id="76" name="Connector 75"/>
          <p:cNvCxnSpPr/>
          <p:nvPr/>
        </p:nvCxnSpPr>
        <p:spPr>
          <a:xfrm>
            <a:off x="2703407" y="4145280"/>
            <a:ext cx="0" cy="108373"/>
          </a:xfrm>
          <a:prstGeom prst="line">
            <a:avLst/>
          </a:prstGeom>
          <a:ln w="13970">
            <a:solidFill>
              <a:srgbClr val="D9600B"/>
            </a:solidFill>
          </a:ln>
        </p:spPr>
      </p:cxnSp>
      <p:sp>
        <p:nvSpPr>
          <p:cNvPr id="77" name="TextBox 76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3749887" y="2506133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80" name="Connector 79"/>
          <p:cNvCxnSpPr/>
          <p:nvPr/>
        </p:nvCxnSpPr>
        <p:spPr>
          <a:xfrm>
            <a:off x="3804073" y="2451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81" name="Connector 80"/>
          <p:cNvCxnSpPr/>
          <p:nvPr/>
        </p:nvCxnSpPr>
        <p:spPr>
          <a:xfrm>
            <a:off x="4088553" y="2506133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82" name="Connector 81"/>
          <p:cNvCxnSpPr/>
          <p:nvPr/>
        </p:nvCxnSpPr>
        <p:spPr>
          <a:xfrm>
            <a:off x="4142740" y="2451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83" name="Connector 82"/>
          <p:cNvCxnSpPr/>
          <p:nvPr/>
        </p:nvCxnSpPr>
        <p:spPr>
          <a:xfrm>
            <a:off x="4427220" y="2506133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84" name="Connector 83"/>
          <p:cNvCxnSpPr/>
          <p:nvPr/>
        </p:nvCxnSpPr>
        <p:spPr>
          <a:xfrm>
            <a:off x="4481407" y="2451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85" name="Connector 84"/>
          <p:cNvCxnSpPr/>
          <p:nvPr/>
        </p:nvCxnSpPr>
        <p:spPr>
          <a:xfrm>
            <a:off x="4765887" y="2506133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86" name="Connector 85"/>
          <p:cNvCxnSpPr/>
          <p:nvPr/>
        </p:nvCxnSpPr>
        <p:spPr>
          <a:xfrm>
            <a:off x="4820073" y="2451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87" name="Connector 86"/>
          <p:cNvCxnSpPr/>
          <p:nvPr/>
        </p:nvCxnSpPr>
        <p:spPr>
          <a:xfrm>
            <a:off x="5104553" y="2506133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88" name="Connector 87"/>
          <p:cNvCxnSpPr/>
          <p:nvPr/>
        </p:nvCxnSpPr>
        <p:spPr>
          <a:xfrm>
            <a:off x="5158740" y="2451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89" name="Connector 88"/>
          <p:cNvCxnSpPr/>
          <p:nvPr/>
        </p:nvCxnSpPr>
        <p:spPr>
          <a:xfrm>
            <a:off x="5443220" y="2506133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90" name="Connector 89"/>
          <p:cNvCxnSpPr/>
          <p:nvPr/>
        </p:nvCxnSpPr>
        <p:spPr>
          <a:xfrm>
            <a:off x="5497407" y="2451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91" name="Connector 90"/>
          <p:cNvCxnSpPr/>
          <p:nvPr/>
        </p:nvCxnSpPr>
        <p:spPr>
          <a:xfrm>
            <a:off x="3749887" y="2844800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92" name="Connector 91"/>
          <p:cNvCxnSpPr/>
          <p:nvPr/>
        </p:nvCxnSpPr>
        <p:spPr>
          <a:xfrm>
            <a:off x="3804073" y="2790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93" name="Connector 92"/>
          <p:cNvCxnSpPr/>
          <p:nvPr/>
        </p:nvCxnSpPr>
        <p:spPr>
          <a:xfrm>
            <a:off x="4088553" y="2844800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94" name="Connector 93"/>
          <p:cNvCxnSpPr/>
          <p:nvPr/>
        </p:nvCxnSpPr>
        <p:spPr>
          <a:xfrm>
            <a:off x="4142740" y="2790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95" name="Connector 94"/>
          <p:cNvCxnSpPr/>
          <p:nvPr/>
        </p:nvCxnSpPr>
        <p:spPr>
          <a:xfrm>
            <a:off x="4427220" y="2844800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96" name="Connector 95"/>
          <p:cNvCxnSpPr/>
          <p:nvPr/>
        </p:nvCxnSpPr>
        <p:spPr>
          <a:xfrm>
            <a:off x="4481407" y="2790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97" name="Connector 96"/>
          <p:cNvCxnSpPr/>
          <p:nvPr/>
        </p:nvCxnSpPr>
        <p:spPr>
          <a:xfrm>
            <a:off x="4765887" y="2844800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98" name="Connector 97"/>
          <p:cNvCxnSpPr/>
          <p:nvPr/>
        </p:nvCxnSpPr>
        <p:spPr>
          <a:xfrm>
            <a:off x="4820073" y="2790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99" name="Connector 98"/>
          <p:cNvCxnSpPr/>
          <p:nvPr/>
        </p:nvCxnSpPr>
        <p:spPr>
          <a:xfrm>
            <a:off x="5104553" y="2844800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00" name="Connector 99"/>
          <p:cNvCxnSpPr/>
          <p:nvPr/>
        </p:nvCxnSpPr>
        <p:spPr>
          <a:xfrm>
            <a:off x="5158740" y="2790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01" name="Connector 100"/>
          <p:cNvCxnSpPr/>
          <p:nvPr/>
        </p:nvCxnSpPr>
        <p:spPr>
          <a:xfrm>
            <a:off x="5443220" y="2844800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02" name="Connector 101"/>
          <p:cNvCxnSpPr/>
          <p:nvPr/>
        </p:nvCxnSpPr>
        <p:spPr>
          <a:xfrm>
            <a:off x="5497407" y="2790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03" name="Connector 102"/>
          <p:cNvCxnSpPr/>
          <p:nvPr/>
        </p:nvCxnSpPr>
        <p:spPr>
          <a:xfrm>
            <a:off x="3749887" y="3183467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04" name="Connector 103"/>
          <p:cNvCxnSpPr/>
          <p:nvPr/>
        </p:nvCxnSpPr>
        <p:spPr>
          <a:xfrm>
            <a:off x="3804073" y="3129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05" name="Connector 104"/>
          <p:cNvCxnSpPr/>
          <p:nvPr/>
        </p:nvCxnSpPr>
        <p:spPr>
          <a:xfrm>
            <a:off x="4088553" y="3183467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06" name="Connector 105"/>
          <p:cNvCxnSpPr/>
          <p:nvPr/>
        </p:nvCxnSpPr>
        <p:spPr>
          <a:xfrm>
            <a:off x="4142740" y="3129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07" name="Connector 106"/>
          <p:cNvCxnSpPr/>
          <p:nvPr/>
        </p:nvCxnSpPr>
        <p:spPr>
          <a:xfrm>
            <a:off x="4427220" y="3183467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08" name="Connector 107"/>
          <p:cNvCxnSpPr/>
          <p:nvPr/>
        </p:nvCxnSpPr>
        <p:spPr>
          <a:xfrm>
            <a:off x="4481407" y="3129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sp>
        <p:nvSpPr>
          <p:cNvPr id="109" name="Oval 108"/>
          <p:cNvSpPr/>
          <p:nvPr/>
        </p:nvSpPr>
        <p:spPr>
          <a:xfrm>
            <a:off x="4745567" y="3108960"/>
            <a:ext cx="149013" cy="149013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5104553" y="3183467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11" name="Connector 110"/>
          <p:cNvCxnSpPr/>
          <p:nvPr/>
        </p:nvCxnSpPr>
        <p:spPr>
          <a:xfrm>
            <a:off x="5158740" y="3129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12" name="Connector 111"/>
          <p:cNvCxnSpPr/>
          <p:nvPr/>
        </p:nvCxnSpPr>
        <p:spPr>
          <a:xfrm>
            <a:off x="5443220" y="3183467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13" name="Connector 112"/>
          <p:cNvCxnSpPr/>
          <p:nvPr/>
        </p:nvCxnSpPr>
        <p:spPr>
          <a:xfrm>
            <a:off x="5497407" y="3129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14" name="Connector 113"/>
          <p:cNvCxnSpPr/>
          <p:nvPr/>
        </p:nvCxnSpPr>
        <p:spPr>
          <a:xfrm>
            <a:off x="3749887" y="3522133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15" name="Connector 114"/>
          <p:cNvCxnSpPr/>
          <p:nvPr/>
        </p:nvCxnSpPr>
        <p:spPr>
          <a:xfrm>
            <a:off x="3804073" y="3467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16" name="Connector 115"/>
          <p:cNvCxnSpPr/>
          <p:nvPr/>
        </p:nvCxnSpPr>
        <p:spPr>
          <a:xfrm>
            <a:off x="4088553" y="3522133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17" name="Connector 116"/>
          <p:cNvCxnSpPr/>
          <p:nvPr/>
        </p:nvCxnSpPr>
        <p:spPr>
          <a:xfrm>
            <a:off x="4142740" y="3467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18" name="Connector 117"/>
          <p:cNvCxnSpPr/>
          <p:nvPr/>
        </p:nvCxnSpPr>
        <p:spPr>
          <a:xfrm>
            <a:off x="4427220" y="3522133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19" name="Connector 118"/>
          <p:cNvCxnSpPr/>
          <p:nvPr/>
        </p:nvCxnSpPr>
        <p:spPr>
          <a:xfrm>
            <a:off x="4481407" y="3467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20" name="Connector 119"/>
          <p:cNvCxnSpPr/>
          <p:nvPr/>
        </p:nvCxnSpPr>
        <p:spPr>
          <a:xfrm>
            <a:off x="4765887" y="3522133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21" name="Connector 120"/>
          <p:cNvCxnSpPr/>
          <p:nvPr/>
        </p:nvCxnSpPr>
        <p:spPr>
          <a:xfrm>
            <a:off x="4820073" y="3467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22" name="Connector 121"/>
          <p:cNvCxnSpPr/>
          <p:nvPr/>
        </p:nvCxnSpPr>
        <p:spPr>
          <a:xfrm>
            <a:off x="5104553" y="3522133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23" name="Connector 122"/>
          <p:cNvCxnSpPr/>
          <p:nvPr/>
        </p:nvCxnSpPr>
        <p:spPr>
          <a:xfrm>
            <a:off x="5158740" y="3467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24" name="Connector 123"/>
          <p:cNvCxnSpPr/>
          <p:nvPr/>
        </p:nvCxnSpPr>
        <p:spPr>
          <a:xfrm>
            <a:off x="5443220" y="3522133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25" name="Connector 124"/>
          <p:cNvCxnSpPr/>
          <p:nvPr/>
        </p:nvCxnSpPr>
        <p:spPr>
          <a:xfrm>
            <a:off x="5497407" y="3467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26" name="Connector 125"/>
          <p:cNvCxnSpPr/>
          <p:nvPr/>
        </p:nvCxnSpPr>
        <p:spPr>
          <a:xfrm>
            <a:off x="3749887" y="3860800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27" name="Connector 126"/>
          <p:cNvCxnSpPr/>
          <p:nvPr/>
        </p:nvCxnSpPr>
        <p:spPr>
          <a:xfrm>
            <a:off x="3804073" y="3806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28" name="Connector 127"/>
          <p:cNvCxnSpPr/>
          <p:nvPr/>
        </p:nvCxnSpPr>
        <p:spPr>
          <a:xfrm>
            <a:off x="4088553" y="3860800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29" name="Connector 128"/>
          <p:cNvCxnSpPr/>
          <p:nvPr/>
        </p:nvCxnSpPr>
        <p:spPr>
          <a:xfrm>
            <a:off x="4142740" y="3806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30" name="Connector 129"/>
          <p:cNvCxnSpPr/>
          <p:nvPr/>
        </p:nvCxnSpPr>
        <p:spPr>
          <a:xfrm>
            <a:off x="4427220" y="3860800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31" name="Connector 130"/>
          <p:cNvCxnSpPr/>
          <p:nvPr/>
        </p:nvCxnSpPr>
        <p:spPr>
          <a:xfrm>
            <a:off x="4481407" y="3806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32" name="Connector 131"/>
          <p:cNvCxnSpPr/>
          <p:nvPr/>
        </p:nvCxnSpPr>
        <p:spPr>
          <a:xfrm>
            <a:off x="4765887" y="3860800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33" name="Connector 132"/>
          <p:cNvCxnSpPr/>
          <p:nvPr/>
        </p:nvCxnSpPr>
        <p:spPr>
          <a:xfrm>
            <a:off x="4820073" y="3806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34" name="Connector 133"/>
          <p:cNvCxnSpPr/>
          <p:nvPr/>
        </p:nvCxnSpPr>
        <p:spPr>
          <a:xfrm>
            <a:off x="5104553" y="3860800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35" name="Connector 134"/>
          <p:cNvCxnSpPr/>
          <p:nvPr/>
        </p:nvCxnSpPr>
        <p:spPr>
          <a:xfrm>
            <a:off x="5158740" y="3806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36" name="Connector 135"/>
          <p:cNvCxnSpPr/>
          <p:nvPr/>
        </p:nvCxnSpPr>
        <p:spPr>
          <a:xfrm>
            <a:off x="5443220" y="3860800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37" name="Connector 136"/>
          <p:cNvCxnSpPr/>
          <p:nvPr/>
        </p:nvCxnSpPr>
        <p:spPr>
          <a:xfrm>
            <a:off x="5497407" y="3806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38" name="Connector 137"/>
          <p:cNvCxnSpPr/>
          <p:nvPr/>
        </p:nvCxnSpPr>
        <p:spPr>
          <a:xfrm>
            <a:off x="3749887" y="4199467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39" name="Connector 138"/>
          <p:cNvCxnSpPr/>
          <p:nvPr/>
        </p:nvCxnSpPr>
        <p:spPr>
          <a:xfrm>
            <a:off x="3804073" y="4145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40" name="Connector 139"/>
          <p:cNvCxnSpPr/>
          <p:nvPr/>
        </p:nvCxnSpPr>
        <p:spPr>
          <a:xfrm>
            <a:off x="4088553" y="4199467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41" name="Connector 140"/>
          <p:cNvCxnSpPr/>
          <p:nvPr/>
        </p:nvCxnSpPr>
        <p:spPr>
          <a:xfrm>
            <a:off x="4142740" y="4145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42" name="Connector 141"/>
          <p:cNvCxnSpPr/>
          <p:nvPr/>
        </p:nvCxnSpPr>
        <p:spPr>
          <a:xfrm>
            <a:off x="4427220" y="4199467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43" name="Connector 142"/>
          <p:cNvCxnSpPr/>
          <p:nvPr/>
        </p:nvCxnSpPr>
        <p:spPr>
          <a:xfrm>
            <a:off x="4481407" y="4145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44" name="Connector 143"/>
          <p:cNvCxnSpPr/>
          <p:nvPr/>
        </p:nvCxnSpPr>
        <p:spPr>
          <a:xfrm>
            <a:off x="4765887" y="4199467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45" name="Connector 144"/>
          <p:cNvCxnSpPr/>
          <p:nvPr/>
        </p:nvCxnSpPr>
        <p:spPr>
          <a:xfrm>
            <a:off x="4820073" y="4145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46" name="Connector 145"/>
          <p:cNvCxnSpPr/>
          <p:nvPr/>
        </p:nvCxnSpPr>
        <p:spPr>
          <a:xfrm>
            <a:off x="5104553" y="4199467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47" name="Connector 146"/>
          <p:cNvCxnSpPr/>
          <p:nvPr/>
        </p:nvCxnSpPr>
        <p:spPr>
          <a:xfrm>
            <a:off x="5158740" y="4145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48" name="Connector 147"/>
          <p:cNvCxnSpPr/>
          <p:nvPr/>
        </p:nvCxnSpPr>
        <p:spPr>
          <a:xfrm>
            <a:off x="5443220" y="4199467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49" name="Connector 148"/>
          <p:cNvCxnSpPr/>
          <p:nvPr/>
        </p:nvCxnSpPr>
        <p:spPr>
          <a:xfrm>
            <a:off x="5497407" y="4145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sp>
        <p:nvSpPr>
          <p:cNvPr id="150" name="TextBox 149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2" name="Connector 151"/>
          <p:cNvCxnSpPr/>
          <p:nvPr/>
        </p:nvCxnSpPr>
        <p:spPr>
          <a:xfrm>
            <a:off x="6543887" y="2506133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53" name="Connector 152"/>
          <p:cNvCxnSpPr/>
          <p:nvPr/>
        </p:nvCxnSpPr>
        <p:spPr>
          <a:xfrm>
            <a:off x="6598073" y="2451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54" name="Connector 153"/>
          <p:cNvCxnSpPr/>
          <p:nvPr/>
        </p:nvCxnSpPr>
        <p:spPr>
          <a:xfrm>
            <a:off x="6882553" y="2506133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55" name="Connector 154"/>
          <p:cNvCxnSpPr/>
          <p:nvPr/>
        </p:nvCxnSpPr>
        <p:spPr>
          <a:xfrm>
            <a:off x="6936740" y="2451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56" name="Connector 155"/>
          <p:cNvCxnSpPr/>
          <p:nvPr/>
        </p:nvCxnSpPr>
        <p:spPr>
          <a:xfrm>
            <a:off x="7221220" y="2506133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57" name="Connector 156"/>
          <p:cNvCxnSpPr/>
          <p:nvPr/>
        </p:nvCxnSpPr>
        <p:spPr>
          <a:xfrm>
            <a:off x="7275407" y="2451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58" name="Connector 157"/>
          <p:cNvCxnSpPr/>
          <p:nvPr/>
        </p:nvCxnSpPr>
        <p:spPr>
          <a:xfrm>
            <a:off x="7559887" y="2506133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59" name="Connector 158"/>
          <p:cNvCxnSpPr/>
          <p:nvPr/>
        </p:nvCxnSpPr>
        <p:spPr>
          <a:xfrm>
            <a:off x="7614073" y="2451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60" name="Connector 159"/>
          <p:cNvCxnSpPr/>
          <p:nvPr/>
        </p:nvCxnSpPr>
        <p:spPr>
          <a:xfrm>
            <a:off x="7898553" y="2506133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61" name="Connector 160"/>
          <p:cNvCxnSpPr/>
          <p:nvPr/>
        </p:nvCxnSpPr>
        <p:spPr>
          <a:xfrm>
            <a:off x="7952740" y="2451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62" name="Connector 161"/>
          <p:cNvCxnSpPr/>
          <p:nvPr/>
        </p:nvCxnSpPr>
        <p:spPr>
          <a:xfrm>
            <a:off x="8237220" y="2506133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63" name="Connector 162"/>
          <p:cNvCxnSpPr/>
          <p:nvPr/>
        </p:nvCxnSpPr>
        <p:spPr>
          <a:xfrm>
            <a:off x="8291407" y="2451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64" name="Connector 163"/>
          <p:cNvCxnSpPr/>
          <p:nvPr/>
        </p:nvCxnSpPr>
        <p:spPr>
          <a:xfrm>
            <a:off x="6543887" y="2844800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65" name="Connector 164"/>
          <p:cNvCxnSpPr/>
          <p:nvPr/>
        </p:nvCxnSpPr>
        <p:spPr>
          <a:xfrm>
            <a:off x="6598073" y="2790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66" name="Connector 165"/>
          <p:cNvCxnSpPr/>
          <p:nvPr/>
        </p:nvCxnSpPr>
        <p:spPr>
          <a:xfrm>
            <a:off x="6882553" y="2844800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67" name="Connector 166"/>
          <p:cNvCxnSpPr/>
          <p:nvPr/>
        </p:nvCxnSpPr>
        <p:spPr>
          <a:xfrm>
            <a:off x="6936740" y="2790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68" name="Connector 167"/>
          <p:cNvCxnSpPr/>
          <p:nvPr/>
        </p:nvCxnSpPr>
        <p:spPr>
          <a:xfrm>
            <a:off x="7221220" y="2844800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69" name="Connector 168"/>
          <p:cNvCxnSpPr/>
          <p:nvPr/>
        </p:nvCxnSpPr>
        <p:spPr>
          <a:xfrm>
            <a:off x="7275407" y="2790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70" name="Connector 169"/>
          <p:cNvCxnSpPr/>
          <p:nvPr/>
        </p:nvCxnSpPr>
        <p:spPr>
          <a:xfrm>
            <a:off x="7559887" y="2844800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71" name="Connector 170"/>
          <p:cNvCxnSpPr/>
          <p:nvPr/>
        </p:nvCxnSpPr>
        <p:spPr>
          <a:xfrm>
            <a:off x="7614073" y="2790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72" name="Connector 171"/>
          <p:cNvCxnSpPr/>
          <p:nvPr/>
        </p:nvCxnSpPr>
        <p:spPr>
          <a:xfrm>
            <a:off x="7898553" y="2844800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73" name="Connector 172"/>
          <p:cNvCxnSpPr/>
          <p:nvPr/>
        </p:nvCxnSpPr>
        <p:spPr>
          <a:xfrm>
            <a:off x="7952740" y="2790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74" name="Connector 173"/>
          <p:cNvCxnSpPr/>
          <p:nvPr/>
        </p:nvCxnSpPr>
        <p:spPr>
          <a:xfrm>
            <a:off x="8237220" y="2844800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75" name="Connector 174"/>
          <p:cNvCxnSpPr/>
          <p:nvPr/>
        </p:nvCxnSpPr>
        <p:spPr>
          <a:xfrm>
            <a:off x="8291407" y="2790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76" name="Connector 175"/>
          <p:cNvCxnSpPr/>
          <p:nvPr/>
        </p:nvCxnSpPr>
        <p:spPr>
          <a:xfrm>
            <a:off x="6543887" y="3183467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77" name="Connector 176"/>
          <p:cNvCxnSpPr/>
          <p:nvPr/>
        </p:nvCxnSpPr>
        <p:spPr>
          <a:xfrm>
            <a:off x="6598073" y="3129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78" name="Connector 177"/>
          <p:cNvCxnSpPr/>
          <p:nvPr/>
        </p:nvCxnSpPr>
        <p:spPr>
          <a:xfrm>
            <a:off x="6882553" y="3183467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79" name="Connector 178"/>
          <p:cNvCxnSpPr/>
          <p:nvPr/>
        </p:nvCxnSpPr>
        <p:spPr>
          <a:xfrm>
            <a:off x="6936740" y="3129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80" name="Connector 179"/>
          <p:cNvCxnSpPr/>
          <p:nvPr/>
        </p:nvCxnSpPr>
        <p:spPr>
          <a:xfrm>
            <a:off x="7221220" y="3183467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81" name="Connector 180"/>
          <p:cNvCxnSpPr/>
          <p:nvPr/>
        </p:nvCxnSpPr>
        <p:spPr>
          <a:xfrm>
            <a:off x="7275407" y="3129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sp>
        <p:nvSpPr>
          <p:cNvPr id="182" name="Oval 181"/>
          <p:cNvSpPr/>
          <p:nvPr/>
        </p:nvSpPr>
        <p:spPr>
          <a:xfrm>
            <a:off x="7539567" y="3108960"/>
            <a:ext cx="149013" cy="149013"/>
          </a:xfrm>
          <a:prstGeom prst="ellipse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>
            <a:off x="7898553" y="3183467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84" name="Connector 183"/>
          <p:cNvCxnSpPr/>
          <p:nvPr/>
        </p:nvCxnSpPr>
        <p:spPr>
          <a:xfrm>
            <a:off x="7952740" y="3129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85" name="Connector 184"/>
          <p:cNvCxnSpPr/>
          <p:nvPr/>
        </p:nvCxnSpPr>
        <p:spPr>
          <a:xfrm>
            <a:off x="8237220" y="3183467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86" name="Connector 185"/>
          <p:cNvCxnSpPr/>
          <p:nvPr/>
        </p:nvCxnSpPr>
        <p:spPr>
          <a:xfrm>
            <a:off x="8291407" y="3129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87" name="Connector 186"/>
          <p:cNvCxnSpPr/>
          <p:nvPr/>
        </p:nvCxnSpPr>
        <p:spPr>
          <a:xfrm>
            <a:off x="6543887" y="3522133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88" name="Connector 187"/>
          <p:cNvCxnSpPr/>
          <p:nvPr/>
        </p:nvCxnSpPr>
        <p:spPr>
          <a:xfrm>
            <a:off x="6598073" y="3467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89" name="Connector 188"/>
          <p:cNvCxnSpPr/>
          <p:nvPr/>
        </p:nvCxnSpPr>
        <p:spPr>
          <a:xfrm>
            <a:off x="6882553" y="3522133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90" name="Connector 189"/>
          <p:cNvCxnSpPr/>
          <p:nvPr/>
        </p:nvCxnSpPr>
        <p:spPr>
          <a:xfrm>
            <a:off x="6936740" y="3467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91" name="Connector 190"/>
          <p:cNvCxnSpPr/>
          <p:nvPr/>
        </p:nvCxnSpPr>
        <p:spPr>
          <a:xfrm>
            <a:off x="7221220" y="3522133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92" name="Connector 191"/>
          <p:cNvCxnSpPr/>
          <p:nvPr/>
        </p:nvCxnSpPr>
        <p:spPr>
          <a:xfrm>
            <a:off x="7275407" y="3467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93" name="Connector 192"/>
          <p:cNvCxnSpPr/>
          <p:nvPr/>
        </p:nvCxnSpPr>
        <p:spPr>
          <a:xfrm>
            <a:off x="7559887" y="3522133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94" name="Connector 193"/>
          <p:cNvCxnSpPr/>
          <p:nvPr/>
        </p:nvCxnSpPr>
        <p:spPr>
          <a:xfrm>
            <a:off x="7614073" y="3467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95" name="Connector 194"/>
          <p:cNvCxnSpPr/>
          <p:nvPr/>
        </p:nvCxnSpPr>
        <p:spPr>
          <a:xfrm>
            <a:off x="7898553" y="3522133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96" name="Connector 195"/>
          <p:cNvCxnSpPr/>
          <p:nvPr/>
        </p:nvCxnSpPr>
        <p:spPr>
          <a:xfrm>
            <a:off x="7952740" y="3467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97" name="Connector 196"/>
          <p:cNvCxnSpPr/>
          <p:nvPr/>
        </p:nvCxnSpPr>
        <p:spPr>
          <a:xfrm>
            <a:off x="8237220" y="3522133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98" name="Connector 197"/>
          <p:cNvCxnSpPr/>
          <p:nvPr/>
        </p:nvCxnSpPr>
        <p:spPr>
          <a:xfrm>
            <a:off x="8291407" y="3467947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199" name="Connector 198"/>
          <p:cNvCxnSpPr/>
          <p:nvPr/>
        </p:nvCxnSpPr>
        <p:spPr>
          <a:xfrm>
            <a:off x="6543887" y="3860800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00" name="Connector 199"/>
          <p:cNvCxnSpPr/>
          <p:nvPr/>
        </p:nvCxnSpPr>
        <p:spPr>
          <a:xfrm>
            <a:off x="6598073" y="3806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01" name="Connector 200"/>
          <p:cNvCxnSpPr/>
          <p:nvPr/>
        </p:nvCxnSpPr>
        <p:spPr>
          <a:xfrm>
            <a:off x="6882553" y="3860800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02" name="Connector 201"/>
          <p:cNvCxnSpPr/>
          <p:nvPr/>
        </p:nvCxnSpPr>
        <p:spPr>
          <a:xfrm>
            <a:off x="6936740" y="3806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03" name="Connector 202"/>
          <p:cNvCxnSpPr/>
          <p:nvPr/>
        </p:nvCxnSpPr>
        <p:spPr>
          <a:xfrm>
            <a:off x="7221220" y="3860800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04" name="Connector 203"/>
          <p:cNvCxnSpPr/>
          <p:nvPr/>
        </p:nvCxnSpPr>
        <p:spPr>
          <a:xfrm>
            <a:off x="7275407" y="3806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05" name="Connector 204"/>
          <p:cNvCxnSpPr/>
          <p:nvPr/>
        </p:nvCxnSpPr>
        <p:spPr>
          <a:xfrm>
            <a:off x="7559887" y="3860800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06" name="Connector 205"/>
          <p:cNvCxnSpPr/>
          <p:nvPr/>
        </p:nvCxnSpPr>
        <p:spPr>
          <a:xfrm>
            <a:off x="7614073" y="3806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07" name="Connector 206"/>
          <p:cNvCxnSpPr/>
          <p:nvPr/>
        </p:nvCxnSpPr>
        <p:spPr>
          <a:xfrm>
            <a:off x="7898553" y="3860800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08" name="Connector 207"/>
          <p:cNvCxnSpPr/>
          <p:nvPr/>
        </p:nvCxnSpPr>
        <p:spPr>
          <a:xfrm>
            <a:off x="7952740" y="3806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09" name="Connector 208"/>
          <p:cNvCxnSpPr/>
          <p:nvPr/>
        </p:nvCxnSpPr>
        <p:spPr>
          <a:xfrm>
            <a:off x="8237220" y="3860800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10" name="Connector 209"/>
          <p:cNvCxnSpPr/>
          <p:nvPr/>
        </p:nvCxnSpPr>
        <p:spPr>
          <a:xfrm>
            <a:off x="8291407" y="3806613"/>
            <a:ext cx="0" cy="108374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11" name="Connector 210"/>
          <p:cNvCxnSpPr/>
          <p:nvPr/>
        </p:nvCxnSpPr>
        <p:spPr>
          <a:xfrm>
            <a:off x="6543887" y="4199467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12" name="Connector 211"/>
          <p:cNvCxnSpPr/>
          <p:nvPr/>
        </p:nvCxnSpPr>
        <p:spPr>
          <a:xfrm>
            <a:off x="6598073" y="4145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13" name="Connector 212"/>
          <p:cNvCxnSpPr/>
          <p:nvPr/>
        </p:nvCxnSpPr>
        <p:spPr>
          <a:xfrm>
            <a:off x="6882553" y="4199467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14" name="Connector 213"/>
          <p:cNvCxnSpPr/>
          <p:nvPr/>
        </p:nvCxnSpPr>
        <p:spPr>
          <a:xfrm>
            <a:off x="6936740" y="4145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15" name="Connector 214"/>
          <p:cNvCxnSpPr/>
          <p:nvPr/>
        </p:nvCxnSpPr>
        <p:spPr>
          <a:xfrm>
            <a:off x="7221220" y="4199467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16" name="Connector 215"/>
          <p:cNvCxnSpPr/>
          <p:nvPr/>
        </p:nvCxnSpPr>
        <p:spPr>
          <a:xfrm>
            <a:off x="7275407" y="4145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17" name="Connector 216"/>
          <p:cNvCxnSpPr/>
          <p:nvPr/>
        </p:nvCxnSpPr>
        <p:spPr>
          <a:xfrm>
            <a:off x="7559887" y="4199467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18" name="Connector 217"/>
          <p:cNvCxnSpPr/>
          <p:nvPr/>
        </p:nvCxnSpPr>
        <p:spPr>
          <a:xfrm>
            <a:off x="7614073" y="4145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19" name="Connector 218"/>
          <p:cNvCxnSpPr/>
          <p:nvPr/>
        </p:nvCxnSpPr>
        <p:spPr>
          <a:xfrm>
            <a:off x="7898553" y="4199467"/>
            <a:ext cx="108374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20" name="Connector 219"/>
          <p:cNvCxnSpPr/>
          <p:nvPr/>
        </p:nvCxnSpPr>
        <p:spPr>
          <a:xfrm>
            <a:off x="7952740" y="4145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21" name="Connector 220"/>
          <p:cNvCxnSpPr/>
          <p:nvPr/>
        </p:nvCxnSpPr>
        <p:spPr>
          <a:xfrm>
            <a:off x="8237220" y="4199467"/>
            <a:ext cx="108373" cy="0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cxnSp>
        <p:nvCxnSpPr>
          <p:cNvPr id="222" name="Connector 221"/>
          <p:cNvCxnSpPr/>
          <p:nvPr/>
        </p:nvCxnSpPr>
        <p:spPr>
          <a:xfrm>
            <a:off x="8291407" y="4145280"/>
            <a:ext cx="0" cy="108373"/>
          </a:xfrm>
          <a:prstGeom prst="line">
            <a:avLst/>
          </a:prstGeom>
          <a:ln w="13970">
            <a:solidFill>
              <a:srgbClr val="051C2C"/>
            </a:solidFill>
          </a:ln>
        </p:spPr>
      </p:cxnSp>
      <p:sp>
        <p:nvSpPr>
          <p:cNvPr id="223" name="TextBox 222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224" name="Picture 223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cxnSp>
        <p:nvCxnSpPr>
          <p:cNvPr id="225" name="Connector 224"/>
          <p:cNvCxnSpPr/>
          <p:nvPr/>
        </p:nvCxnSpPr>
        <p:spPr>
          <a:xfrm>
            <a:off x="9337887" y="2506133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26" name="Connector 225"/>
          <p:cNvCxnSpPr/>
          <p:nvPr/>
        </p:nvCxnSpPr>
        <p:spPr>
          <a:xfrm>
            <a:off x="9392073" y="2451947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27" name="Connector 226"/>
          <p:cNvCxnSpPr/>
          <p:nvPr/>
        </p:nvCxnSpPr>
        <p:spPr>
          <a:xfrm>
            <a:off x="9676553" y="2506133"/>
            <a:ext cx="108374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28" name="Connector 227"/>
          <p:cNvCxnSpPr/>
          <p:nvPr/>
        </p:nvCxnSpPr>
        <p:spPr>
          <a:xfrm>
            <a:off x="9730740" y="2451947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29" name="Connector 228"/>
          <p:cNvCxnSpPr/>
          <p:nvPr/>
        </p:nvCxnSpPr>
        <p:spPr>
          <a:xfrm>
            <a:off x="10015220" y="2506133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30" name="Connector 229"/>
          <p:cNvCxnSpPr/>
          <p:nvPr/>
        </p:nvCxnSpPr>
        <p:spPr>
          <a:xfrm>
            <a:off x="10069407" y="2451947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31" name="Connector 230"/>
          <p:cNvCxnSpPr/>
          <p:nvPr/>
        </p:nvCxnSpPr>
        <p:spPr>
          <a:xfrm>
            <a:off x="10353887" y="2506133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32" name="Connector 231"/>
          <p:cNvCxnSpPr/>
          <p:nvPr/>
        </p:nvCxnSpPr>
        <p:spPr>
          <a:xfrm>
            <a:off x="10408073" y="2451947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33" name="Connector 232"/>
          <p:cNvCxnSpPr/>
          <p:nvPr/>
        </p:nvCxnSpPr>
        <p:spPr>
          <a:xfrm>
            <a:off x="10692553" y="2506133"/>
            <a:ext cx="108374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34" name="Connector 233"/>
          <p:cNvCxnSpPr/>
          <p:nvPr/>
        </p:nvCxnSpPr>
        <p:spPr>
          <a:xfrm>
            <a:off x="10746740" y="2451947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35" name="Connector 234"/>
          <p:cNvCxnSpPr/>
          <p:nvPr/>
        </p:nvCxnSpPr>
        <p:spPr>
          <a:xfrm>
            <a:off x="11031220" y="2506133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36" name="Connector 235"/>
          <p:cNvCxnSpPr/>
          <p:nvPr/>
        </p:nvCxnSpPr>
        <p:spPr>
          <a:xfrm>
            <a:off x="11085407" y="2451947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37" name="Connector 236"/>
          <p:cNvCxnSpPr/>
          <p:nvPr/>
        </p:nvCxnSpPr>
        <p:spPr>
          <a:xfrm>
            <a:off x="9337887" y="2844800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38" name="Connector 237"/>
          <p:cNvCxnSpPr/>
          <p:nvPr/>
        </p:nvCxnSpPr>
        <p:spPr>
          <a:xfrm>
            <a:off x="9392073" y="2790613"/>
            <a:ext cx="0" cy="108374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39" name="Connector 238"/>
          <p:cNvCxnSpPr/>
          <p:nvPr/>
        </p:nvCxnSpPr>
        <p:spPr>
          <a:xfrm>
            <a:off x="9676553" y="2844800"/>
            <a:ext cx="108374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40" name="Connector 239"/>
          <p:cNvCxnSpPr/>
          <p:nvPr/>
        </p:nvCxnSpPr>
        <p:spPr>
          <a:xfrm>
            <a:off x="9730740" y="2790613"/>
            <a:ext cx="0" cy="108374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41" name="Connector 240"/>
          <p:cNvCxnSpPr/>
          <p:nvPr/>
        </p:nvCxnSpPr>
        <p:spPr>
          <a:xfrm>
            <a:off x="10015220" y="2844800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42" name="Connector 241"/>
          <p:cNvCxnSpPr/>
          <p:nvPr/>
        </p:nvCxnSpPr>
        <p:spPr>
          <a:xfrm>
            <a:off x="10069407" y="2790613"/>
            <a:ext cx="0" cy="108374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43" name="Connector 242"/>
          <p:cNvCxnSpPr/>
          <p:nvPr/>
        </p:nvCxnSpPr>
        <p:spPr>
          <a:xfrm>
            <a:off x="10353887" y="2844800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44" name="Connector 243"/>
          <p:cNvCxnSpPr/>
          <p:nvPr/>
        </p:nvCxnSpPr>
        <p:spPr>
          <a:xfrm>
            <a:off x="10408073" y="2790613"/>
            <a:ext cx="0" cy="108374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45" name="Connector 244"/>
          <p:cNvCxnSpPr/>
          <p:nvPr/>
        </p:nvCxnSpPr>
        <p:spPr>
          <a:xfrm>
            <a:off x="10692553" y="2844800"/>
            <a:ext cx="108374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46" name="Connector 245"/>
          <p:cNvCxnSpPr/>
          <p:nvPr/>
        </p:nvCxnSpPr>
        <p:spPr>
          <a:xfrm>
            <a:off x="10746740" y="2790613"/>
            <a:ext cx="0" cy="108374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47" name="Connector 246"/>
          <p:cNvCxnSpPr/>
          <p:nvPr/>
        </p:nvCxnSpPr>
        <p:spPr>
          <a:xfrm>
            <a:off x="11031220" y="2844800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48" name="Connector 247"/>
          <p:cNvCxnSpPr/>
          <p:nvPr/>
        </p:nvCxnSpPr>
        <p:spPr>
          <a:xfrm>
            <a:off x="11085407" y="2790613"/>
            <a:ext cx="0" cy="108374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49" name="Connector 248"/>
          <p:cNvCxnSpPr/>
          <p:nvPr/>
        </p:nvCxnSpPr>
        <p:spPr>
          <a:xfrm>
            <a:off x="9337887" y="3183467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50" name="Connector 249"/>
          <p:cNvCxnSpPr/>
          <p:nvPr/>
        </p:nvCxnSpPr>
        <p:spPr>
          <a:xfrm>
            <a:off x="9392073" y="3129280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51" name="Connector 250"/>
          <p:cNvCxnSpPr/>
          <p:nvPr/>
        </p:nvCxnSpPr>
        <p:spPr>
          <a:xfrm>
            <a:off x="9676553" y="3183467"/>
            <a:ext cx="108374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52" name="Connector 251"/>
          <p:cNvCxnSpPr/>
          <p:nvPr/>
        </p:nvCxnSpPr>
        <p:spPr>
          <a:xfrm>
            <a:off x="9730740" y="3129280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53" name="Connector 252"/>
          <p:cNvCxnSpPr/>
          <p:nvPr/>
        </p:nvCxnSpPr>
        <p:spPr>
          <a:xfrm>
            <a:off x="10015220" y="3183467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54" name="Connector 253"/>
          <p:cNvCxnSpPr/>
          <p:nvPr/>
        </p:nvCxnSpPr>
        <p:spPr>
          <a:xfrm>
            <a:off x="10069407" y="3129280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sp>
        <p:nvSpPr>
          <p:cNvPr id="255" name="Oval 254"/>
          <p:cNvSpPr/>
          <p:nvPr/>
        </p:nvSpPr>
        <p:spPr>
          <a:xfrm>
            <a:off x="10333567" y="3108960"/>
            <a:ext cx="149013" cy="149013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6" name="Connector 255"/>
          <p:cNvCxnSpPr/>
          <p:nvPr/>
        </p:nvCxnSpPr>
        <p:spPr>
          <a:xfrm>
            <a:off x="10692553" y="3183467"/>
            <a:ext cx="108374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57" name="Connector 256"/>
          <p:cNvCxnSpPr/>
          <p:nvPr/>
        </p:nvCxnSpPr>
        <p:spPr>
          <a:xfrm>
            <a:off x="10746740" y="3129280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58" name="Connector 257"/>
          <p:cNvCxnSpPr/>
          <p:nvPr/>
        </p:nvCxnSpPr>
        <p:spPr>
          <a:xfrm>
            <a:off x="11031220" y="3183467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59" name="Connector 258"/>
          <p:cNvCxnSpPr/>
          <p:nvPr/>
        </p:nvCxnSpPr>
        <p:spPr>
          <a:xfrm>
            <a:off x="11085407" y="3129280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60" name="Connector 259"/>
          <p:cNvCxnSpPr/>
          <p:nvPr/>
        </p:nvCxnSpPr>
        <p:spPr>
          <a:xfrm>
            <a:off x="9337887" y="3522133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61" name="Connector 260"/>
          <p:cNvCxnSpPr/>
          <p:nvPr/>
        </p:nvCxnSpPr>
        <p:spPr>
          <a:xfrm>
            <a:off x="9392073" y="3467947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62" name="Connector 261"/>
          <p:cNvCxnSpPr/>
          <p:nvPr/>
        </p:nvCxnSpPr>
        <p:spPr>
          <a:xfrm>
            <a:off x="9676553" y="3522133"/>
            <a:ext cx="108374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63" name="Connector 262"/>
          <p:cNvCxnSpPr/>
          <p:nvPr/>
        </p:nvCxnSpPr>
        <p:spPr>
          <a:xfrm>
            <a:off x="9730740" y="3467947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64" name="Connector 263"/>
          <p:cNvCxnSpPr/>
          <p:nvPr/>
        </p:nvCxnSpPr>
        <p:spPr>
          <a:xfrm>
            <a:off x="10015220" y="3522133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65" name="Connector 264"/>
          <p:cNvCxnSpPr/>
          <p:nvPr/>
        </p:nvCxnSpPr>
        <p:spPr>
          <a:xfrm>
            <a:off x="10069407" y="3467947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66" name="Connector 265"/>
          <p:cNvCxnSpPr/>
          <p:nvPr/>
        </p:nvCxnSpPr>
        <p:spPr>
          <a:xfrm>
            <a:off x="10353887" y="3522133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67" name="Connector 266"/>
          <p:cNvCxnSpPr/>
          <p:nvPr/>
        </p:nvCxnSpPr>
        <p:spPr>
          <a:xfrm>
            <a:off x="10408073" y="3467947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68" name="Connector 267"/>
          <p:cNvCxnSpPr/>
          <p:nvPr/>
        </p:nvCxnSpPr>
        <p:spPr>
          <a:xfrm>
            <a:off x="10692553" y="3522133"/>
            <a:ext cx="108374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69" name="Connector 268"/>
          <p:cNvCxnSpPr/>
          <p:nvPr/>
        </p:nvCxnSpPr>
        <p:spPr>
          <a:xfrm>
            <a:off x="10746740" y="3467947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70" name="Connector 269"/>
          <p:cNvCxnSpPr/>
          <p:nvPr/>
        </p:nvCxnSpPr>
        <p:spPr>
          <a:xfrm>
            <a:off x="11031220" y="3522133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71" name="Connector 270"/>
          <p:cNvCxnSpPr/>
          <p:nvPr/>
        </p:nvCxnSpPr>
        <p:spPr>
          <a:xfrm>
            <a:off x="11085407" y="3467947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72" name="Connector 271"/>
          <p:cNvCxnSpPr/>
          <p:nvPr/>
        </p:nvCxnSpPr>
        <p:spPr>
          <a:xfrm>
            <a:off x="9337887" y="3860800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73" name="Connector 272"/>
          <p:cNvCxnSpPr/>
          <p:nvPr/>
        </p:nvCxnSpPr>
        <p:spPr>
          <a:xfrm>
            <a:off x="9392073" y="3806613"/>
            <a:ext cx="0" cy="108374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74" name="Connector 273"/>
          <p:cNvCxnSpPr/>
          <p:nvPr/>
        </p:nvCxnSpPr>
        <p:spPr>
          <a:xfrm>
            <a:off x="9676553" y="3860800"/>
            <a:ext cx="108374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75" name="Connector 274"/>
          <p:cNvCxnSpPr/>
          <p:nvPr/>
        </p:nvCxnSpPr>
        <p:spPr>
          <a:xfrm>
            <a:off x="9730740" y="3806613"/>
            <a:ext cx="0" cy="108374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76" name="Connector 275"/>
          <p:cNvCxnSpPr/>
          <p:nvPr/>
        </p:nvCxnSpPr>
        <p:spPr>
          <a:xfrm>
            <a:off x="10015220" y="3860800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77" name="Connector 276"/>
          <p:cNvCxnSpPr/>
          <p:nvPr/>
        </p:nvCxnSpPr>
        <p:spPr>
          <a:xfrm>
            <a:off x="10069407" y="3806613"/>
            <a:ext cx="0" cy="108374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78" name="Connector 277"/>
          <p:cNvCxnSpPr/>
          <p:nvPr/>
        </p:nvCxnSpPr>
        <p:spPr>
          <a:xfrm>
            <a:off x="10353887" y="3860800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79" name="Connector 278"/>
          <p:cNvCxnSpPr/>
          <p:nvPr/>
        </p:nvCxnSpPr>
        <p:spPr>
          <a:xfrm>
            <a:off x="10408073" y="3806613"/>
            <a:ext cx="0" cy="108374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80" name="Connector 279"/>
          <p:cNvCxnSpPr/>
          <p:nvPr/>
        </p:nvCxnSpPr>
        <p:spPr>
          <a:xfrm>
            <a:off x="10692553" y="3860800"/>
            <a:ext cx="108374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81" name="Connector 280"/>
          <p:cNvCxnSpPr/>
          <p:nvPr/>
        </p:nvCxnSpPr>
        <p:spPr>
          <a:xfrm>
            <a:off x="10746740" y="3806613"/>
            <a:ext cx="0" cy="108374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82" name="Connector 281"/>
          <p:cNvCxnSpPr/>
          <p:nvPr/>
        </p:nvCxnSpPr>
        <p:spPr>
          <a:xfrm>
            <a:off x="11031220" y="3860800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83" name="Connector 282"/>
          <p:cNvCxnSpPr/>
          <p:nvPr/>
        </p:nvCxnSpPr>
        <p:spPr>
          <a:xfrm>
            <a:off x="11085407" y="3806613"/>
            <a:ext cx="0" cy="108374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84" name="Connector 283"/>
          <p:cNvCxnSpPr/>
          <p:nvPr/>
        </p:nvCxnSpPr>
        <p:spPr>
          <a:xfrm>
            <a:off x="9337887" y="4199467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85" name="Connector 284"/>
          <p:cNvCxnSpPr/>
          <p:nvPr/>
        </p:nvCxnSpPr>
        <p:spPr>
          <a:xfrm>
            <a:off x="9392073" y="4145280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86" name="Connector 285"/>
          <p:cNvCxnSpPr/>
          <p:nvPr/>
        </p:nvCxnSpPr>
        <p:spPr>
          <a:xfrm>
            <a:off x="9676553" y="4199467"/>
            <a:ext cx="108374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87" name="Connector 286"/>
          <p:cNvCxnSpPr/>
          <p:nvPr/>
        </p:nvCxnSpPr>
        <p:spPr>
          <a:xfrm>
            <a:off x="9730740" y="4145280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88" name="Connector 287"/>
          <p:cNvCxnSpPr/>
          <p:nvPr/>
        </p:nvCxnSpPr>
        <p:spPr>
          <a:xfrm>
            <a:off x="10015220" y="4199467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89" name="Connector 288"/>
          <p:cNvCxnSpPr/>
          <p:nvPr/>
        </p:nvCxnSpPr>
        <p:spPr>
          <a:xfrm>
            <a:off x="10069407" y="4145280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90" name="Connector 289"/>
          <p:cNvCxnSpPr/>
          <p:nvPr/>
        </p:nvCxnSpPr>
        <p:spPr>
          <a:xfrm>
            <a:off x="10353887" y="4199467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91" name="Connector 290"/>
          <p:cNvCxnSpPr/>
          <p:nvPr/>
        </p:nvCxnSpPr>
        <p:spPr>
          <a:xfrm>
            <a:off x="10408073" y="4145280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92" name="Connector 291"/>
          <p:cNvCxnSpPr/>
          <p:nvPr/>
        </p:nvCxnSpPr>
        <p:spPr>
          <a:xfrm>
            <a:off x="10692553" y="4199467"/>
            <a:ext cx="108374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93" name="Connector 292"/>
          <p:cNvCxnSpPr/>
          <p:nvPr/>
        </p:nvCxnSpPr>
        <p:spPr>
          <a:xfrm>
            <a:off x="10746740" y="4145280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94" name="Connector 293"/>
          <p:cNvCxnSpPr/>
          <p:nvPr/>
        </p:nvCxnSpPr>
        <p:spPr>
          <a:xfrm>
            <a:off x="11031220" y="4199467"/>
            <a:ext cx="108373" cy="0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cxnSp>
        <p:nvCxnSpPr>
          <p:cNvPr id="295" name="Connector 294"/>
          <p:cNvCxnSpPr/>
          <p:nvPr/>
        </p:nvCxnSpPr>
        <p:spPr>
          <a:xfrm>
            <a:off x="11085407" y="4145280"/>
            <a:ext cx="0" cy="108373"/>
          </a:xfrm>
          <a:prstGeom prst="line">
            <a:avLst/>
          </a:prstGeom>
          <a:ln w="13970">
            <a:solidFill>
              <a:srgbClr val="FFFFFF"/>
            </a:solidFill>
          </a:ln>
        </p:spPr>
      </p:cxnSp>
      <p:sp>
        <p:nvSpPr>
          <p:cNvPr id="296" name="TextBox 295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"silang", "x": ..., "y": ..., "w": ..., "h": ..., "warna": ["oranye"]}]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Cincin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Radius bahaya dan zona evakuasi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840740" y="2463800"/>
            <a:ext cx="2032000" cy="2032000"/>
          </a:xfrm>
          <a:prstGeom prst="donut">
            <a:avLst>
              <a:gd name="adj" fmla="val 550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1094740" y="2717800"/>
            <a:ext cx="1524000" cy="1524000"/>
          </a:xfrm>
          <a:prstGeom prst="donut">
            <a:avLst>
              <a:gd name="adj" fmla="val 7333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onut 7"/>
          <p:cNvSpPr/>
          <p:nvPr/>
        </p:nvSpPr>
        <p:spPr>
          <a:xfrm>
            <a:off x="1348740" y="2971800"/>
            <a:ext cx="1016000" cy="1016000"/>
          </a:xfrm>
          <a:prstGeom prst="donut">
            <a:avLst>
              <a:gd name="adj" fmla="val 1100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34820" y="3357880"/>
            <a:ext cx="243840" cy="24384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Donut 11"/>
          <p:cNvSpPr/>
          <p:nvPr/>
        </p:nvSpPr>
        <p:spPr>
          <a:xfrm>
            <a:off x="3634740" y="2463800"/>
            <a:ext cx="2032000" cy="2032000"/>
          </a:xfrm>
          <a:prstGeom prst="donut">
            <a:avLst>
              <a:gd name="adj" fmla="val 55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Donut 12"/>
          <p:cNvSpPr/>
          <p:nvPr/>
        </p:nvSpPr>
        <p:spPr>
          <a:xfrm>
            <a:off x="3888740" y="2717800"/>
            <a:ext cx="1524000" cy="1524000"/>
          </a:xfrm>
          <a:prstGeom prst="donut">
            <a:avLst>
              <a:gd name="adj" fmla="val 7333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Donut 13"/>
          <p:cNvSpPr/>
          <p:nvPr/>
        </p:nvSpPr>
        <p:spPr>
          <a:xfrm>
            <a:off x="4142740" y="2971800"/>
            <a:ext cx="1016000" cy="1016000"/>
          </a:xfrm>
          <a:prstGeom prst="donut">
            <a:avLst>
              <a:gd name="adj" fmla="val 1100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8820" y="3357880"/>
            <a:ext cx="243840" cy="24384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Donut 17"/>
          <p:cNvSpPr/>
          <p:nvPr/>
        </p:nvSpPr>
        <p:spPr>
          <a:xfrm>
            <a:off x="6428740" y="2463800"/>
            <a:ext cx="2032000" cy="2032000"/>
          </a:xfrm>
          <a:prstGeom prst="donut">
            <a:avLst>
              <a:gd name="adj" fmla="val 55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Donut 18"/>
          <p:cNvSpPr/>
          <p:nvPr/>
        </p:nvSpPr>
        <p:spPr>
          <a:xfrm>
            <a:off x="6682740" y="2717800"/>
            <a:ext cx="1524000" cy="1524000"/>
          </a:xfrm>
          <a:prstGeom prst="donut">
            <a:avLst>
              <a:gd name="adj" fmla="val 7333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Donut 19"/>
          <p:cNvSpPr/>
          <p:nvPr/>
        </p:nvSpPr>
        <p:spPr>
          <a:xfrm>
            <a:off x="6936740" y="2971800"/>
            <a:ext cx="1016000" cy="1016000"/>
          </a:xfrm>
          <a:prstGeom prst="donut">
            <a:avLst>
              <a:gd name="adj" fmla="val 1100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22820" y="3357880"/>
            <a:ext cx="243840" cy="24384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23" name="Picture 22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24" name="Donut 23"/>
          <p:cNvSpPr/>
          <p:nvPr/>
        </p:nvSpPr>
        <p:spPr>
          <a:xfrm>
            <a:off x="9222740" y="2463800"/>
            <a:ext cx="2032000" cy="2032000"/>
          </a:xfrm>
          <a:prstGeom prst="donut">
            <a:avLst>
              <a:gd name="adj" fmla="val 5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Donut 24"/>
          <p:cNvSpPr/>
          <p:nvPr/>
        </p:nvSpPr>
        <p:spPr>
          <a:xfrm>
            <a:off x="9476740" y="2717800"/>
            <a:ext cx="1524000" cy="1524000"/>
          </a:xfrm>
          <a:prstGeom prst="donut">
            <a:avLst>
              <a:gd name="adj" fmla="val 7333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Donut 25"/>
          <p:cNvSpPr/>
          <p:nvPr/>
        </p:nvSpPr>
        <p:spPr>
          <a:xfrm>
            <a:off x="9730740" y="2971800"/>
            <a:ext cx="1016000" cy="1016000"/>
          </a:xfrm>
          <a:prstGeom prst="donut">
            <a:avLst>
              <a:gd name="adj" fmla="val 1100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16820" y="3357880"/>
            <a:ext cx="243840" cy="243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"cincin_target", "x": ..., "y": ..., "w": ..., "h": ..., "warna": ["oranye"]}]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Lingkaran tangga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Eskalasi dan tahapan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0740" y="3759200"/>
            <a:ext cx="609600" cy="6096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0340" y="3454400"/>
            <a:ext cx="406400" cy="4064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05940" y="2946400"/>
            <a:ext cx="558800" cy="5588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64740" y="2590800"/>
            <a:ext cx="355600" cy="3556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17140" y="3098800"/>
            <a:ext cx="228600" cy="228600"/>
          </a:xfrm>
          <a:prstGeom prst="ellipse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34740" y="3759200"/>
            <a:ext cx="609600" cy="6096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44340" y="3454400"/>
            <a:ext cx="406400" cy="4064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99940" y="2946400"/>
            <a:ext cx="558800" cy="5588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58740" y="2590800"/>
            <a:ext cx="355600" cy="3556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11140" y="3098800"/>
            <a:ext cx="228600" cy="228600"/>
          </a:xfrm>
          <a:prstGeom prst="ellipse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8740" y="3759200"/>
            <a:ext cx="609600" cy="6096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38340" y="3454400"/>
            <a:ext cx="406400" cy="406400"/>
          </a:xfrm>
          <a:prstGeom prst="ellipse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93940" y="2946400"/>
            <a:ext cx="558800" cy="5588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52740" y="2590800"/>
            <a:ext cx="355600" cy="355600"/>
          </a:xfrm>
          <a:prstGeom prst="ellipse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05140" y="3098800"/>
            <a:ext cx="228600" cy="228600"/>
          </a:xfrm>
          <a:prstGeom prst="ellipse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26" name="Picture 25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9222740" y="375920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32340" y="3454400"/>
            <a:ext cx="406400" cy="4064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87940" y="2946400"/>
            <a:ext cx="558800" cy="55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46740" y="2590800"/>
            <a:ext cx="355600" cy="3556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899140" y="3098800"/>
            <a:ext cx="228600" cy="228600"/>
          </a:xfrm>
          <a:prstGeom prst="ellipse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"lingkaran_tangga", "x": ..., "y": ..., "w": ..., "h": ..., "warna": ["oranye"]}]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Sinyal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Peringatan dini dan siaran informasi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1518073" y="3941233"/>
            <a:ext cx="677333" cy="677333"/>
          </a:xfrm>
          <a:prstGeom prst="blockArc">
            <a:avLst>
              <a:gd name="adj1" fmla="val 13500000"/>
              <a:gd name="adj2" fmla="val 18900000"/>
              <a:gd name="adj3" fmla="val 1500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1179407" y="3602567"/>
            <a:ext cx="1354667" cy="1354667"/>
          </a:xfrm>
          <a:prstGeom prst="blockArc">
            <a:avLst>
              <a:gd name="adj1" fmla="val 13500000"/>
              <a:gd name="adj2" fmla="val 18900000"/>
              <a:gd name="adj3" fmla="val 750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lock Arc 7"/>
          <p:cNvSpPr/>
          <p:nvPr/>
        </p:nvSpPr>
        <p:spPr>
          <a:xfrm>
            <a:off x="840740" y="3263900"/>
            <a:ext cx="2032000" cy="2032000"/>
          </a:xfrm>
          <a:prstGeom prst="blockArc">
            <a:avLst>
              <a:gd name="adj1" fmla="val 13500000"/>
              <a:gd name="adj2" fmla="val 18900000"/>
              <a:gd name="adj3" fmla="val 5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65300" y="4188460"/>
            <a:ext cx="182880" cy="18288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ock Arc 11"/>
          <p:cNvSpPr/>
          <p:nvPr/>
        </p:nvSpPr>
        <p:spPr>
          <a:xfrm>
            <a:off x="4312073" y="3941233"/>
            <a:ext cx="677333" cy="677333"/>
          </a:xfrm>
          <a:prstGeom prst="blockArc">
            <a:avLst>
              <a:gd name="adj1" fmla="val 13500000"/>
              <a:gd name="adj2" fmla="val 18900000"/>
              <a:gd name="adj3" fmla="val 15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ock Arc 12"/>
          <p:cNvSpPr/>
          <p:nvPr/>
        </p:nvSpPr>
        <p:spPr>
          <a:xfrm>
            <a:off x="3973407" y="3602567"/>
            <a:ext cx="1354667" cy="1354667"/>
          </a:xfrm>
          <a:prstGeom prst="blockArc">
            <a:avLst>
              <a:gd name="adj1" fmla="val 13500000"/>
              <a:gd name="adj2" fmla="val 18900000"/>
              <a:gd name="adj3" fmla="val 75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3634740" y="3263900"/>
            <a:ext cx="2032000" cy="2032000"/>
          </a:xfrm>
          <a:prstGeom prst="blockArc">
            <a:avLst>
              <a:gd name="adj1" fmla="val 13500000"/>
              <a:gd name="adj2" fmla="val 18900000"/>
              <a:gd name="adj3" fmla="val 500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59300" y="4188460"/>
            <a:ext cx="182880" cy="1828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Block Arc 17"/>
          <p:cNvSpPr/>
          <p:nvPr/>
        </p:nvSpPr>
        <p:spPr>
          <a:xfrm>
            <a:off x="7106073" y="3941233"/>
            <a:ext cx="677333" cy="677333"/>
          </a:xfrm>
          <a:prstGeom prst="blockArc">
            <a:avLst>
              <a:gd name="adj1" fmla="val 13500000"/>
              <a:gd name="adj2" fmla="val 18900000"/>
              <a:gd name="adj3" fmla="val 15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Block Arc 18"/>
          <p:cNvSpPr/>
          <p:nvPr/>
        </p:nvSpPr>
        <p:spPr>
          <a:xfrm>
            <a:off x="6767407" y="3602567"/>
            <a:ext cx="1354667" cy="1354667"/>
          </a:xfrm>
          <a:prstGeom prst="blockArc">
            <a:avLst>
              <a:gd name="adj1" fmla="val 13500000"/>
              <a:gd name="adj2" fmla="val 18900000"/>
              <a:gd name="adj3" fmla="val 75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Block Arc 19"/>
          <p:cNvSpPr/>
          <p:nvPr/>
        </p:nvSpPr>
        <p:spPr>
          <a:xfrm>
            <a:off x="6428740" y="3263900"/>
            <a:ext cx="2032000" cy="2032000"/>
          </a:xfrm>
          <a:prstGeom prst="blockArc">
            <a:avLst>
              <a:gd name="adj1" fmla="val 13500000"/>
              <a:gd name="adj2" fmla="val 18900000"/>
              <a:gd name="adj3" fmla="val 500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53300" y="4188460"/>
            <a:ext cx="182880" cy="1828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23" name="Picture 22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24" name="Block Arc 23"/>
          <p:cNvSpPr/>
          <p:nvPr/>
        </p:nvSpPr>
        <p:spPr>
          <a:xfrm>
            <a:off x="9900073" y="3941233"/>
            <a:ext cx="677333" cy="677333"/>
          </a:xfrm>
          <a:prstGeom prst="blockArc">
            <a:avLst>
              <a:gd name="adj1" fmla="val 13500000"/>
              <a:gd name="adj2" fmla="val 18900000"/>
              <a:gd name="adj3" fmla="val 1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Block Arc 24"/>
          <p:cNvSpPr/>
          <p:nvPr/>
        </p:nvSpPr>
        <p:spPr>
          <a:xfrm>
            <a:off x="9561407" y="3602567"/>
            <a:ext cx="1354667" cy="1354667"/>
          </a:xfrm>
          <a:prstGeom prst="blockArc">
            <a:avLst>
              <a:gd name="adj1" fmla="val 13500000"/>
              <a:gd name="adj2" fmla="val 18900000"/>
              <a:gd name="adj3" fmla="val 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Block Arc 25"/>
          <p:cNvSpPr/>
          <p:nvPr/>
        </p:nvSpPr>
        <p:spPr>
          <a:xfrm>
            <a:off x="9222740" y="3263900"/>
            <a:ext cx="2032000" cy="2032000"/>
          </a:xfrm>
          <a:prstGeom prst="blockArc">
            <a:avLst>
              <a:gd name="adj1" fmla="val 13500000"/>
              <a:gd name="adj2" fmla="val 18900000"/>
              <a:gd name="adj3" fmla="val 500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47300" y="418846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"sinyal", "x": ..., "y": ..., "w": ..., "h": ..., "warna": ["oranye"]}]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Orbit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Pemantauan satelit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840740" y="2463800"/>
            <a:ext cx="2032000" cy="2032000"/>
          </a:xfrm>
          <a:prstGeom prst="donut">
            <a:avLst>
              <a:gd name="adj" fmla="val 100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1165860" y="2788920"/>
            <a:ext cx="1381760" cy="1381760"/>
          </a:xfrm>
          <a:prstGeom prst="donut">
            <a:avLst>
              <a:gd name="adj" fmla="val 147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31620" y="3154680"/>
            <a:ext cx="650240" cy="65024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68992" y="2915148"/>
            <a:ext cx="152400" cy="1524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9940" y="3429000"/>
            <a:ext cx="101600" cy="1016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Donut 12"/>
          <p:cNvSpPr/>
          <p:nvPr/>
        </p:nvSpPr>
        <p:spPr>
          <a:xfrm>
            <a:off x="3634740" y="2463800"/>
            <a:ext cx="2032000" cy="2032000"/>
          </a:xfrm>
          <a:prstGeom prst="donut">
            <a:avLst>
              <a:gd name="adj" fmla="val 100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Donut 13"/>
          <p:cNvSpPr/>
          <p:nvPr/>
        </p:nvSpPr>
        <p:spPr>
          <a:xfrm>
            <a:off x="3959860" y="2788920"/>
            <a:ext cx="1381760" cy="1381760"/>
          </a:xfrm>
          <a:prstGeom prst="donut">
            <a:avLst>
              <a:gd name="adj" fmla="val 147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25620" y="3154680"/>
            <a:ext cx="650240" cy="65024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62992" y="2915148"/>
            <a:ext cx="152400" cy="1524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83940" y="3429000"/>
            <a:ext cx="101600" cy="1016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Donut 19"/>
          <p:cNvSpPr/>
          <p:nvPr/>
        </p:nvSpPr>
        <p:spPr>
          <a:xfrm>
            <a:off x="6428740" y="2463800"/>
            <a:ext cx="2032000" cy="2032000"/>
          </a:xfrm>
          <a:prstGeom prst="donut">
            <a:avLst>
              <a:gd name="adj" fmla="val 100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Donut 20"/>
          <p:cNvSpPr/>
          <p:nvPr/>
        </p:nvSpPr>
        <p:spPr>
          <a:xfrm>
            <a:off x="6753860" y="2788920"/>
            <a:ext cx="1381760" cy="1381760"/>
          </a:xfrm>
          <a:prstGeom prst="donut">
            <a:avLst>
              <a:gd name="adj" fmla="val 147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19620" y="3154680"/>
            <a:ext cx="650240" cy="65024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56992" y="2915148"/>
            <a:ext cx="152400" cy="152400"/>
          </a:xfrm>
          <a:prstGeom prst="ellipse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77940" y="3429000"/>
            <a:ext cx="101600" cy="1016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26" name="Picture 25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27" name="Donut 26"/>
          <p:cNvSpPr/>
          <p:nvPr/>
        </p:nvSpPr>
        <p:spPr>
          <a:xfrm>
            <a:off x="9222740" y="2463800"/>
            <a:ext cx="2032000" cy="2032000"/>
          </a:xfrm>
          <a:prstGeom prst="donut">
            <a:avLst>
              <a:gd name="adj" fmla="val 100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Donut 27"/>
          <p:cNvSpPr/>
          <p:nvPr/>
        </p:nvSpPr>
        <p:spPr>
          <a:xfrm>
            <a:off x="9547860" y="2788920"/>
            <a:ext cx="1381760" cy="1381760"/>
          </a:xfrm>
          <a:prstGeom prst="donut">
            <a:avLst>
              <a:gd name="adj" fmla="val 147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13620" y="3154680"/>
            <a:ext cx="650240" cy="650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50992" y="2915148"/>
            <a:ext cx="152400" cy="1524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71940" y="3429000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"orbit", "x": ..., "y": ..., "w": ..., "h": ..., "warna": ["oranye"]}]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Kotak garis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Wilayah dan cakupan berlapis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0740" y="3362960"/>
            <a:ext cx="1259840" cy="1259840"/>
          </a:xfrm>
          <a:prstGeom prst="rect">
            <a:avLst/>
          </a:prstGeom>
          <a:noFill/>
          <a:ln w="31750">
            <a:solidFill>
              <a:srgbClr val="D960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18692" y="2985008"/>
            <a:ext cx="1259840" cy="1259840"/>
          </a:xfrm>
          <a:prstGeom prst="rect">
            <a:avLst/>
          </a:prstGeom>
          <a:noFill/>
          <a:ln w="31750">
            <a:solidFill>
              <a:srgbClr val="051C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96644" y="2607056"/>
            <a:ext cx="1259840" cy="1259840"/>
          </a:xfrm>
          <a:prstGeom prst="rect">
            <a:avLst/>
          </a:prstGeom>
          <a:noFill/>
          <a:ln w="31750">
            <a:solidFill>
              <a:srgbClr val="AEBB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34740" y="3362960"/>
            <a:ext cx="1259840" cy="1259840"/>
          </a:xfrm>
          <a:prstGeom prst="rect">
            <a:avLst/>
          </a:prstGeom>
          <a:noFill/>
          <a:ln w="31750">
            <a:solidFill>
              <a:srgbClr val="051C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12692" y="2985008"/>
            <a:ext cx="1259840" cy="1259840"/>
          </a:xfrm>
          <a:prstGeom prst="rect">
            <a:avLst/>
          </a:prstGeom>
          <a:noFill/>
          <a:ln w="31750">
            <a:solidFill>
              <a:srgbClr val="D960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0644" y="2607056"/>
            <a:ext cx="1259840" cy="1259840"/>
          </a:xfrm>
          <a:prstGeom prst="rect">
            <a:avLst/>
          </a:prstGeom>
          <a:noFill/>
          <a:ln w="31750">
            <a:solidFill>
              <a:srgbClr val="AEBB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28740" y="3362960"/>
            <a:ext cx="1259840" cy="1259840"/>
          </a:xfrm>
          <a:prstGeom prst="rect">
            <a:avLst/>
          </a:prstGeom>
          <a:noFill/>
          <a:ln w="31750">
            <a:solidFill>
              <a:srgbClr val="051C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06692" y="2985008"/>
            <a:ext cx="1259840" cy="1259840"/>
          </a:xfrm>
          <a:prstGeom prst="rect">
            <a:avLst/>
          </a:prstGeom>
          <a:noFill/>
          <a:ln w="31750">
            <a:solidFill>
              <a:srgbClr val="AEBB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84644" y="2607056"/>
            <a:ext cx="1259840" cy="1259840"/>
          </a:xfrm>
          <a:prstGeom prst="rect">
            <a:avLst/>
          </a:prstGeom>
          <a:noFill/>
          <a:ln w="31750">
            <a:solidFill>
              <a:srgbClr val="AEBB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20" name="Picture 19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22740" y="3362960"/>
            <a:ext cx="1259840" cy="1259840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0692" y="2985008"/>
            <a:ext cx="1259840" cy="1259840"/>
          </a:xfrm>
          <a:prstGeom prst="rect">
            <a:avLst/>
          </a:prstGeom>
          <a:noFill/>
          <a:ln w="31750">
            <a:solidFill>
              <a:srgbClr val="D960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78644" y="2607056"/>
            <a:ext cx="1259840" cy="1259840"/>
          </a:xfrm>
          <a:prstGeom prst="rect">
            <a:avLst/>
          </a:prstGeom>
          <a:noFill/>
          <a:ln w="31750">
            <a:solidFill>
              <a:srgbClr val="AEBB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"kotak_garis", "x": ..., "y": ..., "w": ..., "h": ..., "warna": ["oranye"]}]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Siku fokus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Fokus wilayah prioritas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40740" y="2336800"/>
            <a:ext cx="447040" cy="0"/>
          </a:xfrm>
          <a:prstGeom prst="line">
            <a:avLst/>
          </a:prstGeom>
          <a:ln w="38100">
            <a:solidFill>
              <a:srgbClr val="D9600B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840740" y="2336800"/>
            <a:ext cx="0" cy="447040"/>
          </a:xfrm>
          <a:prstGeom prst="line">
            <a:avLst/>
          </a:prstGeom>
          <a:ln w="38100">
            <a:solidFill>
              <a:srgbClr val="D9600B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425700" y="2336800"/>
            <a:ext cx="447040" cy="0"/>
          </a:xfrm>
          <a:prstGeom prst="line">
            <a:avLst/>
          </a:prstGeom>
          <a:ln w="38100">
            <a:solidFill>
              <a:srgbClr val="D9600B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2872740" y="2336800"/>
            <a:ext cx="0" cy="447040"/>
          </a:xfrm>
          <a:prstGeom prst="line">
            <a:avLst/>
          </a:prstGeom>
          <a:ln w="38100">
            <a:solidFill>
              <a:srgbClr val="D9600B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840740" y="4622800"/>
            <a:ext cx="447040" cy="0"/>
          </a:xfrm>
          <a:prstGeom prst="line">
            <a:avLst/>
          </a:prstGeom>
          <a:ln w="38100">
            <a:solidFill>
              <a:srgbClr val="D9600B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840740" y="4175760"/>
            <a:ext cx="0" cy="447040"/>
          </a:xfrm>
          <a:prstGeom prst="line">
            <a:avLst/>
          </a:prstGeom>
          <a:ln w="38100">
            <a:solidFill>
              <a:srgbClr val="D9600B"/>
            </a:solidFill>
          </a:ln>
        </p:spPr>
      </p:cxnSp>
      <p:cxnSp>
        <p:nvCxnSpPr>
          <p:cNvPr id="12" name="Connector 11"/>
          <p:cNvCxnSpPr/>
          <p:nvPr/>
        </p:nvCxnSpPr>
        <p:spPr>
          <a:xfrm flipH="1">
            <a:off x="2425700" y="4622800"/>
            <a:ext cx="447040" cy="0"/>
          </a:xfrm>
          <a:prstGeom prst="line">
            <a:avLst/>
          </a:prstGeom>
          <a:ln w="38100">
            <a:solidFill>
              <a:srgbClr val="D9600B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872740" y="4175760"/>
            <a:ext cx="0" cy="447040"/>
          </a:xfrm>
          <a:prstGeom prst="line">
            <a:avLst/>
          </a:prstGeom>
          <a:ln w="38100">
            <a:solidFill>
              <a:srgbClr val="D9600B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1653540" y="3276600"/>
            <a:ext cx="406400" cy="4064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3634740" y="2336800"/>
            <a:ext cx="447040" cy="0"/>
          </a:xfrm>
          <a:prstGeom prst="line">
            <a:avLst/>
          </a:prstGeom>
          <a:ln w="38100">
            <a:solidFill>
              <a:srgbClr val="051C2C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634740" y="2336800"/>
            <a:ext cx="0" cy="447040"/>
          </a:xfrm>
          <a:prstGeom prst="line">
            <a:avLst/>
          </a:prstGeom>
          <a:ln w="38100">
            <a:solidFill>
              <a:srgbClr val="051C2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H="1">
            <a:off x="5219700" y="2336800"/>
            <a:ext cx="447040" cy="0"/>
          </a:xfrm>
          <a:prstGeom prst="line">
            <a:avLst/>
          </a:prstGeom>
          <a:ln w="38100">
            <a:solidFill>
              <a:srgbClr val="051C2C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5666740" y="2336800"/>
            <a:ext cx="0" cy="447040"/>
          </a:xfrm>
          <a:prstGeom prst="line">
            <a:avLst/>
          </a:prstGeom>
          <a:ln w="38100">
            <a:solidFill>
              <a:srgbClr val="051C2C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3634740" y="4622800"/>
            <a:ext cx="447040" cy="0"/>
          </a:xfrm>
          <a:prstGeom prst="line">
            <a:avLst/>
          </a:prstGeom>
          <a:ln w="38100">
            <a:solidFill>
              <a:srgbClr val="051C2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3634740" y="4175760"/>
            <a:ext cx="0" cy="447040"/>
          </a:xfrm>
          <a:prstGeom prst="line">
            <a:avLst/>
          </a:prstGeom>
          <a:ln w="38100">
            <a:solidFill>
              <a:srgbClr val="051C2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H="1">
            <a:off x="5219700" y="4622800"/>
            <a:ext cx="447040" cy="0"/>
          </a:xfrm>
          <a:prstGeom prst="line">
            <a:avLst/>
          </a:prstGeom>
          <a:ln w="38100">
            <a:solidFill>
              <a:srgbClr val="051C2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666740" y="4175760"/>
            <a:ext cx="0" cy="447040"/>
          </a:xfrm>
          <a:prstGeom prst="line">
            <a:avLst/>
          </a:prstGeom>
          <a:ln w="38100">
            <a:solidFill>
              <a:srgbClr val="051C2C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4447540" y="3276600"/>
            <a:ext cx="406400" cy="4064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428740" y="2336800"/>
            <a:ext cx="447040" cy="0"/>
          </a:xfrm>
          <a:prstGeom prst="line">
            <a:avLst/>
          </a:prstGeom>
          <a:ln w="38100">
            <a:solidFill>
              <a:srgbClr val="051C2C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6428740" y="2336800"/>
            <a:ext cx="0" cy="447040"/>
          </a:xfrm>
          <a:prstGeom prst="line">
            <a:avLst/>
          </a:prstGeom>
          <a:ln w="38100">
            <a:solidFill>
              <a:srgbClr val="051C2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H="1">
            <a:off x="8013700" y="2336800"/>
            <a:ext cx="447040" cy="0"/>
          </a:xfrm>
          <a:prstGeom prst="line">
            <a:avLst/>
          </a:prstGeom>
          <a:ln w="38100">
            <a:solidFill>
              <a:srgbClr val="051C2C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8460740" y="2336800"/>
            <a:ext cx="0" cy="447040"/>
          </a:xfrm>
          <a:prstGeom prst="line">
            <a:avLst/>
          </a:prstGeom>
          <a:ln w="38100">
            <a:solidFill>
              <a:srgbClr val="051C2C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6428740" y="4622800"/>
            <a:ext cx="447040" cy="0"/>
          </a:xfrm>
          <a:prstGeom prst="line">
            <a:avLst/>
          </a:prstGeom>
          <a:ln w="38100">
            <a:solidFill>
              <a:srgbClr val="051C2C"/>
            </a:solidFill>
          </a:ln>
        </p:spPr>
      </p:cxnSp>
      <p:cxnSp>
        <p:nvCxnSpPr>
          <p:cNvPr id="33" name="Connector 32"/>
          <p:cNvCxnSpPr/>
          <p:nvPr/>
        </p:nvCxnSpPr>
        <p:spPr>
          <a:xfrm flipV="1">
            <a:off x="6428740" y="4175760"/>
            <a:ext cx="0" cy="447040"/>
          </a:xfrm>
          <a:prstGeom prst="line">
            <a:avLst/>
          </a:prstGeom>
          <a:ln w="38100">
            <a:solidFill>
              <a:srgbClr val="051C2C"/>
            </a:solidFill>
          </a:ln>
        </p:spPr>
      </p:cxnSp>
      <p:cxnSp>
        <p:nvCxnSpPr>
          <p:cNvPr id="34" name="Connector 33"/>
          <p:cNvCxnSpPr/>
          <p:nvPr/>
        </p:nvCxnSpPr>
        <p:spPr>
          <a:xfrm flipH="1">
            <a:off x="8013700" y="4622800"/>
            <a:ext cx="447040" cy="0"/>
          </a:xfrm>
          <a:prstGeom prst="line">
            <a:avLst/>
          </a:prstGeom>
          <a:ln w="38100">
            <a:solidFill>
              <a:srgbClr val="051C2C"/>
            </a:solidFill>
          </a:ln>
        </p:spPr>
      </p:cxnSp>
      <p:cxnSp>
        <p:nvCxnSpPr>
          <p:cNvPr id="35" name="Connector 34"/>
          <p:cNvCxnSpPr/>
          <p:nvPr/>
        </p:nvCxnSpPr>
        <p:spPr>
          <a:xfrm flipV="1">
            <a:off x="8460740" y="4175760"/>
            <a:ext cx="0" cy="447040"/>
          </a:xfrm>
          <a:prstGeom prst="line">
            <a:avLst/>
          </a:prstGeom>
          <a:ln w="38100">
            <a:solidFill>
              <a:srgbClr val="051C2C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7241540" y="3276600"/>
            <a:ext cx="406400" cy="406400"/>
          </a:xfrm>
          <a:prstGeom prst="ellipse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38" name="Picture 37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cxnSp>
        <p:nvCxnSpPr>
          <p:cNvPr id="39" name="Connector 38"/>
          <p:cNvCxnSpPr/>
          <p:nvPr/>
        </p:nvCxnSpPr>
        <p:spPr>
          <a:xfrm>
            <a:off x="9222740" y="2336800"/>
            <a:ext cx="447040" cy="0"/>
          </a:xfrm>
          <a:prstGeom prst="line">
            <a:avLst/>
          </a:prstGeom>
          <a:ln w="38100">
            <a:solidFill>
              <a:srgbClr val="FFFFFF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9222740" y="2336800"/>
            <a:ext cx="0" cy="447040"/>
          </a:xfrm>
          <a:prstGeom prst="line">
            <a:avLst/>
          </a:prstGeom>
          <a:ln w="38100">
            <a:solidFill>
              <a:srgbClr val="FFFFFF"/>
            </a:solidFill>
          </a:ln>
        </p:spPr>
      </p:cxnSp>
      <p:cxnSp>
        <p:nvCxnSpPr>
          <p:cNvPr id="41" name="Connector 40"/>
          <p:cNvCxnSpPr/>
          <p:nvPr/>
        </p:nvCxnSpPr>
        <p:spPr>
          <a:xfrm flipH="1">
            <a:off x="10807700" y="2336800"/>
            <a:ext cx="447040" cy="0"/>
          </a:xfrm>
          <a:prstGeom prst="line">
            <a:avLst/>
          </a:prstGeom>
          <a:ln w="38100">
            <a:solidFill>
              <a:srgbClr val="FFFFFF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11254740" y="2336800"/>
            <a:ext cx="0" cy="447040"/>
          </a:xfrm>
          <a:prstGeom prst="line">
            <a:avLst/>
          </a:prstGeom>
          <a:ln w="38100">
            <a:solidFill>
              <a:srgbClr val="FFFFFF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9222740" y="4622800"/>
            <a:ext cx="447040" cy="0"/>
          </a:xfrm>
          <a:prstGeom prst="line">
            <a:avLst/>
          </a:prstGeom>
          <a:ln w="38100">
            <a:solidFill>
              <a:srgbClr val="FFFFFF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9222740" y="4175760"/>
            <a:ext cx="0" cy="447040"/>
          </a:xfrm>
          <a:prstGeom prst="line">
            <a:avLst/>
          </a:prstGeom>
          <a:ln w="38100">
            <a:solidFill>
              <a:srgbClr val="FFFFFF"/>
            </a:solidFill>
          </a:ln>
        </p:spPr>
      </p:cxnSp>
      <p:cxnSp>
        <p:nvCxnSpPr>
          <p:cNvPr id="45" name="Connector 44"/>
          <p:cNvCxnSpPr/>
          <p:nvPr/>
        </p:nvCxnSpPr>
        <p:spPr>
          <a:xfrm flipH="1">
            <a:off x="10807700" y="4622800"/>
            <a:ext cx="447040" cy="0"/>
          </a:xfrm>
          <a:prstGeom prst="line">
            <a:avLst/>
          </a:prstGeom>
          <a:ln w="38100">
            <a:solidFill>
              <a:srgbClr val="FFFFFF"/>
            </a:solidFill>
          </a:ln>
        </p:spPr>
      </p:cxnSp>
      <p:cxnSp>
        <p:nvCxnSpPr>
          <p:cNvPr id="46" name="Connector 45"/>
          <p:cNvCxnSpPr/>
          <p:nvPr/>
        </p:nvCxnSpPr>
        <p:spPr>
          <a:xfrm flipV="1">
            <a:off x="11254740" y="4175760"/>
            <a:ext cx="0" cy="447040"/>
          </a:xfrm>
          <a:prstGeom prst="line">
            <a:avLst/>
          </a:prstGeom>
          <a:ln w="38100">
            <a:solidFill>
              <a:srgbClr val="FFFFFF"/>
            </a:solidFill>
          </a:ln>
        </p:spPr>
      </p:cxnSp>
      <p:sp>
        <p:nvSpPr>
          <p:cNvPr id="47" name="Oval 46"/>
          <p:cNvSpPr/>
          <p:nvPr/>
        </p:nvSpPr>
        <p:spPr>
          <a:xfrm>
            <a:off x="10035540" y="3276600"/>
            <a:ext cx="406400" cy="4064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"siku_fokus", "x": ..., "y": ..., "w": ..., "h": ..., "warna": ["oranye"]}]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Setengah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Gelombang laut, bentuk geometris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40740" y="31369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1348740" y="31369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1856740" y="31369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2364740" y="31369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1094740" y="34163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1602740" y="34163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ie 11"/>
          <p:cNvSpPr/>
          <p:nvPr/>
        </p:nvSpPr>
        <p:spPr>
          <a:xfrm>
            <a:off x="2110740" y="34163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ie 14"/>
          <p:cNvSpPr/>
          <p:nvPr/>
        </p:nvSpPr>
        <p:spPr>
          <a:xfrm>
            <a:off x="3634740" y="31369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ie 15"/>
          <p:cNvSpPr/>
          <p:nvPr/>
        </p:nvSpPr>
        <p:spPr>
          <a:xfrm>
            <a:off x="4142740" y="31369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ie 16"/>
          <p:cNvSpPr/>
          <p:nvPr/>
        </p:nvSpPr>
        <p:spPr>
          <a:xfrm>
            <a:off x="4650740" y="31369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e 17"/>
          <p:cNvSpPr/>
          <p:nvPr/>
        </p:nvSpPr>
        <p:spPr>
          <a:xfrm>
            <a:off x="5158740" y="31369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e 18"/>
          <p:cNvSpPr/>
          <p:nvPr/>
        </p:nvSpPr>
        <p:spPr>
          <a:xfrm>
            <a:off x="3888740" y="34163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4396740" y="34163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e 20"/>
          <p:cNvSpPr/>
          <p:nvPr/>
        </p:nvSpPr>
        <p:spPr>
          <a:xfrm>
            <a:off x="4904740" y="34163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e 23"/>
          <p:cNvSpPr/>
          <p:nvPr/>
        </p:nvSpPr>
        <p:spPr>
          <a:xfrm>
            <a:off x="6428740" y="31369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Pie 24"/>
          <p:cNvSpPr/>
          <p:nvPr/>
        </p:nvSpPr>
        <p:spPr>
          <a:xfrm>
            <a:off x="6936740" y="31369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Pie 25"/>
          <p:cNvSpPr/>
          <p:nvPr/>
        </p:nvSpPr>
        <p:spPr>
          <a:xfrm>
            <a:off x="7444740" y="31369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Pie 26"/>
          <p:cNvSpPr/>
          <p:nvPr/>
        </p:nvSpPr>
        <p:spPr>
          <a:xfrm>
            <a:off x="7952740" y="31369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Pie 27"/>
          <p:cNvSpPr/>
          <p:nvPr/>
        </p:nvSpPr>
        <p:spPr>
          <a:xfrm>
            <a:off x="6682740" y="34163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Pie 28"/>
          <p:cNvSpPr/>
          <p:nvPr/>
        </p:nvSpPr>
        <p:spPr>
          <a:xfrm>
            <a:off x="7190740" y="34163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Pie 29"/>
          <p:cNvSpPr/>
          <p:nvPr/>
        </p:nvSpPr>
        <p:spPr>
          <a:xfrm>
            <a:off x="7698740" y="34163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32" name="Picture 31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33" name="Pie 32"/>
          <p:cNvSpPr/>
          <p:nvPr/>
        </p:nvSpPr>
        <p:spPr>
          <a:xfrm>
            <a:off x="9222740" y="31369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Pie 33"/>
          <p:cNvSpPr/>
          <p:nvPr/>
        </p:nvSpPr>
        <p:spPr>
          <a:xfrm>
            <a:off x="9730740" y="31369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Pie 34"/>
          <p:cNvSpPr/>
          <p:nvPr/>
        </p:nvSpPr>
        <p:spPr>
          <a:xfrm>
            <a:off x="10238740" y="31369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Pie 35"/>
          <p:cNvSpPr/>
          <p:nvPr/>
        </p:nvSpPr>
        <p:spPr>
          <a:xfrm>
            <a:off x="10746740" y="31369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Pie 36"/>
          <p:cNvSpPr/>
          <p:nvPr/>
        </p:nvSpPr>
        <p:spPr>
          <a:xfrm>
            <a:off x="9476740" y="34163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Pie 37"/>
          <p:cNvSpPr/>
          <p:nvPr/>
        </p:nvSpPr>
        <p:spPr>
          <a:xfrm>
            <a:off x="9984740" y="34163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Pie 38"/>
          <p:cNvSpPr/>
          <p:nvPr/>
        </p:nvSpPr>
        <p:spPr>
          <a:xfrm>
            <a:off x="10492740" y="3416300"/>
            <a:ext cx="508000" cy="508000"/>
          </a:xfrm>
          <a:prstGeom prst="pie">
            <a:avLst>
              <a:gd name="adj1" fmla="val 10800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"setengah", "x": ..., "y": ..., "w": ..., "h": ..., "warna": ["oranye"]}]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Pelangi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Cuaca dan iklim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840740" y="3606800"/>
            <a:ext cx="2032000" cy="2032000"/>
          </a:xfrm>
          <a:prstGeom prst="blockArc">
            <a:avLst>
              <a:gd name="adj1" fmla="val 10800000"/>
              <a:gd name="adj2" fmla="val 0"/>
              <a:gd name="adj3" fmla="val 850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1064260" y="3830320"/>
            <a:ext cx="1584960" cy="1584960"/>
          </a:xfrm>
          <a:prstGeom prst="blockArc">
            <a:avLst>
              <a:gd name="adj1" fmla="val 10800000"/>
              <a:gd name="adj2" fmla="val 0"/>
              <a:gd name="adj3" fmla="val 10897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lock Arc 7"/>
          <p:cNvSpPr/>
          <p:nvPr/>
        </p:nvSpPr>
        <p:spPr>
          <a:xfrm>
            <a:off x="1287780" y="4053840"/>
            <a:ext cx="1137920" cy="1137920"/>
          </a:xfrm>
          <a:prstGeom prst="blockArc">
            <a:avLst>
              <a:gd name="adj1" fmla="val 10800000"/>
              <a:gd name="adj2" fmla="val 0"/>
              <a:gd name="adj3" fmla="val 15178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lock Arc 8"/>
          <p:cNvSpPr/>
          <p:nvPr/>
        </p:nvSpPr>
        <p:spPr>
          <a:xfrm>
            <a:off x="1511300" y="4277360"/>
            <a:ext cx="690880" cy="69088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DCE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ock Arc 11"/>
          <p:cNvSpPr/>
          <p:nvPr/>
        </p:nvSpPr>
        <p:spPr>
          <a:xfrm>
            <a:off x="3634740" y="3606800"/>
            <a:ext cx="2032000" cy="2032000"/>
          </a:xfrm>
          <a:prstGeom prst="blockArc">
            <a:avLst>
              <a:gd name="adj1" fmla="val 10800000"/>
              <a:gd name="adj2" fmla="val 0"/>
              <a:gd name="adj3" fmla="val 85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ock Arc 12"/>
          <p:cNvSpPr/>
          <p:nvPr/>
        </p:nvSpPr>
        <p:spPr>
          <a:xfrm>
            <a:off x="3858260" y="3830320"/>
            <a:ext cx="1584960" cy="1584960"/>
          </a:xfrm>
          <a:prstGeom prst="blockArc">
            <a:avLst>
              <a:gd name="adj1" fmla="val 10800000"/>
              <a:gd name="adj2" fmla="val 0"/>
              <a:gd name="adj3" fmla="val 10897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4081780" y="4053840"/>
            <a:ext cx="1137920" cy="1137920"/>
          </a:xfrm>
          <a:prstGeom prst="blockArc">
            <a:avLst>
              <a:gd name="adj1" fmla="val 10800000"/>
              <a:gd name="adj2" fmla="val 0"/>
              <a:gd name="adj3" fmla="val 15178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ock Arc 14"/>
          <p:cNvSpPr/>
          <p:nvPr/>
        </p:nvSpPr>
        <p:spPr>
          <a:xfrm>
            <a:off x="4305300" y="4277360"/>
            <a:ext cx="690880" cy="69088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DCE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Block Arc 17"/>
          <p:cNvSpPr/>
          <p:nvPr/>
        </p:nvSpPr>
        <p:spPr>
          <a:xfrm>
            <a:off x="6428740" y="3606800"/>
            <a:ext cx="2032000" cy="2032000"/>
          </a:xfrm>
          <a:prstGeom prst="blockArc">
            <a:avLst>
              <a:gd name="adj1" fmla="val 10800000"/>
              <a:gd name="adj2" fmla="val 0"/>
              <a:gd name="adj3" fmla="val 85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Block Arc 18"/>
          <p:cNvSpPr/>
          <p:nvPr/>
        </p:nvSpPr>
        <p:spPr>
          <a:xfrm>
            <a:off x="6652260" y="3830320"/>
            <a:ext cx="1584960" cy="1584960"/>
          </a:xfrm>
          <a:prstGeom prst="blockArc">
            <a:avLst>
              <a:gd name="adj1" fmla="val 10800000"/>
              <a:gd name="adj2" fmla="val 0"/>
              <a:gd name="adj3" fmla="val 10897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Block Arc 19"/>
          <p:cNvSpPr/>
          <p:nvPr/>
        </p:nvSpPr>
        <p:spPr>
          <a:xfrm>
            <a:off x="6875780" y="4053840"/>
            <a:ext cx="1137920" cy="1137920"/>
          </a:xfrm>
          <a:prstGeom prst="blockArc">
            <a:avLst>
              <a:gd name="adj1" fmla="val 10800000"/>
              <a:gd name="adj2" fmla="val 0"/>
              <a:gd name="adj3" fmla="val 15178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Block Arc 20"/>
          <p:cNvSpPr/>
          <p:nvPr/>
        </p:nvSpPr>
        <p:spPr>
          <a:xfrm>
            <a:off x="7099300" y="4277360"/>
            <a:ext cx="690880" cy="69088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DCE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23" name="Picture 22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24" name="Block Arc 23"/>
          <p:cNvSpPr/>
          <p:nvPr/>
        </p:nvSpPr>
        <p:spPr>
          <a:xfrm>
            <a:off x="9222740" y="3606800"/>
            <a:ext cx="2032000" cy="2032000"/>
          </a:xfrm>
          <a:prstGeom prst="blockArc">
            <a:avLst>
              <a:gd name="adj1" fmla="val 10800000"/>
              <a:gd name="adj2" fmla="val 0"/>
              <a:gd name="adj3" fmla="val 8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Block Arc 24"/>
          <p:cNvSpPr/>
          <p:nvPr/>
        </p:nvSpPr>
        <p:spPr>
          <a:xfrm>
            <a:off x="9446260" y="3830320"/>
            <a:ext cx="1584960" cy="1584960"/>
          </a:xfrm>
          <a:prstGeom prst="blockArc">
            <a:avLst>
              <a:gd name="adj1" fmla="val 10800000"/>
              <a:gd name="adj2" fmla="val 0"/>
              <a:gd name="adj3" fmla="val 10897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Block Arc 25"/>
          <p:cNvSpPr/>
          <p:nvPr/>
        </p:nvSpPr>
        <p:spPr>
          <a:xfrm>
            <a:off x="9669780" y="4053840"/>
            <a:ext cx="1137920" cy="1137920"/>
          </a:xfrm>
          <a:prstGeom prst="blockArc">
            <a:avLst>
              <a:gd name="adj1" fmla="val 10800000"/>
              <a:gd name="adj2" fmla="val 0"/>
              <a:gd name="adj3" fmla="val 15178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Block Arc 26"/>
          <p:cNvSpPr/>
          <p:nvPr/>
        </p:nvSpPr>
        <p:spPr>
          <a:xfrm>
            <a:off x="9893300" y="4277360"/>
            <a:ext cx="690880" cy="69088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DCE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"pelangi", "x": ..., "y": ..., "w": ..., "h": ..., "warna": ["oranye"]}]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Cakrawala dan permukaan air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40740" y="4622800"/>
            <a:ext cx="2032000" cy="0"/>
          </a:xfrm>
          <a:prstGeom prst="line">
            <a:avLst/>
          </a:prstGeom>
          <a:ln w="38100">
            <a:solidFill>
              <a:srgbClr val="051C2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03300" y="4165600"/>
            <a:ext cx="1869440" cy="0"/>
          </a:xfrm>
          <a:prstGeom prst="line">
            <a:avLst/>
          </a:prstGeom>
          <a:ln w="35560">
            <a:solidFill>
              <a:srgbClr val="D9600B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1165860" y="3808984"/>
            <a:ext cx="1706880" cy="0"/>
          </a:xfrm>
          <a:prstGeom prst="line">
            <a:avLst/>
          </a:prstGeom>
          <a:ln w="33020">
            <a:solidFill>
              <a:srgbClr val="D9600B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1328420" y="3530824"/>
            <a:ext cx="1544320" cy="0"/>
          </a:xfrm>
          <a:prstGeom prst="line">
            <a:avLst/>
          </a:prstGeom>
          <a:ln w="30480">
            <a:solidFill>
              <a:srgbClr val="051C2C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1490980" y="3313858"/>
            <a:ext cx="1381760" cy="0"/>
          </a:xfrm>
          <a:prstGeom prst="line">
            <a:avLst/>
          </a:prstGeom>
          <a:ln w="27940">
            <a:solidFill>
              <a:srgbClr val="D9600B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653540" y="3144626"/>
            <a:ext cx="1219200" cy="0"/>
          </a:xfrm>
          <a:prstGeom prst="line">
            <a:avLst/>
          </a:prstGeom>
          <a:ln w="25400">
            <a:solidFill>
              <a:srgbClr val="D9600B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1816100" y="3012624"/>
            <a:ext cx="1056640" cy="0"/>
          </a:xfrm>
          <a:prstGeom prst="line">
            <a:avLst/>
          </a:prstGeom>
          <a:ln w="22859">
            <a:solidFill>
              <a:srgbClr val="051C2C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978660" y="2909663"/>
            <a:ext cx="894080" cy="0"/>
          </a:xfrm>
          <a:prstGeom prst="line">
            <a:avLst/>
          </a:prstGeom>
          <a:ln w="20320">
            <a:solidFill>
              <a:srgbClr val="D9600B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2141220" y="2829353"/>
            <a:ext cx="731520" cy="0"/>
          </a:xfrm>
          <a:prstGeom prst="line">
            <a:avLst/>
          </a:prstGeom>
          <a:ln w="17780">
            <a:solidFill>
              <a:srgbClr val="D9600B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303780" y="2766711"/>
            <a:ext cx="568960" cy="0"/>
          </a:xfrm>
          <a:prstGeom prst="line">
            <a:avLst/>
          </a:prstGeom>
          <a:ln w="15240">
            <a:solidFill>
              <a:srgbClr val="051C2C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3634740" y="4622800"/>
            <a:ext cx="2032000" cy="0"/>
          </a:xfrm>
          <a:prstGeom prst="line">
            <a:avLst/>
          </a:prstGeom>
          <a:ln w="38100">
            <a:solidFill>
              <a:srgbClr val="D9600B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797300" y="4165600"/>
            <a:ext cx="1869440" cy="0"/>
          </a:xfrm>
          <a:prstGeom prst="line">
            <a:avLst/>
          </a:prstGeom>
          <a:ln w="35560">
            <a:solidFill>
              <a:srgbClr val="051C2C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3959860" y="3808984"/>
            <a:ext cx="1706880" cy="0"/>
          </a:xfrm>
          <a:prstGeom prst="line">
            <a:avLst/>
          </a:prstGeom>
          <a:ln w="33020">
            <a:solidFill>
              <a:srgbClr val="051C2C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122420" y="3530824"/>
            <a:ext cx="1544320" cy="0"/>
          </a:xfrm>
          <a:prstGeom prst="line">
            <a:avLst/>
          </a:prstGeom>
          <a:ln w="30480">
            <a:solidFill>
              <a:srgbClr val="D9600B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4284980" y="3313858"/>
            <a:ext cx="1381760" cy="0"/>
          </a:xfrm>
          <a:prstGeom prst="line">
            <a:avLst/>
          </a:prstGeom>
          <a:ln w="27940">
            <a:solidFill>
              <a:srgbClr val="051C2C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4447540" y="3144626"/>
            <a:ext cx="1219200" cy="0"/>
          </a:xfrm>
          <a:prstGeom prst="line">
            <a:avLst/>
          </a:prstGeom>
          <a:ln w="25400">
            <a:solidFill>
              <a:srgbClr val="051C2C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4610100" y="3012624"/>
            <a:ext cx="1056640" cy="0"/>
          </a:xfrm>
          <a:prstGeom prst="line">
            <a:avLst/>
          </a:prstGeom>
          <a:ln w="22859">
            <a:solidFill>
              <a:srgbClr val="D9600B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4772660" y="2909663"/>
            <a:ext cx="894080" cy="0"/>
          </a:xfrm>
          <a:prstGeom prst="line">
            <a:avLst/>
          </a:prstGeom>
          <a:ln w="20320">
            <a:solidFill>
              <a:srgbClr val="051C2C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4935220" y="2829353"/>
            <a:ext cx="731520" cy="0"/>
          </a:xfrm>
          <a:prstGeom prst="line">
            <a:avLst/>
          </a:prstGeom>
          <a:ln w="17780">
            <a:solidFill>
              <a:srgbClr val="051C2C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5097780" y="2766711"/>
            <a:ext cx="568960" cy="0"/>
          </a:xfrm>
          <a:prstGeom prst="line">
            <a:avLst/>
          </a:prstGeom>
          <a:ln w="15240">
            <a:solidFill>
              <a:srgbClr val="D9600B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428740" y="4622800"/>
            <a:ext cx="2032000" cy="0"/>
          </a:xfrm>
          <a:prstGeom prst="line">
            <a:avLst/>
          </a:prstGeom>
          <a:ln w="38100">
            <a:solidFill>
              <a:srgbClr val="AEBBCB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6591300" y="4165600"/>
            <a:ext cx="1869440" cy="0"/>
          </a:xfrm>
          <a:prstGeom prst="line">
            <a:avLst/>
          </a:prstGeom>
          <a:ln w="35560">
            <a:solidFill>
              <a:srgbClr val="051C2C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6753860" y="3808984"/>
            <a:ext cx="1706880" cy="0"/>
          </a:xfrm>
          <a:prstGeom prst="line">
            <a:avLst/>
          </a:prstGeom>
          <a:ln w="33020">
            <a:solidFill>
              <a:srgbClr val="051C2C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6916420" y="3530824"/>
            <a:ext cx="1544320" cy="0"/>
          </a:xfrm>
          <a:prstGeom prst="line">
            <a:avLst/>
          </a:prstGeom>
          <a:ln w="30480">
            <a:solidFill>
              <a:srgbClr val="AEBBCB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7078980" y="3313858"/>
            <a:ext cx="1381760" cy="0"/>
          </a:xfrm>
          <a:prstGeom prst="line">
            <a:avLst/>
          </a:prstGeom>
          <a:ln w="27940">
            <a:solidFill>
              <a:srgbClr val="051C2C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7241540" y="3144626"/>
            <a:ext cx="1219200" cy="0"/>
          </a:xfrm>
          <a:prstGeom prst="line">
            <a:avLst/>
          </a:prstGeom>
          <a:ln w="25400">
            <a:solidFill>
              <a:srgbClr val="051C2C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7404100" y="3012624"/>
            <a:ext cx="1056640" cy="0"/>
          </a:xfrm>
          <a:prstGeom prst="line">
            <a:avLst/>
          </a:prstGeom>
          <a:ln w="22859">
            <a:solidFill>
              <a:srgbClr val="AEBBCB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7566660" y="2909663"/>
            <a:ext cx="894080" cy="0"/>
          </a:xfrm>
          <a:prstGeom prst="line">
            <a:avLst/>
          </a:prstGeom>
          <a:ln w="20320">
            <a:solidFill>
              <a:srgbClr val="051C2C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7729220" y="2829353"/>
            <a:ext cx="731520" cy="0"/>
          </a:xfrm>
          <a:prstGeom prst="line">
            <a:avLst/>
          </a:prstGeom>
          <a:ln w="17780">
            <a:solidFill>
              <a:srgbClr val="051C2C"/>
            </a:solidFill>
          </a:ln>
        </p:spPr>
      </p:cxnSp>
      <p:cxnSp>
        <p:nvCxnSpPr>
          <p:cNvPr id="39" name="Connector 38"/>
          <p:cNvCxnSpPr/>
          <p:nvPr/>
        </p:nvCxnSpPr>
        <p:spPr>
          <a:xfrm>
            <a:off x="7891780" y="2766711"/>
            <a:ext cx="568960" cy="0"/>
          </a:xfrm>
          <a:prstGeom prst="line">
            <a:avLst/>
          </a:prstGeom>
          <a:ln w="15240">
            <a:solidFill>
              <a:srgbClr val="AEBBCB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41" name="Picture 40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cxnSp>
        <p:nvCxnSpPr>
          <p:cNvPr id="42" name="Connector 41"/>
          <p:cNvCxnSpPr/>
          <p:nvPr/>
        </p:nvCxnSpPr>
        <p:spPr>
          <a:xfrm>
            <a:off x="9222740" y="4622800"/>
            <a:ext cx="2032000" cy="0"/>
          </a:xfrm>
          <a:prstGeom prst="line">
            <a:avLst/>
          </a:prstGeom>
          <a:ln w="38100">
            <a:solidFill>
              <a:srgbClr val="D9600B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9385300" y="4165600"/>
            <a:ext cx="1869440" cy="0"/>
          </a:xfrm>
          <a:prstGeom prst="line">
            <a:avLst/>
          </a:prstGeom>
          <a:ln w="35560">
            <a:solidFill>
              <a:srgbClr val="FFFFFF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9547860" y="3808984"/>
            <a:ext cx="1706880" cy="0"/>
          </a:xfrm>
          <a:prstGeom prst="line">
            <a:avLst/>
          </a:prstGeom>
          <a:ln w="33020">
            <a:solidFill>
              <a:srgbClr val="FFFFFF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9710420" y="3530824"/>
            <a:ext cx="1544320" cy="0"/>
          </a:xfrm>
          <a:prstGeom prst="line">
            <a:avLst/>
          </a:prstGeom>
          <a:ln w="30480">
            <a:solidFill>
              <a:srgbClr val="D9600B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9872980" y="3313858"/>
            <a:ext cx="1381760" cy="0"/>
          </a:xfrm>
          <a:prstGeom prst="line">
            <a:avLst/>
          </a:prstGeom>
          <a:ln w="27940">
            <a:solidFill>
              <a:srgbClr val="FFFFFF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10035540" y="3144626"/>
            <a:ext cx="1219200" cy="0"/>
          </a:xfrm>
          <a:prstGeom prst="line">
            <a:avLst/>
          </a:prstGeom>
          <a:ln w="25400">
            <a:solidFill>
              <a:srgbClr val="FFFFFF"/>
            </a:solidFill>
          </a:ln>
        </p:spPr>
      </p:cxnSp>
      <p:cxnSp>
        <p:nvCxnSpPr>
          <p:cNvPr id="48" name="Connector 47"/>
          <p:cNvCxnSpPr/>
          <p:nvPr/>
        </p:nvCxnSpPr>
        <p:spPr>
          <a:xfrm>
            <a:off x="10198100" y="3012624"/>
            <a:ext cx="1056640" cy="0"/>
          </a:xfrm>
          <a:prstGeom prst="line">
            <a:avLst/>
          </a:prstGeom>
          <a:ln w="22859">
            <a:solidFill>
              <a:srgbClr val="D9600B"/>
            </a:solidFill>
          </a:ln>
        </p:spPr>
      </p:cxnSp>
      <p:cxnSp>
        <p:nvCxnSpPr>
          <p:cNvPr id="49" name="Connector 48"/>
          <p:cNvCxnSpPr/>
          <p:nvPr/>
        </p:nvCxnSpPr>
        <p:spPr>
          <a:xfrm>
            <a:off x="10360660" y="2909663"/>
            <a:ext cx="894080" cy="0"/>
          </a:xfrm>
          <a:prstGeom prst="line">
            <a:avLst/>
          </a:prstGeom>
          <a:ln w="20320">
            <a:solidFill>
              <a:srgbClr val="FFFFFF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10523220" y="2829353"/>
            <a:ext cx="731520" cy="0"/>
          </a:xfrm>
          <a:prstGeom prst="line">
            <a:avLst/>
          </a:prstGeom>
          <a:ln w="17780">
            <a:solidFill>
              <a:srgbClr val="FFFFFF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10685780" y="2766711"/>
            <a:ext cx="568960" cy="0"/>
          </a:xfrm>
          <a:prstGeom prst="line">
            <a:avLst/>
          </a:prstGeom>
          <a:ln w="15240">
            <a:solidFill>
              <a:srgbClr val="D9600B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"horizon", "x": ..., "y": ..., "w": ..., "h": ..., "warna": ["oranye"]}]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Simpul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Tahapan waktu dan peta jalan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42340" y="3479800"/>
            <a:ext cx="1828800" cy="0"/>
          </a:xfrm>
          <a:prstGeom prst="line">
            <a:avLst/>
          </a:prstGeom>
          <a:ln w="25400">
            <a:solidFill>
              <a:srgbClr val="AEBBCB"/>
            </a:solidFill>
          </a:ln>
        </p:spPr>
      </p:cxnSp>
      <p:sp>
        <p:nvSpPr>
          <p:cNvPr id="7" name="Oval 6"/>
          <p:cNvSpPr/>
          <p:nvPr/>
        </p:nvSpPr>
        <p:spPr>
          <a:xfrm>
            <a:off x="840740" y="3378200"/>
            <a:ext cx="203200" cy="203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7940" y="3378200"/>
            <a:ext cx="203200" cy="203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140" y="3378200"/>
            <a:ext cx="203200" cy="203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12340" y="3378200"/>
            <a:ext cx="203200" cy="203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08580" y="3317240"/>
            <a:ext cx="325120" cy="32512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3736340" y="3479800"/>
            <a:ext cx="1828800" cy="0"/>
          </a:xfrm>
          <a:prstGeom prst="line">
            <a:avLst/>
          </a:prstGeom>
          <a:ln w="25400">
            <a:solidFill>
              <a:srgbClr val="AEBBCB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3634740" y="3378200"/>
            <a:ext cx="203200" cy="203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91940" y="3378200"/>
            <a:ext cx="203200" cy="203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49140" y="3378200"/>
            <a:ext cx="203200" cy="203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06340" y="3378200"/>
            <a:ext cx="203200" cy="203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02580" y="3317240"/>
            <a:ext cx="325120" cy="32512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6530340" y="3479800"/>
            <a:ext cx="1828800" cy="0"/>
          </a:xfrm>
          <a:prstGeom prst="line">
            <a:avLst/>
          </a:prstGeom>
          <a:ln w="25400">
            <a:solidFill>
              <a:srgbClr val="AEBBCB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6428740" y="3378200"/>
            <a:ext cx="203200" cy="203200"/>
          </a:xfrm>
          <a:prstGeom prst="ellipse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85940" y="3378200"/>
            <a:ext cx="203200" cy="203200"/>
          </a:xfrm>
          <a:prstGeom prst="ellipse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43140" y="3378200"/>
            <a:ext cx="203200" cy="203200"/>
          </a:xfrm>
          <a:prstGeom prst="ellipse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00340" y="3378200"/>
            <a:ext cx="203200" cy="203200"/>
          </a:xfrm>
          <a:prstGeom prst="ellipse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96580" y="3317240"/>
            <a:ext cx="325120" cy="32512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29" name="Picture 28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cxnSp>
        <p:nvCxnSpPr>
          <p:cNvPr id="30" name="Connector 29"/>
          <p:cNvCxnSpPr/>
          <p:nvPr/>
        </p:nvCxnSpPr>
        <p:spPr>
          <a:xfrm>
            <a:off x="9324340" y="3479800"/>
            <a:ext cx="1828800" cy="0"/>
          </a:xfrm>
          <a:prstGeom prst="line">
            <a:avLst/>
          </a:prstGeom>
          <a:ln w="25400">
            <a:solidFill>
              <a:srgbClr val="AEBBCB"/>
            </a:solidFill>
          </a:ln>
        </p:spPr>
      </p:cxnSp>
      <p:sp>
        <p:nvSpPr>
          <p:cNvPr id="31" name="Oval 30"/>
          <p:cNvSpPr/>
          <p:nvPr/>
        </p:nvSpPr>
        <p:spPr>
          <a:xfrm>
            <a:off x="9222740" y="3378200"/>
            <a:ext cx="203200" cy="203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79940" y="3378200"/>
            <a:ext cx="203200" cy="203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37140" y="3378200"/>
            <a:ext cx="203200" cy="203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94340" y="3378200"/>
            <a:ext cx="203200" cy="203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90580" y="3317240"/>
            <a:ext cx="325120" cy="325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"simpul", "x": ..., "y": ..., "w": ..., "h": ..., "warna": ["oranye"]}]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Progres batang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Capaian dan kemajuan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0740" y="2336800"/>
            <a:ext cx="711200" cy="28575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740" y="2794000"/>
            <a:ext cx="1117600" cy="28575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0740" y="3251200"/>
            <a:ext cx="1422400" cy="2857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0740" y="3708400"/>
            <a:ext cx="1727200" cy="2857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0740" y="4165600"/>
            <a:ext cx="2032000" cy="285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4740" y="2336800"/>
            <a:ext cx="711200" cy="28575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34740" y="2794000"/>
            <a:ext cx="1117600" cy="28575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740" y="3251200"/>
            <a:ext cx="1422400" cy="285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740" y="3708400"/>
            <a:ext cx="1727200" cy="285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740" y="4165600"/>
            <a:ext cx="2032000" cy="2857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28740" y="2336800"/>
            <a:ext cx="711200" cy="28575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28740" y="2794000"/>
            <a:ext cx="1117600" cy="28575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28740" y="3251200"/>
            <a:ext cx="1422400" cy="28575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28740" y="3708400"/>
            <a:ext cx="1727200" cy="28575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28740" y="4165600"/>
            <a:ext cx="2032000" cy="2857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26" name="Picture 25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9222740" y="2336800"/>
            <a:ext cx="711200" cy="28575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22740" y="2794000"/>
            <a:ext cx="1117600" cy="28575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22740" y="3251200"/>
            <a:ext cx="1422400" cy="285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22740" y="3708400"/>
            <a:ext cx="1727200" cy="285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22740" y="4165600"/>
            <a:ext cx="2032000" cy="285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"progres_batang", "x": ..., "y": ..., "w": ..., "h": ..., "warna": ["oranye"]}]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Kotak tumpuk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Koordinasi lintas lembaga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0740" y="3403600"/>
            <a:ext cx="1219200" cy="1219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43076" y="3001264"/>
            <a:ext cx="1219200" cy="12192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412" y="2598928"/>
            <a:ext cx="1219200" cy="1219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34740" y="3403600"/>
            <a:ext cx="1219200" cy="1219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37076" y="3001264"/>
            <a:ext cx="1219200" cy="1219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9412" y="2598928"/>
            <a:ext cx="1219200" cy="12192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28740" y="3403600"/>
            <a:ext cx="1219200" cy="1219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31076" y="3001264"/>
            <a:ext cx="1219200" cy="1219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33412" y="2598928"/>
            <a:ext cx="1219200" cy="12192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20" name="Picture 19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22740" y="3403600"/>
            <a:ext cx="1219200" cy="1219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25076" y="3001264"/>
            <a:ext cx="1219200" cy="1219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27412" y="2598928"/>
            <a:ext cx="1219200" cy="12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"kotak_tumpuk", "x": ..., "y": ..., "w": ..., "h": ..., "warna": ["oranye"]}]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Piksel tangga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Eskalasi dan peningkatan status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44140" y="2362200"/>
            <a:ext cx="203200" cy="203200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90140" y="2616200"/>
            <a:ext cx="203200" cy="20320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44140" y="2616200"/>
            <a:ext cx="203200" cy="203200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36140" y="2870200"/>
            <a:ext cx="203200" cy="20320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90140" y="2870200"/>
            <a:ext cx="203200" cy="20320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44140" y="2870200"/>
            <a:ext cx="203200" cy="203200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82140" y="31242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36140" y="3124200"/>
            <a:ext cx="203200" cy="20320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90140" y="3124200"/>
            <a:ext cx="203200" cy="20320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28140" y="33782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82140" y="33782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36140" y="3378200"/>
            <a:ext cx="203200" cy="20320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4140" y="3632200"/>
            <a:ext cx="203200" cy="20320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28140" y="36322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82140" y="36322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20140" y="3886200"/>
            <a:ext cx="203200" cy="20320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4140" y="3886200"/>
            <a:ext cx="203200" cy="20320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28140" y="38862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6140" y="4140200"/>
            <a:ext cx="203200" cy="20320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0140" y="4140200"/>
            <a:ext cx="203200" cy="20320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4140" y="4140200"/>
            <a:ext cx="203200" cy="20320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38140" y="2362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84140" y="2616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38140" y="2616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30140" y="2870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84140" y="2870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8140" y="2870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76140" y="3124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930140" y="3124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84140" y="3124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22140" y="3378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76140" y="3378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930140" y="3378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68140" y="3632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22140" y="3632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76140" y="3632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14140" y="3886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68140" y="3886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22140" y="3886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60140" y="4140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914140" y="4140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68140" y="4140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32140" y="2362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78140" y="2616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32140" y="2616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24140" y="2870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978140" y="2870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32140" y="2870200"/>
            <a:ext cx="203200" cy="2032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70140" y="3124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24140" y="3124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978140" y="3124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216140" y="3378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470140" y="3378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24140" y="3378200"/>
            <a:ext cx="203200" cy="20320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962140" y="3632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216140" y="3632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470140" y="3632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708140" y="3886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962140" y="3886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216140" y="3886200"/>
            <a:ext cx="203200" cy="20320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54140" y="4140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8140" y="4140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962140" y="4140200"/>
            <a:ext cx="203200" cy="20320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74" name="Picture 73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75" name="Rectangle 74"/>
          <p:cNvSpPr/>
          <p:nvPr/>
        </p:nvSpPr>
        <p:spPr>
          <a:xfrm>
            <a:off x="11026140" y="2362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772140" y="2616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1026140" y="2616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518140" y="2870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772140" y="2870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1026140" y="2870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264140" y="3124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518140" y="3124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772140" y="3124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010140" y="3378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264140" y="3378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518140" y="3378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756140" y="3632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10140" y="3632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264140" y="3632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502140" y="3886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756140" y="3886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010140" y="3886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248140" y="41402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502140" y="4140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756140" y="414020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"piksel_tangga", "x": ..., "y": ..., "w": ..., "h": ..., "warna": ["oranye"]}]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Piksel sebaran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Sebaran titik panas dan dampak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9096" y="2585156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3318" y="2810933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14873" y="2810933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66429" y="2810933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9096" y="3036711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40651" y="3036711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92207" y="3036711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43762" y="3036711"/>
            <a:ext cx="180622" cy="18062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3318" y="3262489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14873" y="3262489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6429" y="3262489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984" y="3262489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3318" y="3488267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9096" y="3488267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14873" y="3488267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40651" y="3488267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92207" y="3488267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3318" y="3714044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89096" y="3714044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14873" y="3714044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40651" y="3714044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92207" y="3714044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3318" y="3939822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89096" y="3939822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14873" y="3939822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6429" y="3939822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17984" y="3939822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69540" y="3939822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3318" y="4165600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89096" y="4165600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540651" y="4165600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92207" y="4165600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43762" y="4165600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83096" y="2585156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318" y="2810933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08873" y="2810933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60429" y="2810933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83096" y="3036711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34651" y="3036711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86207" y="3036711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37762" y="3036711"/>
            <a:ext cx="180622" cy="18062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318" y="3262489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08873" y="3262489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60429" y="3262489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11984" y="3262489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657318" y="3488267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883096" y="3488267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08873" y="3488267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34651" y="3488267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786207" y="3488267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57318" y="3714044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83096" y="3714044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08873" y="3714044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34651" y="3714044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786207" y="3714044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57318" y="3939822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883096" y="3939822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08873" y="3939822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60429" y="3939822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011984" y="3939822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63540" y="3939822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657318" y="4165600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883096" y="4165600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34651" y="4165600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786207" y="4165600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237762" y="4165600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677096" y="2585156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51318" y="2810933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902873" y="2810933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54429" y="2810933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77096" y="3036711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128651" y="3036711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80207" y="3036711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31762" y="3036711"/>
            <a:ext cx="180622" cy="18062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451318" y="3262489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02873" y="3262489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54429" y="3262489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05984" y="3262489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451318" y="3488267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677096" y="3488267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902873" y="3488267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128651" y="3488267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580207" y="3488267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451318" y="3714044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677096" y="3714044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902873" y="3714044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128651" y="3714044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80207" y="3714044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451318" y="3939822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677096" y="3939822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902873" y="3939822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354429" y="3939822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805984" y="3939822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257540" y="3939822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451318" y="4165600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677096" y="4165600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128651" y="4165600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580207" y="4165600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031762" y="4165600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110" name="Picture 109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111" name="Rectangle 110"/>
          <p:cNvSpPr/>
          <p:nvPr/>
        </p:nvSpPr>
        <p:spPr>
          <a:xfrm>
            <a:off x="9471096" y="2585156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245318" y="2810933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96873" y="2810933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148429" y="2810933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471096" y="3036711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922651" y="3036711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374207" y="3036711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825762" y="3036711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245318" y="3262489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696873" y="3262489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148429" y="3262489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599984" y="3262489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245318" y="3488267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471096" y="3488267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696873" y="3488267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922651" y="3488267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374207" y="3488267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245318" y="3714044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471096" y="3714044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696873" y="3714044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22651" y="3714044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374207" y="3714044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9245318" y="3939822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9471096" y="3939822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9696873" y="3939822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0148429" y="3939822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0599984" y="3939822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1051540" y="3939822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245318" y="4165600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471096" y="4165600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922651" y="4165600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374207" y="4165600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825762" y="4165600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"piksel_sebaran", "x": ..., "y": ..., "w": ..., "h": ..., "warna": ["oranye"]}]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Piksel pita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Aliran data dan linimasa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1060" y="3169920"/>
            <a:ext cx="162560" cy="16256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4260" y="3169920"/>
            <a:ext cx="162560" cy="16256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67460" y="3169920"/>
            <a:ext cx="162560" cy="16256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0660" y="3169920"/>
            <a:ext cx="162560" cy="16256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73860" y="3169920"/>
            <a:ext cx="162560" cy="16256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7060" y="3169920"/>
            <a:ext cx="162560" cy="16256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80260" y="3169920"/>
            <a:ext cx="162560" cy="16256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86660" y="3169920"/>
            <a:ext cx="162560" cy="162560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1060" y="3373120"/>
            <a:ext cx="162560" cy="16256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4260" y="3373120"/>
            <a:ext cx="162560" cy="16256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67460" y="3373120"/>
            <a:ext cx="162560" cy="16256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70660" y="3373120"/>
            <a:ext cx="162560" cy="16256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73860" y="3373120"/>
            <a:ext cx="162560" cy="16256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77060" y="3373120"/>
            <a:ext cx="162560" cy="16256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3460" y="3373120"/>
            <a:ext cx="162560" cy="162560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89860" y="3373120"/>
            <a:ext cx="162560" cy="162560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1060" y="3576320"/>
            <a:ext cx="162560" cy="16256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64260" y="3576320"/>
            <a:ext cx="162560" cy="16256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67460" y="3576320"/>
            <a:ext cx="162560" cy="162560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70660" y="3576320"/>
            <a:ext cx="162560" cy="16256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73860" y="3576320"/>
            <a:ext cx="162560" cy="16256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77060" y="3576320"/>
            <a:ext cx="162560" cy="16256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80260" y="3576320"/>
            <a:ext cx="162560" cy="162560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86660" y="3576320"/>
            <a:ext cx="162560" cy="162560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5060" y="3169920"/>
            <a:ext cx="162560" cy="1625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58260" y="3169920"/>
            <a:ext cx="162560" cy="1625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61460" y="3169920"/>
            <a:ext cx="162560" cy="1625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64660" y="3169920"/>
            <a:ext cx="162560" cy="16256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67860" y="3169920"/>
            <a:ext cx="162560" cy="16256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671060" y="3169920"/>
            <a:ext cx="162560" cy="16256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874260" y="3169920"/>
            <a:ext cx="162560" cy="16256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80660" y="3169920"/>
            <a:ext cx="162560" cy="16256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5060" y="3373120"/>
            <a:ext cx="162560" cy="1625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58260" y="3373120"/>
            <a:ext cx="162560" cy="1625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61460" y="3373120"/>
            <a:ext cx="162560" cy="1625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64660" y="3373120"/>
            <a:ext cx="162560" cy="16256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67860" y="3373120"/>
            <a:ext cx="162560" cy="16256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71060" y="3373120"/>
            <a:ext cx="162560" cy="16256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77460" y="3373120"/>
            <a:ext cx="162560" cy="16256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3860" y="3373120"/>
            <a:ext cx="162560" cy="16256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5060" y="3576320"/>
            <a:ext cx="162560" cy="1625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858260" y="3576320"/>
            <a:ext cx="162560" cy="1625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061460" y="3576320"/>
            <a:ext cx="162560" cy="1625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64660" y="3576320"/>
            <a:ext cx="162560" cy="16256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67860" y="3576320"/>
            <a:ext cx="162560" cy="16256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671060" y="3576320"/>
            <a:ext cx="162560" cy="16256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74260" y="3576320"/>
            <a:ext cx="162560" cy="16256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80660" y="3576320"/>
            <a:ext cx="162560" cy="16256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49060" y="3169920"/>
            <a:ext cx="162560" cy="1625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652260" y="3169920"/>
            <a:ext cx="162560" cy="1625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855460" y="3169920"/>
            <a:ext cx="162560" cy="1625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058660" y="3169920"/>
            <a:ext cx="162560" cy="16256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261860" y="3169920"/>
            <a:ext cx="162560" cy="16256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65060" y="3169920"/>
            <a:ext cx="162560" cy="16256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68260" y="3169920"/>
            <a:ext cx="162560" cy="16256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74660" y="3169920"/>
            <a:ext cx="162560" cy="16256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49060" y="3373120"/>
            <a:ext cx="162560" cy="1625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652260" y="3373120"/>
            <a:ext cx="162560" cy="1625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855460" y="3373120"/>
            <a:ext cx="162560" cy="1625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058660" y="3373120"/>
            <a:ext cx="162560" cy="16256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261860" y="3373120"/>
            <a:ext cx="162560" cy="16256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465060" y="3373120"/>
            <a:ext cx="162560" cy="16256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871460" y="3373120"/>
            <a:ext cx="162560" cy="16256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77860" y="3373120"/>
            <a:ext cx="162560" cy="16256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449060" y="3576320"/>
            <a:ext cx="162560" cy="1625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52260" y="3576320"/>
            <a:ext cx="162560" cy="1625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5460" y="3576320"/>
            <a:ext cx="162560" cy="162560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58660" y="3576320"/>
            <a:ext cx="162560" cy="16256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61860" y="3576320"/>
            <a:ext cx="162560" cy="162560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65060" y="3576320"/>
            <a:ext cx="162560" cy="16256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668260" y="3576320"/>
            <a:ext cx="162560" cy="162560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074660" y="3576320"/>
            <a:ext cx="162560" cy="16256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83" name="Picture 82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84" name="Rectangle 83"/>
          <p:cNvSpPr/>
          <p:nvPr/>
        </p:nvSpPr>
        <p:spPr>
          <a:xfrm>
            <a:off x="9243060" y="31699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446260" y="31699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649460" y="31699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852660" y="31699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55860" y="31699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259060" y="31699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462260" y="31699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868660" y="31699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243060" y="3373120"/>
            <a:ext cx="162560" cy="16256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446260" y="33731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649460" y="33731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852660" y="33731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055860" y="33731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259060" y="33731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665460" y="33731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1071860" y="33731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243060" y="35763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446260" y="35763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649460" y="35763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852660" y="35763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055860" y="35763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259060" y="35763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462260" y="35763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868660" y="3576320"/>
            <a:ext cx="162560" cy="16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"piksel_pita", "x": ..., "y": ..., "w": ..., "h": ..., "warna": ["oranye"]}]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Piksel sudut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Bingkai wilayah pantauan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3318" y="2359378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9096" y="2359378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14873" y="2359378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40651" y="2359378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66429" y="2359378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3318" y="2585156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89096" y="2585156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14873" y="2585156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0651" y="2585156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6429" y="2585156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3318" y="2810933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89096" y="2810933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3318" y="3036711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9096" y="3036711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3318" y="3262489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9096" y="3262489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43762" y="3262489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9540" y="3262489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43762" y="3488267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69540" y="3488267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43762" y="3714044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69540" y="3714044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66429" y="3939822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92207" y="3939822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17984" y="3939822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43762" y="3939822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69540" y="3939822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766429" y="4165600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992207" y="4165600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17984" y="4165600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43762" y="4165600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69540" y="4165600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318" y="2359378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83096" y="2359378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08873" y="2359378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34651" y="2359378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60429" y="2359378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318" y="2585156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83096" y="2585156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08873" y="2585156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34651" y="2585156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60429" y="2585156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318" y="2810933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83096" y="2810933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7318" y="3036711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883096" y="3036711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7318" y="3262489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83096" y="3262489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237762" y="3262489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63540" y="3262489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237762" y="3488267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63540" y="3488267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37762" y="3714044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63540" y="3714044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560429" y="3939822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86207" y="3939822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11984" y="3939822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37762" y="3939822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463540" y="3939822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60429" y="4165600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86207" y="4165600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011984" y="4165600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237762" y="4165600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463540" y="4165600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451318" y="2359378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77096" y="2359378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02873" y="2359378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28651" y="2359378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54429" y="2359378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451318" y="2585156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77096" y="2585156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02873" y="2585156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28651" y="2585156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54429" y="2585156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451318" y="2810933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677096" y="2810933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451318" y="3036711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677096" y="3036711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451318" y="3262489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677096" y="3262489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31762" y="3262489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57540" y="3262489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31762" y="3488267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57540" y="3488267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31762" y="3714044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257540" y="3714044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354429" y="3939822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80207" y="3939822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805984" y="3939822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31762" y="3939822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257540" y="3939822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354429" y="4165600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580207" y="4165600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805984" y="4165600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031762" y="4165600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257540" y="4165600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107" name="Picture 106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108" name="Rectangle 107"/>
          <p:cNvSpPr/>
          <p:nvPr/>
        </p:nvSpPr>
        <p:spPr>
          <a:xfrm>
            <a:off x="9245318" y="2359378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71096" y="2359378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96873" y="2359378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922651" y="2359378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148429" y="2359378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245318" y="2585156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471096" y="2585156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96873" y="2585156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922651" y="2585156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148429" y="2585156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245318" y="2810933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471096" y="2810933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45318" y="3036711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471096" y="3036711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245318" y="3262489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471096" y="3262489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825762" y="3262489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051540" y="3262489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825762" y="3488267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051540" y="3488267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825762" y="3714044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1051540" y="3714044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148429" y="3939822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0374207" y="3939822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599984" y="3939822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825762" y="3939822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051540" y="3939822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0148429" y="4165600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0374207" y="4165600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0599984" y="4165600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825762" y="4165600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1051540" y="4165600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"piksel_sudut", "x": ..., "y": ..., "w": ..., "h": ..., "warna": ["oranye"]}]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Piksel radius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Radius dampak versi citra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82849" y="2355273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28667" y="2540000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3395" y="2540000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98122" y="2540000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82849" y="2540000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67576" y="2540000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52304" y="2540000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7031" y="2540000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3940" y="2724727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28667" y="2724727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13395" y="2724727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8122" y="2724727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82849" y="2724727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67576" y="2724727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52304" y="2724727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37031" y="2724727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21758" y="2724727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43940" y="2909455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28667" y="2909455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13395" y="2909455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98122" y="2909455"/>
            <a:ext cx="147782" cy="14778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82849" y="2909455"/>
            <a:ext cx="147782" cy="14778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67576" y="2909455"/>
            <a:ext cx="147782" cy="14778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52304" y="2909455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37031" y="2909455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21758" y="2909455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3940" y="3094182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28667" y="3094182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13395" y="3094182"/>
            <a:ext cx="147782" cy="14778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98122" y="3094182"/>
            <a:ext cx="147782" cy="14778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82849" y="3094182"/>
            <a:ext cx="147782" cy="14778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67576" y="3094182"/>
            <a:ext cx="147782" cy="14778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152304" y="3094182"/>
            <a:ext cx="147782" cy="14778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337031" y="3094182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21758" y="3094182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9213" y="3278909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43940" y="3278909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28667" y="3278909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413395" y="3278909"/>
            <a:ext cx="147782" cy="14778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598122" y="3278909"/>
            <a:ext cx="147782" cy="14778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82849" y="3278909"/>
            <a:ext cx="147782" cy="14778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967576" y="3278909"/>
            <a:ext cx="147782" cy="14778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152304" y="3278909"/>
            <a:ext cx="147782" cy="14778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337031" y="3278909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21758" y="3278909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06485" y="3278909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43940" y="3463636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28667" y="3463636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413395" y="3463636"/>
            <a:ext cx="147782" cy="14778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98122" y="3463636"/>
            <a:ext cx="147782" cy="14778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82849" y="3463636"/>
            <a:ext cx="147782" cy="14778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7576" y="3463636"/>
            <a:ext cx="147782" cy="14778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52304" y="3463636"/>
            <a:ext cx="147782" cy="14778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337031" y="3463636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521758" y="3463636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43940" y="3648364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228667" y="3648364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413395" y="3648364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598122" y="3648364"/>
            <a:ext cx="147782" cy="14778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782849" y="3648364"/>
            <a:ext cx="147782" cy="14778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967576" y="3648364"/>
            <a:ext cx="147782" cy="14778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152304" y="3648364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337031" y="3648364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521758" y="3648364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43940" y="3833091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28667" y="3833091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413395" y="3833091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598122" y="3833091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82849" y="3833091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967576" y="3833091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152304" y="3833091"/>
            <a:ext cx="147782" cy="14778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337031" y="3833091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521758" y="3833091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228667" y="4017818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13395" y="4017818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598122" y="4017818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782849" y="4017818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967576" y="4017818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152304" y="4017818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337031" y="4017818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82849" y="4202545"/>
            <a:ext cx="147782" cy="147782"/>
          </a:xfrm>
          <a:prstGeom prst="rect">
            <a:avLst/>
          </a:prstGeom>
          <a:solidFill>
            <a:srgbClr val="F4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576849" y="2355273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022667" y="2540000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207395" y="2540000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392122" y="2540000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576849" y="2540000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761576" y="2540000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946304" y="2540000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131031" y="2540000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837940" y="2724727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022667" y="2724727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207395" y="2724727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392122" y="2724727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576849" y="2724727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761576" y="2724727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946304" y="2724727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131031" y="2724727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315758" y="2724727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837940" y="2909455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022667" y="2909455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207395" y="2909455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392122" y="2909455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576849" y="2909455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761576" y="2909455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946304" y="2909455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131031" y="2909455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315758" y="2909455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3837940" y="3094182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022667" y="3094182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207395" y="3094182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392122" y="3094182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576849" y="3094182"/>
            <a:ext cx="147782" cy="14778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761576" y="3094182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946304" y="3094182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5131031" y="3094182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315758" y="3094182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53213" y="3278909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37940" y="3278909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22667" y="3278909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07395" y="3278909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92122" y="3278909"/>
            <a:ext cx="147782" cy="14778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576849" y="3278909"/>
            <a:ext cx="147782" cy="14778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761576" y="3278909"/>
            <a:ext cx="147782" cy="14778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946304" y="3278909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131031" y="3278909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315758" y="3278909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500485" y="3278909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837940" y="3463636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022667" y="3463636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207395" y="3463636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392122" y="3463636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576849" y="3463636"/>
            <a:ext cx="147782" cy="14778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761576" y="3463636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46304" y="3463636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31031" y="3463636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15758" y="3463636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837940" y="3648364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022667" y="3648364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207395" y="3648364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392122" y="3648364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4576849" y="3648364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761576" y="3648364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4946304" y="3648364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131031" y="3648364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315758" y="3648364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837940" y="3833091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4022667" y="3833091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207395" y="3833091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392122" y="3833091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576849" y="3833091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4761576" y="3833091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4946304" y="3833091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5131031" y="3833091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315758" y="3833091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4022667" y="4017818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207395" y="4017818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4392122" y="4017818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4576849" y="4017818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761576" y="4017818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946304" y="4017818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5131031" y="4017818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4576849" y="4202545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370849" y="2355273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816667" y="2540000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001395" y="2540000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186122" y="2540000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370849" y="2540000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555576" y="2540000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0304" y="2540000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25031" y="2540000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6631940" y="2724727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816667" y="2724727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001395" y="2724727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7186122" y="2724727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7370849" y="2724727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7555576" y="2724727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740304" y="2724727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7925031" y="2724727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109758" y="2724727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631940" y="2909455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6816667" y="2909455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001395" y="2909455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186122" y="2909455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70849" y="2909455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555576" y="2909455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7740304" y="2909455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925031" y="2909455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8109758" y="2909455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6631940" y="3094182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816667" y="3094182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7001395" y="3094182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7186122" y="3094182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7370849" y="3094182"/>
            <a:ext cx="147782" cy="14778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7555576" y="3094182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740304" y="3094182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925031" y="3094182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8109758" y="3094182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447213" y="3278909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631940" y="3278909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816667" y="3278909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001395" y="3278909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7186122" y="3278909"/>
            <a:ext cx="147782" cy="14778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7370849" y="3278909"/>
            <a:ext cx="147782" cy="14778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7555576" y="3278909"/>
            <a:ext cx="147782" cy="14778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7740304" y="3278909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7925031" y="3278909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8109758" y="3278909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8294485" y="3278909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631940" y="3463636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16667" y="3463636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01395" y="3463636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6122" y="3463636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370849" y="3463636"/>
            <a:ext cx="147782" cy="14778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555576" y="3463636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740304" y="3463636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925031" y="3463636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8109758" y="3463636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631940" y="3648364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816667" y="3648364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001395" y="3648364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186122" y="3648364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370849" y="3648364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7555576" y="3648364"/>
            <a:ext cx="147782" cy="14778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740304" y="3648364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7925031" y="3648364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8109758" y="3648364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6631940" y="3833091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816667" y="3833091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7001395" y="3833091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7186122" y="3833091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7370849" y="3833091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7555576" y="3833091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7740304" y="3833091"/>
            <a:ext cx="147782" cy="14778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7925031" y="3833091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109758" y="3833091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816667" y="4017818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001395" y="4017818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7186122" y="4017818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7370849" y="4017818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7555576" y="4017818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7740304" y="4017818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7925031" y="4017818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7370849" y="4202545"/>
            <a:ext cx="147782" cy="147782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254" name="Picture 253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255" name="Rectangle 254"/>
          <p:cNvSpPr/>
          <p:nvPr/>
        </p:nvSpPr>
        <p:spPr>
          <a:xfrm>
            <a:off x="10164849" y="2355273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610667" y="2540000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795395" y="2540000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980122" y="2540000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0164849" y="2540000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0349576" y="2540000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0534304" y="2540000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0719031" y="2540000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425940" y="2724727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610667" y="2724727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795395" y="2724727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980122" y="2724727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0164849" y="2724727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0349576" y="2724727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0534304" y="2724727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0719031" y="2724727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0903758" y="2724727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9425940" y="2909455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610667" y="2909455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795395" y="2909455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980122" y="2909455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10164849" y="2909455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10349576" y="2909455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0534304" y="2909455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0719031" y="2909455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0903758" y="2909455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425940" y="3094182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610667" y="3094182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795395" y="3094182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980122" y="3094182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0164849" y="3094182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0349576" y="3094182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0534304" y="3094182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0719031" y="3094182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0903758" y="3094182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241213" y="3278909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9425940" y="3278909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9610667" y="3278909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9795395" y="3278909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9980122" y="3278909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164849" y="3278909"/>
            <a:ext cx="147782" cy="14778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349576" y="3278909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534304" y="3278909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719031" y="3278909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903758" y="3278909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1088485" y="3278909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425940" y="3463636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9610667" y="3463636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9795395" y="3463636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9980122" y="3463636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0164849" y="3463636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349576" y="3463636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534304" y="3463636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719031" y="3463636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903758" y="3463636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9425940" y="3648364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9610667" y="3648364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9795395" y="3648364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9980122" y="3648364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164849" y="3648364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349576" y="3648364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534304" y="3648364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719031" y="3648364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903758" y="3648364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9425940" y="3833091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9610667" y="3833091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9795395" y="3833091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9980122" y="3833091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164849" y="3833091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0349576" y="3833091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534304" y="3833091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719031" y="3833091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903758" y="3833091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9610667" y="4017818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795395" y="4017818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9980122" y="4017818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0164849" y="4017818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349576" y="4017818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534304" y="4017818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0719031" y="4017818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0164849" y="4202545"/>
            <a:ext cx="147782" cy="14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"piksel_radius", "x": ..., "y": ..., "w": ..., "h": ..., "warna": ["oranye"]}]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620000" cy="431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lang="id-ID">
                <a:solidFill>
                  <a:srgbClr val="1A1A1A"/>
                </a:solidFill>
                <a:latin typeface="Roboto"/>
              </a:rPr>
              <a:t>Piksel kolom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2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2E3440"/>
                </a:solidFill>
                <a:latin typeface="Roboto"/>
              </a:rPr>
              <a:t>Data terukur dan curah hujan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0800"/>
            <a:ext cx="1109472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66429" y="2359378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66429" y="2585156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17984" y="2585156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40651" y="2810933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66429" y="2810933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17984" y="2810933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40651" y="3036711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6429" y="3036711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92207" y="3036711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984" y="3036711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9096" y="3262489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0651" y="3262489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6429" y="3262489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92207" y="3262489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17984" y="3262489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9096" y="3488267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14873" y="3488267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40651" y="3488267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66429" y="3488267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92207" y="3488267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17984" y="3488267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43762" y="3488267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3318" y="3714044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89096" y="3714044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14873" y="3714044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40651" y="3714044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766429" y="3714044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92207" y="3714044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17984" y="3714044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43762" y="3714044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3318" y="3939822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89096" y="3939822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873" y="3939822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540651" y="3939822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766429" y="3939822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92207" y="3939822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17984" y="3939822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443762" y="3939822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669540" y="3939822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3318" y="4165600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89096" y="4165600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314873" y="4165600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540651" y="4165600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766429" y="4165600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992207" y="4165600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17984" y="4165600"/>
            <a:ext cx="180622" cy="180622"/>
          </a:xfrm>
          <a:prstGeom prst="rect">
            <a:avLst/>
          </a:prstGeom>
          <a:solidFill>
            <a:srgbClr val="8F3F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443762" y="4165600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669540" y="4165600"/>
            <a:ext cx="180622" cy="180622"/>
          </a:xfrm>
          <a:prstGeom prst="rect">
            <a:avLst/>
          </a:prstGeom>
          <a:solidFill>
            <a:srgbClr val="E889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Oranye dan navy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42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60429" y="2359378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60429" y="2585156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11984" y="2585156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34651" y="2810933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60429" y="2810933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11984" y="2810933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34651" y="3036711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60429" y="3036711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786207" y="3036711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11984" y="3036711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883096" y="3262489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334651" y="3262489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60429" y="3262489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786207" y="3262489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011984" y="3262489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883096" y="3488267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108873" y="3488267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334651" y="3488267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60429" y="3488267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86207" y="3488267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011984" y="3488267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237762" y="3488267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657318" y="3714044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883096" y="3714044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108873" y="3714044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334651" y="3714044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560429" y="3714044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86207" y="3714044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011984" y="3714044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237762" y="3714044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57318" y="3939822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883096" y="3939822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108873" y="3939822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334651" y="3939822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560429" y="3939822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786207" y="3939822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011984" y="3939822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237762" y="3939822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463540" y="3939822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657318" y="4165600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883096" y="4165600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108873" y="4165600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334651" y="4165600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560429" y="4165600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786207" y="4165600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011984" y="4165600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237762" y="4165600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463540" y="4165600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342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oranye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36640" y="1574800"/>
            <a:ext cx="2616200" cy="3810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354429" y="2359378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354429" y="2585156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805984" y="2585156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128651" y="2810933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354429" y="2810933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805984" y="2810933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128651" y="3036711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354429" y="3036711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580207" y="3036711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805984" y="3036711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677096" y="3262489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128651" y="3262489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354429" y="3262489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580207" y="3262489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805984" y="3262489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677096" y="3488267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902873" y="3488267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128651" y="3488267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354429" y="3488267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580207" y="3488267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805984" y="3488267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031762" y="3488267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451318" y="3714044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677096" y="3714044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902873" y="3714044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128651" y="3714044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354429" y="3714044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580207" y="3714044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805984" y="3714044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031762" y="3714044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451318" y="3939822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677096" y="3939822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902873" y="3939822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128651" y="3939822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354429" y="3939822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580207" y="3939822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805984" y="3939822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031762" y="3939822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257540" y="3939822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451318" y="4165600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677096" y="4165600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902873" y="4165600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128651" y="4165600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354429" y="4165600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580207" y="4165600"/>
            <a:ext cx="180622" cy="180622"/>
          </a:xfrm>
          <a:prstGeom prst="rect">
            <a:avLst/>
          </a:prstGeom>
          <a:solidFill>
            <a:srgbClr val="4F6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805984" y="4165600"/>
            <a:ext cx="180622" cy="180622"/>
          </a:xfrm>
          <a:prstGeom prst="rect">
            <a:avLst/>
          </a:prstGeom>
          <a:solidFill>
            <a:srgbClr val="243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031762" y="4165600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257540" y="4165600"/>
            <a:ext cx="180622" cy="180622"/>
          </a:xfrm>
          <a:prstGeom prst="rect">
            <a:avLst/>
          </a:prstGeom>
          <a:solidFill>
            <a:srgbClr val="7F93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136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Navy dan abu-biru</a:t>
            </a:r>
          </a:p>
        </p:txBody>
      </p:sp>
      <p:pic>
        <p:nvPicPr>
          <p:cNvPr id="155" name="Picture 154" descr="katalog-elemen-kisi-huntap-aceh-206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0" y="1574800"/>
            <a:ext cx="2616200" cy="3810000"/>
          </a:xfrm>
          <a:prstGeom prst="rect">
            <a:avLst/>
          </a:prstGeom>
        </p:spPr>
      </p:pic>
      <p:sp>
        <p:nvSpPr>
          <p:cNvPr id="156" name="Rectangle 155"/>
          <p:cNvSpPr/>
          <p:nvPr/>
        </p:nvSpPr>
        <p:spPr>
          <a:xfrm>
            <a:off x="10148429" y="2359378"/>
            <a:ext cx="180622" cy="180622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0148429" y="2585156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0599984" y="2585156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9922651" y="2810933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148429" y="2810933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0599984" y="2810933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9922651" y="3036711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0148429" y="3036711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0374207" y="3036711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0599984" y="3036711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471096" y="3262489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922651" y="3262489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148429" y="3262489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374207" y="3262489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0599984" y="3262489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471096" y="3488267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696873" y="3488267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922651" y="3488267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0148429" y="3488267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0374207" y="3488267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0599984" y="3488267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0825762" y="3488267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245318" y="3714044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471096" y="3714044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696873" y="3714044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922651" y="3714044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0148429" y="3714044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10374207" y="3714044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10599984" y="3714044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0825762" y="3714044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245318" y="3939822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471096" y="3939822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696873" y="3939822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922651" y="3939822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0148429" y="3939822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0374207" y="3939822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0599984" y="3939822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0825762" y="3939822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1051540" y="3939822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245318" y="4165600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471096" y="4165600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696873" y="4165600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9922651" y="4165600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0148429" y="4165600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0374207" y="4165600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10599984" y="4165600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0825762" y="4165600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11051540" y="4165600"/>
            <a:ext cx="180622" cy="180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8930640" y="5511800"/>
            <a:ext cx="2616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Putih di atas foto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48640" y="5969000"/>
            <a:ext cx="11049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6B7280"/>
                </a:solidFill>
                <a:latin typeface="Roboto"/>
              </a:rPr>
              <a:t>Pakai di spek slide mana pun: "hiasan": [{"jenis": "piksel_kolom", "x": ..., "y": ..., "w": ..., "h": ..., "warna": ["oranye"]}]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Karhutla 6 Provinsi Prioritas</dc:title>
  <dc:subject>PptxGenJS Presentation</dc:subject>
  <dc:creator>BNPB</dc:creator>
  <cp:lastModifiedBy>BNPB</cp:lastModifiedBy>
  <cp:revision>1</cp:revision>
  <dcterms:created xsi:type="dcterms:W3CDTF">2026-10-22T07:37:45Z</dcterms:created>
  <dcterms:modified xsi:type="dcterms:W3CDTF">2026-10-22T07:37:45Z</dcterms:modified>
</cp:coreProperties>
</file>