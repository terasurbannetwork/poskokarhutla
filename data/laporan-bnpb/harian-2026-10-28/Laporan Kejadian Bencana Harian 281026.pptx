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2-1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2.xml"/><Relationship Id="rIdM1" Type="http://schemas.openxmlformats.org/officeDocument/2006/relationships/image" Target="../media/h-tpl-ppt-media-image-2-2.png"/><Relationship Id="rIdM2" Type="http://schemas.openxmlformats.org/officeDocument/2006/relationships/image" Target="../media/h-tpl-ppt-media-image-2-3.png"/><Relationship Id="rIdM3" Type="http://schemas.openxmlformats.org/officeDocument/2006/relationships/image" Target="../media/h-tpl-ppt-media-image-2-4.png"/><Relationship Id="rIdM4" Type="http://schemas.openxmlformats.org/officeDocument/2006/relationships/image" Target="../media/h-tpl-ppt-media-image-2-5.png"/><Relationship Id="rIdM5" Type="http://schemas.openxmlformats.org/officeDocument/2006/relationships/image" Target="../media/h-tpl-ppt-media-image-2-6.png"/><Relationship Id="rIdM6" Type="http://schemas.openxmlformats.org/officeDocument/2006/relationships/image" Target="../media/h-tpl-ppt-media-image-2-7.png"/><Relationship Id="rIdM7" Type="http://schemas.openxmlformats.org/officeDocument/2006/relationships/image" Target="../media/h-ik-awas-slate.png"/><Relationship Id="rIdM8" Type="http://schemas.openxmlformats.org/officeDocument/2006/relationships/image" Target="../media/h-ik-awas-merah.png"/><Relationship Id="rIdM9" Type="http://schemas.openxmlformats.org/officeDocument/2006/relationships/image" Target="../media/h-peta.png"/><Relationship Id="rIdM10" Type="http://schemas.openxmlformats.org/officeDocument/2006/relationships/image" Target="../media/h-tpl-ppt-media-image-2-10.png"/><Relationship Id="rIdM11" Type="http://schemas.openxmlformats.org/officeDocument/2006/relationships/image" Target="../media/h-tpl-ppt-media-image-2-11.png"/><Relationship Id="rIdM12" Type="http://schemas.openxmlformats.org/officeDocument/2006/relationships/image" Target="../media/h-tpl-ppt-media-image-2-12.png"/><Relationship Id="rIdM13" Type="http://schemas.openxmlformats.org/officeDocument/2006/relationships/image" Target="../media/h-tpl-ppt-media-image-2-13.png"/><Relationship Id="rIdM14" Type="http://schemas.openxmlformats.org/officeDocument/2006/relationships/image" Target="../media/h-tpl-ppt-media-image-2-32.png"/><Relationship Id="rIdM15" Type="http://schemas.openxmlformats.org/officeDocument/2006/relationships/image" Target="../media/h-tpl-ppt-media-image-3-37.png"/><Relationship Id="rIdM16" Type="http://schemas.openxmlformats.org/officeDocument/2006/relationships/image" Target="../media/h-ik-banjir-putih.png"/><Relationship Id="rIdM17" Type="http://schemas.openxmlformats.org/officeDocument/2006/relationships/image" Target="../media/h-ik-orang-slate.png"/><Relationship Id="rIdM18" Type="http://schemas.openxmlformats.org/officeDocument/2006/relationships/image" Target="../media/h-ik-api-putih.png"/><Relationship Id="rIdM19" Type="http://schemas.openxmlformats.org/officeDocument/2006/relationships/image" Target="../media/h-ik-api-merah.png"/><Relationship Id="rIdM20" Type="http://schemas.openxmlformats.org/officeDocument/2006/relationships/image" Target="../media/h-ik-gempa-putih.png"/><Relationship Id="rIdM21" Type="http://schemas.openxmlformats.org/officeDocument/2006/relationships/image" Target="../media/h-ik-angin-putih.png"/><Relationship Id="rIdM22" Type="http://schemas.openxmlformats.org/officeDocument/2006/relationships/image" Target="../media/h-tpl-ppt-media-image-2-30.png"/><Relationship Id="rIdM23" Type="http://schemas.openxmlformats.org/officeDocument/2006/relationships/image" Target="../media/h-tpl-ppt-media-image-2-3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45" Type="http://schemas.openxmlformats.org/officeDocument/2006/relationships/slideLayout" Target="../slideLayouts/slideLayout2.xml"/><Relationship Id="rId46" Type="http://schemas.openxmlformats.org/officeDocument/2006/relationships/notesSlide" Target="../notesSlides/notesSlide3.xml"/><Relationship Id="rIdM1" Type="http://schemas.openxmlformats.org/officeDocument/2006/relationships/image" Target="../media/h-tpl-ppt-media-image-2-12.png"/><Relationship Id="rIdM2" Type="http://schemas.openxmlformats.org/officeDocument/2006/relationships/image" Target="../media/h-tpl-ppt-media-image-2-11.png"/><Relationship Id="rIdM3" Type="http://schemas.openxmlformats.org/officeDocument/2006/relationships/image" Target="../media/h-tpl-ppt-media-image-3-4.png"/><Relationship Id="rIdM4" Type="http://schemas.openxmlformats.org/officeDocument/2006/relationships/image" Target="../media/h-tpl-ppt-media-image-2-13.png"/><Relationship Id="rIdM5" Type="http://schemas.openxmlformats.org/officeDocument/2006/relationships/image" Target="../media/h-tpl-ppt-media-image-2-10.png"/><Relationship Id="rIdM6" Type="http://schemas.openxmlformats.org/officeDocument/2006/relationships/image" Target="../media/h-ik-gempa-putih.png"/><Relationship Id="rIdM7" Type="http://schemas.openxmlformats.org/officeDocument/2006/relationships/image" Target="../media/h-ik-gempa-slate.png"/><Relationship Id="rIdM8" Type="http://schemas.openxmlformats.org/officeDocument/2006/relationships/image" Target="../media/h-ik-kalender-oranye.png"/><Relationship Id="rIdM9" Type="http://schemas.openxmlformats.org/officeDocument/2006/relationships/image" Target="../media/h-ik-tenda-slate.png"/><Relationship Id="rIdM10" Type="http://schemas.openxmlformats.org/officeDocument/2006/relationships/image" Target="../media/h-ik-hati-merah.png"/><Relationship Id="rIdM11" Type="http://schemas.openxmlformats.org/officeDocument/2006/relationships/image" Target="../media/h-ik-orang-slate.png"/><Relationship Id="rIdM12" Type="http://schemas.openxmlformats.org/officeDocument/2006/relationships/image" Target="../media/h-ik-api-putih.png"/><Relationship Id="rIdM13" Type="http://schemas.openxmlformats.org/officeDocument/2006/relationships/image" Target="../media/h-ik-api-merah.png"/><Relationship Id="rIdM14" Type="http://schemas.openxmlformats.org/officeDocument/2006/relationships/image" Target="../media/h-ik-api-oranye.png"/><Relationship Id="rIdM15" Type="http://schemas.openxmlformats.org/officeDocument/2006/relationships/image" Target="../media/h-ik-sampah-slate.png"/><Relationship Id="rIdM16" Type="http://schemas.openxmlformats.org/officeDocument/2006/relationships/image" Target="../media/h-ik-banjir-putih.png"/><Relationship Id="rIdM17" Type="http://schemas.openxmlformats.org/officeDocument/2006/relationships/image" Target="../media/h-ik-banjir-navy.png"/><Relationship Id="rIdM18" Type="http://schemas.openxmlformats.org/officeDocument/2006/relationships/image" Target="../media/h-ik-rumah-slate.png"/><Relationship Id="rIdM19" Type="http://schemas.openxmlformats.org/officeDocument/2006/relationships/image" Target="../media/h-ik-angin-putih.png"/><Relationship Id="rIdM20" Type="http://schemas.openxmlformats.org/officeDocument/2006/relationships/image" Target="../media/h-ik-angin-slate.png"/><Relationship Id="rIdM21" Type="http://schemas.openxmlformats.org/officeDocument/2006/relationships/image" Target="../media/h-ik-awas-oranye.png"/><Relationship Id="rIdM22" Type="http://schemas.openxmlformats.org/officeDocument/2006/relationships/image" Target="../media/h-tpl-ppt-media-image-3-34.png"/><Relationship Id="rIdM23" Type="http://schemas.openxmlformats.org/officeDocument/2006/relationships/image" Target="../media/h-tpl-ppt-media-image-3-38.png"/><Relationship Id="rIdM24" Type="http://schemas.openxmlformats.org/officeDocument/2006/relationships/image" Target="../media/h-ik-truk-kering.png"/><Relationship Id="rIdM25" Type="http://schemas.openxmlformats.org/officeDocument/2006/relationships/image" Target="../media/h-ik-awas-putih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18134"/>
            <a:ext cx="542834" cy="68397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28455" y="4572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2" descr="img/berakhla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615" y="530352"/>
            <a:ext cx="2240280" cy="85256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783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</a:t>
            </a:r>
            <a:endParaRPr lang="en-US" sz="34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30175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349300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sp>
        <p:nvSpPr>
          <p:cNvPr id="10" name="Shape 5"/>
          <p:cNvSpPr/>
          <p:nvPr/>
        </p:nvSpPr>
        <p:spPr>
          <a:xfrm>
            <a:off x="612648" y="3547872"/>
            <a:ext cx="274320" cy="274320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607308"/>
            <a:ext cx="155448" cy="1554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PERIODE  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 2026, 07.00  –  28 Okt 2026, 07.00 WIB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48640" y="4206240"/>
            <a:ext cx="51206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48640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DISAMPAIKAN OLEH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Letnan Jenderal TNI Kristomei Sianturi, S.Sos., M.Si., M.Si. (Han)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4828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Kepala Badan Nasional Penanggulangan Bencana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5303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48640" y="5303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Rabu, 28 Oktober 2026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573" name="T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Laporan 27–28 Oktober 2026: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27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 di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18 provinsi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terdiri atas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karhutla,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7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kekeringan, dan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7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</a:t>
            </a:r>
            <a:endParaRPr lang="id-ID" sz="2000"/>
          </a:p>
        </p:txBody>
      </p:sp>
      <p:sp>
        <p:nvSpPr>
          <p:cNvPr id="301" name="K"/>
          <p:cNvSpPr/>
          <p:nvPr/>
        </p:nvSpPr>
        <p:spPr>
          <a:xfrm>
            <a:off x="548640" y="1280160"/>
            <a:ext cx="8579267" cy="932688"/>
          </a:xfrm>
          <a:prstGeom prst="roundRect">
            <a:avLst>
              <a:gd name="adj" fmla="val 7843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302" name="K"/>
          <p:cNvSpPr/>
          <p:nvPr/>
        </p:nvSpPr>
        <p:spPr>
          <a:xfrm>
            <a:off x="658368" y="1335024"/>
            <a:ext cx="152521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</p:sp>
      <p:pic>
        <p:nvPicPr>
          <p:cNvPr id="303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371600"/>
            <a:ext cx="109728" cy="109728"/>
          </a:xfrm>
          <a:prstGeom prst="rect">
            <a:avLst/>
          </a:prstGeom>
        </p:spPr>
      </p:pic>
      <p:sp>
        <p:nvSpPr>
          <p:cNvPr id="304" name="T"/>
          <p:cNvSpPr txBox="1"/>
          <p:nvPr/>
        </p:nvSpPr>
        <p:spPr>
          <a:xfrm>
            <a:off x="896112" y="1335024"/>
            <a:ext cx="1265219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KEJADIAN BENCANA</a:t>
            </a:r>
            <a:endParaRPr lang="id-ID" sz="660"/>
          </a:p>
        </p:txBody>
      </p:sp>
      <p:sp>
        <p:nvSpPr>
          <p:cNvPr id="305" name="K"/>
          <p:cNvSpPr/>
          <p:nvPr/>
        </p:nvSpPr>
        <p:spPr>
          <a:xfrm>
            <a:off x="9402227" y="1280160"/>
            <a:ext cx="2240829" cy="932688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>
            <a:noFill/>
          </a:ln>
        </p:spPr>
      </p:sp>
      <p:sp>
        <p:nvSpPr>
          <p:cNvPr id="306" name="K"/>
          <p:cNvSpPr/>
          <p:nvPr/>
        </p:nvSpPr>
        <p:spPr>
          <a:xfrm>
            <a:off x="9511955" y="1335024"/>
            <a:ext cx="1453896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</p:sp>
      <p:pic>
        <p:nvPicPr>
          <p:cNvPr id="30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9585107" y="1371600"/>
            <a:ext cx="109728" cy="109728"/>
          </a:xfrm>
          <a:prstGeom prst="rect">
            <a:avLst/>
          </a:prstGeom>
        </p:spPr>
      </p:pic>
      <p:sp>
        <p:nvSpPr>
          <p:cNvPr id="308" name="T"/>
          <p:cNvSpPr txBox="1"/>
          <p:nvPr/>
        </p:nvSpPr>
        <p:spPr>
          <a:xfrm>
            <a:off x="9749699" y="1335024"/>
            <a:ext cx="1193896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660"/>
          </a:p>
        </p:txBody>
      </p:sp>
      <p:sp>
        <p:nvSpPr>
          <p:cNvPr id="309" name="K"/>
          <p:cNvSpPr/>
          <p:nvPr/>
        </p:nvSpPr>
        <p:spPr>
          <a:xfrm>
            <a:off x="658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0" name="K"/>
          <p:cNvSpPr/>
          <p:nvPr/>
        </p:nvSpPr>
        <p:spPr>
          <a:xfrm>
            <a:off x="76809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1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841248" y="1755648"/>
            <a:ext cx="182880" cy="182880"/>
          </a:xfrm>
          <a:prstGeom prst="rect">
            <a:avLst/>
          </a:prstGeom>
        </p:spPr>
      </p:pic>
      <p:sp>
        <p:nvSpPr>
          <p:cNvPr id="312" name="T"/>
          <p:cNvSpPr txBox="1"/>
          <p:nvPr/>
        </p:nvSpPr>
        <p:spPr>
          <a:xfrm>
            <a:off x="1170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33</a:t>
            </a:r>
            <a:endParaRPr lang="id-ID" sz="1700"/>
          </a:p>
        </p:txBody>
      </p:sp>
      <p:sp>
        <p:nvSpPr>
          <p:cNvPr id="313" name="T"/>
          <p:cNvSpPr txBox="1"/>
          <p:nvPr/>
        </p:nvSpPr>
        <p:spPr>
          <a:xfrm>
            <a:off x="1170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laporan kejadian</a:t>
            </a:r>
            <a:endParaRPr lang="id-ID" sz="750"/>
          </a:p>
        </p:txBody>
      </p:sp>
      <p:sp>
        <p:nvSpPr>
          <p:cNvPr id="314" name="K"/>
          <p:cNvSpPr/>
          <p:nvPr/>
        </p:nvSpPr>
        <p:spPr>
          <a:xfrm>
            <a:off x="23486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5" name="K"/>
          <p:cNvSpPr/>
          <p:nvPr/>
        </p:nvSpPr>
        <p:spPr>
          <a:xfrm>
            <a:off x="245834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6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2531498" y="1755648"/>
            <a:ext cx="182880" cy="182880"/>
          </a:xfrm>
          <a:prstGeom prst="rect">
            <a:avLst/>
          </a:prstGeom>
        </p:spPr>
      </p:pic>
      <p:sp>
        <p:nvSpPr>
          <p:cNvPr id="317" name="T"/>
          <p:cNvSpPr txBox="1"/>
          <p:nvPr/>
        </p:nvSpPr>
        <p:spPr>
          <a:xfrm>
            <a:off x="28606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27</a:t>
            </a:r>
            <a:endParaRPr lang="id-ID" sz="1700"/>
          </a:p>
        </p:txBody>
      </p:sp>
      <p:sp>
        <p:nvSpPr>
          <p:cNvPr id="318" name="T"/>
          <p:cNvSpPr txBox="1"/>
          <p:nvPr/>
        </p:nvSpPr>
        <p:spPr>
          <a:xfrm>
            <a:off x="28606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kejadian menonjol</a:t>
            </a:r>
            <a:endParaRPr lang="id-ID" sz="750"/>
          </a:p>
        </p:txBody>
      </p:sp>
      <p:sp>
        <p:nvSpPr>
          <p:cNvPr id="319" name="K"/>
          <p:cNvSpPr/>
          <p:nvPr/>
        </p:nvSpPr>
        <p:spPr>
          <a:xfrm>
            <a:off x="40388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0" name="K"/>
          <p:cNvSpPr/>
          <p:nvPr/>
        </p:nvSpPr>
        <p:spPr>
          <a:xfrm>
            <a:off x="4148596" y="1682496"/>
            <a:ext cx="329184" cy="329184"/>
          </a:xfrm>
          <a:prstGeom prst="ellipse">
            <a:avLst/>
          </a:prstGeom>
          <a:solidFill>
            <a:srgbClr val="FBE7D6"/>
          </a:solidFill>
          <a:ln>
            <a:noFill/>
          </a:ln>
        </p:spPr>
      </p:sp>
      <p:pic>
        <p:nvPicPr>
          <p:cNvPr id="321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4221748" y="1755648"/>
            <a:ext cx="182880" cy="182880"/>
          </a:xfrm>
          <a:prstGeom prst="rect">
            <a:avLst/>
          </a:prstGeom>
        </p:spPr>
      </p:pic>
      <p:sp>
        <p:nvSpPr>
          <p:cNvPr id="322" name="T"/>
          <p:cNvSpPr txBox="1"/>
          <p:nvPr/>
        </p:nvSpPr>
        <p:spPr>
          <a:xfrm>
            <a:off x="45509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endParaRPr lang="id-ID" sz="1700"/>
          </a:p>
        </p:txBody>
      </p:sp>
      <p:sp>
        <p:nvSpPr>
          <p:cNvPr id="323" name="T"/>
          <p:cNvSpPr txBox="1"/>
          <p:nvPr/>
        </p:nvSpPr>
        <p:spPr>
          <a:xfrm>
            <a:off x="45509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324" name="K"/>
          <p:cNvSpPr/>
          <p:nvPr/>
        </p:nvSpPr>
        <p:spPr>
          <a:xfrm>
            <a:off x="57291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5" name="K"/>
          <p:cNvSpPr/>
          <p:nvPr/>
        </p:nvSpPr>
        <p:spPr>
          <a:xfrm>
            <a:off x="5838846" y="1682496"/>
            <a:ext cx="329184" cy="329184"/>
          </a:xfrm>
          <a:prstGeom prst="ellipse">
            <a:avLst/>
          </a:prstGeom>
          <a:solidFill>
            <a:srgbClr val="F4ECDC"/>
          </a:solidFill>
          <a:ln>
            <a:noFill/>
          </a:ln>
        </p:spPr>
      </p:sp>
      <p:pic>
        <p:nvPicPr>
          <p:cNvPr id="326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5911998" y="1755648"/>
            <a:ext cx="182880" cy="182880"/>
          </a:xfrm>
          <a:prstGeom prst="rect">
            <a:avLst/>
          </a:prstGeom>
        </p:spPr>
      </p:pic>
      <p:sp>
        <p:nvSpPr>
          <p:cNvPr id="327" name="T"/>
          <p:cNvSpPr txBox="1"/>
          <p:nvPr/>
        </p:nvSpPr>
        <p:spPr>
          <a:xfrm>
            <a:off x="62411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7</a:t>
            </a:r>
            <a:endParaRPr lang="id-ID" sz="1700"/>
          </a:p>
        </p:txBody>
      </p:sp>
      <p:sp>
        <p:nvSpPr>
          <p:cNvPr id="328" name="T"/>
          <p:cNvSpPr txBox="1"/>
          <p:nvPr/>
        </p:nvSpPr>
        <p:spPr>
          <a:xfrm>
            <a:off x="62411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329" name="K"/>
          <p:cNvSpPr/>
          <p:nvPr/>
        </p:nvSpPr>
        <p:spPr>
          <a:xfrm>
            <a:off x="7419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0" name="K"/>
          <p:cNvSpPr/>
          <p:nvPr/>
        </p:nvSpPr>
        <p:spPr>
          <a:xfrm>
            <a:off x="7529096" y="1682496"/>
            <a:ext cx="329184" cy="329184"/>
          </a:xfrm>
          <a:prstGeom prst="ellipse">
            <a:avLst/>
          </a:prstGeom>
          <a:solidFill>
            <a:srgbClr val="E3EAF1"/>
          </a:solidFill>
          <a:ln>
            <a:noFill/>
          </a:ln>
        </p:spPr>
      </p:sp>
      <p:pic>
        <p:nvPicPr>
          <p:cNvPr id="331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7602248" y="1755648"/>
            <a:ext cx="182880" cy="182880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7931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7</a:t>
            </a:r>
            <a:endParaRPr lang="id-ID" sz="1700"/>
          </a:p>
        </p:txBody>
      </p:sp>
      <p:sp>
        <p:nvSpPr>
          <p:cNvPr id="333" name="T"/>
          <p:cNvSpPr txBox="1"/>
          <p:nvPr/>
        </p:nvSpPr>
        <p:spPr>
          <a:xfrm>
            <a:off x="7931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750"/>
          </a:p>
        </p:txBody>
      </p:sp>
      <p:sp>
        <p:nvSpPr>
          <p:cNvPr id="334" name="K"/>
          <p:cNvSpPr/>
          <p:nvPr/>
        </p:nvSpPr>
        <p:spPr>
          <a:xfrm>
            <a:off x="9511955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5" name="K"/>
          <p:cNvSpPr/>
          <p:nvPr/>
        </p:nvSpPr>
        <p:spPr>
          <a:xfrm>
            <a:off x="9621683" y="1682496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</p:sp>
      <p:pic>
        <p:nvPicPr>
          <p:cNvPr id="336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9694835" y="1755648"/>
            <a:ext cx="182880" cy="182880"/>
          </a:xfrm>
          <a:prstGeom prst="rect">
            <a:avLst/>
          </a:prstGeom>
        </p:spPr>
      </p:pic>
      <p:sp>
        <p:nvSpPr>
          <p:cNvPr id="337" name="T"/>
          <p:cNvSpPr txBox="1"/>
          <p:nvPr/>
        </p:nvSpPr>
        <p:spPr>
          <a:xfrm>
            <a:off x="10024019" y="1627632"/>
            <a:ext cx="1472733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7</a:t>
            </a:r>
            <a:endParaRPr lang="id-ID" sz="1700"/>
          </a:p>
        </p:txBody>
      </p:sp>
      <p:sp>
        <p:nvSpPr>
          <p:cNvPr id="338" name="T"/>
          <p:cNvSpPr txBox="1"/>
          <p:nvPr/>
        </p:nvSpPr>
        <p:spPr>
          <a:xfrm>
            <a:off x="10024019" y="1892808"/>
            <a:ext cx="1472733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kejadian perlu perhatian</a:t>
            </a:r>
            <a:endParaRPr lang="id-ID" sz="750"/>
          </a:p>
        </p:txBody>
      </p:sp>
      <p:pic>
        <p:nvPicPr>
          <p:cNvPr id="339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502920" y="2331720"/>
            <a:ext cx="7680960" cy="2880360"/>
          </a:xfrm>
          <a:prstGeom prst="rect">
            <a:avLst/>
          </a:prstGeom>
        </p:spPr>
      </p:pic>
      <p:sp>
        <p:nvSpPr>
          <p:cNvPr id="340" name="K"/>
          <p:cNvSpPr/>
          <p:nvPr/>
        </p:nvSpPr>
        <p:spPr>
          <a:xfrm>
            <a:off x="3980367" y="318319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1" name="T"/>
          <p:cNvSpPr txBox="1"/>
          <p:nvPr/>
        </p:nvSpPr>
        <p:spPr>
          <a:xfrm>
            <a:off x="3980367" y="318319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2" name="K"/>
          <p:cNvSpPr/>
          <p:nvPr/>
        </p:nvSpPr>
        <p:spPr>
          <a:xfrm>
            <a:off x="4113686" y="3132169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3" name="T"/>
          <p:cNvSpPr txBox="1"/>
          <p:nvPr/>
        </p:nvSpPr>
        <p:spPr>
          <a:xfrm>
            <a:off x="4113686" y="3132169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4" name="T"/>
          <p:cNvSpPr txBox="1"/>
          <p:nvPr/>
        </p:nvSpPr>
        <p:spPr>
          <a:xfrm>
            <a:off x="4254687" y="321976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Timur</a:t>
            </a:r>
            <a:endParaRPr lang="id-ID" sz="750"/>
          </a:p>
        </p:txBody>
      </p:sp>
      <p:sp>
        <p:nvSpPr>
          <p:cNvPr id="345" name="K"/>
          <p:cNvSpPr/>
          <p:nvPr/>
        </p:nvSpPr>
        <p:spPr>
          <a:xfrm>
            <a:off x="7871081" y="4351809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6" name="T"/>
          <p:cNvSpPr txBox="1"/>
          <p:nvPr/>
        </p:nvSpPr>
        <p:spPr>
          <a:xfrm>
            <a:off x="7871081" y="435180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7" name="K"/>
          <p:cNvSpPr/>
          <p:nvPr/>
        </p:nvSpPr>
        <p:spPr>
          <a:xfrm>
            <a:off x="8004400" y="430078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8" name="T"/>
          <p:cNvSpPr txBox="1"/>
          <p:nvPr/>
        </p:nvSpPr>
        <p:spPr>
          <a:xfrm>
            <a:off x="8004400" y="430078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9" name="T"/>
          <p:cNvSpPr txBox="1"/>
          <p:nvPr/>
        </p:nvSpPr>
        <p:spPr>
          <a:xfrm>
            <a:off x="6353177" y="4388385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750"/>
          </a:p>
        </p:txBody>
      </p:sp>
      <p:sp>
        <p:nvSpPr>
          <p:cNvPr id="350" name="K"/>
          <p:cNvSpPr/>
          <p:nvPr/>
        </p:nvSpPr>
        <p:spPr>
          <a:xfrm>
            <a:off x="4579153" y="3973437"/>
            <a:ext cx="265176" cy="26517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1" name="T"/>
          <p:cNvSpPr txBox="1"/>
          <p:nvPr/>
        </p:nvSpPr>
        <p:spPr>
          <a:xfrm>
            <a:off x="4579153" y="3973437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  <a:endParaRPr lang="id-ID" sz="850"/>
          </a:p>
        </p:txBody>
      </p:sp>
      <p:sp>
        <p:nvSpPr>
          <p:cNvPr id="352" name="K"/>
          <p:cNvSpPr/>
          <p:nvPr/>
        </p:nvSpPr>
        <p:spPr>
          <a:xfrm>
            <a:off x="4745390" y="4139675"/>
            <a:ext cx="155448" cy="155448"/>
          </a:xfrm>
          <a:prstGeom prst="ellipse">
            <a:avLst/>
          </a:prstGeom>
          <a:solidFill>
            <a:srgbClr val="B08A3E"/>
          </a:solidFill>
          <a:ln w="12700">
            <a:solidFill>
              <a:srgbClr val="FFFFFF"/>
            </a:solidFill>
          </a:ln>
        </p:spPr>
      </p:sp>
      <p:sp>
        <p:nvSpPr>
          <p:cNvPr id="353" name="T"/>
          <p:cNvSpPr txBox="1"/>
          <p:nvPr/>
        </p:nvSpPr>
        <p:spPr>
          <a:xfrm>
            <a:off x="4745390" y="4139675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  <a:endParaRPr lang="id-ID" sz="650"/>
          </a:p>
        </p:txBody>
      </p:sp>
      <p:sp>
        <p:nvSpPr>
          <p:cNvPr id="354" name="T"/>
          <p:cNvSpPr txBox="1"/>
          <p:nvPr/>
        </p:nvSpPr>
        <p:spPr>
          <a:xfrm>
            <a:off x="3980221" y="4313411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Selatan</a:t>
            </a:r>
            <a:endParaRPr lang="id-ID" sz="750"/>
          </a:p>
        </p:txBody>
      </p:sp>
      <p:sp>
        <p:nvSpPr>
          <p:cNvPr id="355" name="K"/>
          <p:cNvSpPr/>
          <p:nvPr/>
        </p:nvSpPr>
        <p:spPr>
          <a:xfrm>
            <a:off x="4881742" y="3897704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6" name="T"/>
          <p:cNvSpPr txBox="1"/>
          <p:nvPr/>
        </p:nvSpPr>
        <p:spPr>
          <a:xfrm>
            <a:off x="4881742" y="389770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7" name="K"/>
          <p:cNvSpPr/>
          <p:nvPr/>
        </p:nvSpPr>
        <p:spPr>
          <a:xfrm>
            <a:off x="5015062" y="3846681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58" name="T"/>
          <p:cNvSpPr txBox="1"/>
          <p:nvPr/>
        </p:nvSpPr>
        <p:spPr>
          <a:xfrm>
            <a:off x="5015062" y="3846681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59" name="T"/>
          <p:cNvSpPr txBox="1"/>
          <p:nvPr/>
        </p:nvSpPr>
        <p:spPr>
          <a:xfrm>
            <a:off x="5156062" y="39342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Tenggara</a:t>
            </a:r>
            <a:endParaRPr lang="id-ID" sz="750"/>
          </a:p>
        </p:txBody>
      </p:sp>
      <p:sp>
        <p:nvSpPr>
          <p:cNvPr id="360" name="K"/>
          <p:cNvSpPr/>
          <p:nvPr/>
        </p:nvSpPr>
        <p:spPr>
          <a:xfrm>
            <a:off x="4675098" y="3427152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1" name="T"/>
          <p:cNvSpPr txBox="1"/>
          <p:nvPr/>
        </p:nvSpPr>
        <p:spPr>
          <a:xfrm>
            <a:off x="4675098" y="342715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2" name="T"/>
          <p:cNvSpPr txBox="1"/>
          <p:nvPr/>
        </p:nvSpPr>
        <p:spPr>
          <a:xfrm>
            <a:off x="4949418" y="3463728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Tengah</a:t>
            </a:r>
            <a:endParaRPr lang="id-ID" sz="750"/>
          </a:p>
        </p:txBody>
      </p:sp>
      <p:sp>
        <p:nvSpPr>
          <p:cNvPr id="363" name="K"/>
          <p:cNvSpPr/>
          <p:nvPr/>
        </p:nvSpPr>
        <p:spPr>
          <a:xfrm>
            <a:off x="3804910" y="375542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4" name="T"/>
          <p:cNvSpPr txBox="1"/>
          <p:nvPr/>
        </p:nvSpPr>
        <p:spPr>
          <a:xfrm>
            <a:off x="3804910" y="375542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5" name="K"/>
          <p:cNvSpPr/>
          <p:nvPr/>
        </p:nvSpPr>
        <p:spPr>
          <a:xfrm>
            <a:off x="3744742" y="3879598"/>
            <a:ext cx="155448" cy="1554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</p:spPr>
      </p:sp>
      <p:sp>
        <p:nvSpPr>
          <p:cNvPr id="366" name="T"/>
          <p:cNvSpPr txBox="1"/>
          <p:nvPr/>
        </p:nvSpPr>
        <p:spPr>
          <a:xfrm>
            <a:off x="3744742" y="3879598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50"/>
          </a:p>
        </p:txBody>
      </p:sp>
      <p:sp>
        <p:nvSpPr>
          <p:cNvPr id="367" name="T"/>
          <p:cNvSpPr txBox="1"/>
          <p:nvPr/>
        </p:nvSpPr>
        <p:spPr>
          <a:xfrm>
            <a:off x="3183118" y="405333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Selatan</a:t>
            </a:r>
            <a:endParaRPr lang="id-ID" sz="750"/>
          </a:p>
        </p:txBody>
      </p:sp>
      <p:sp>
        <p:nvSpPr>
          <p:cNvPr id="368" name="K"/>
          <p:cNvSpPr/>
          <p:nvPr/>
        </p:nvSpPr>
        <p:spPr>
          <a:xfrm>
            <a:off x="1927738" y="3798728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9" name="T"/>
          <p:cNvSpPr txBox="1"/>
          <p:nvPr/>
        </p:nvSpPr>
        <p:spPr>
          <a:xfrm>
            <a:off x="1927738" y="379872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0" name="K"/>
          <p:cNvSpPr/>
          <p:nvPr/>
        </p:nvSpPr>
        <p:spPr>
          <a:xfrm>
            <a:off x="2061058" y="374770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71" name="T"/>
          <p:cNvSpPr txBox="1"/>
          <p:nvPr/>
        </p:nvSpPr>
        <p:spPr>
          <a:xfrm>
            <a:off x="2061058" y="374770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72" name="T"/>
          <p:cNvSpPr txBox="1"/>
          <p:nvPr/>
        </p:nvSpPr>
        <p:spPr>
          <a:xfrm>
            <a:off x="409834" y="383530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Sum. Selatan</a:t>
            </a:r>
            <a:endParaRPr lang="id-ID" sz="750"/>
          </a:p>
        </p:txBody>
      </p:sp>
      <p:sp>
        <p:nvSpPr>
          <p:cNvPr id="373" name="K"/>
          <p:cNvSpPr/>
          <p:nvPr/>
        </p:nvSpPr>
        <p:spPr>
          <a:xfrm>
            <a:off x="1526329" y="3185000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4" name="T"/>
          <p:cNvSpPr txBox="1"/>
          <p:nvPr/>
        </p:nvSpPr>
        <p:spPr>
          <a:xfrm>
            <a:off x="1526329" y="318500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5" name="T"/>
          <p:cNvSpPr txBox="1"/>
          <p:nvPr/>
        </p:nvSpPr>
        <p:spPr>
          <a:xfrm>
            <a:off x="1800649" y="3221576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750"/>
          </a:p>
        </p:txBody>
      </p:sp>
      <p:sp>
        <p:nvSpPr>
          <p:cNvPr id="376" name="K"/>
          <p:cNvSpPr/>
          <p:nvPr/>
        </p:nvSpPr>
        <p:spPr>
          <a:xfrm>
            <a:off x="1684296" y="354475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7" name="T"/>
          <p:cNvSpPr txBox="1"/>
          <p:nvPr/>
        </p:nvSpPr>
        <p:spPr>
          <a:xfrm>
            <a:off x="1684296" y="354475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8" name="T"/>
          <p:cNvSpPr txBox="1"/>
          <p:nvPr/>
        </p:nvSpPr>
        <p:spPr>
          <a:xfrm>
            <a:off x="166392" y="358132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750"/>
          </a:p>
        </p:txBody>
      </p:sp>
      <p:sp>
        <p:nvSpPr>
          <p:cNvPr id="379" name="K"/>
          <p:cNvSpPr/>
          <p:nvPr/>
        </p:nvSpPr>
        <p:spPr>
          <a:xfrm>
            <a:off x="2397970" y="3741407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80" name="T"/>
          <p:cNvSpPr txBox="1"/>
          <p:nvPr/>
        </p:nvSpPr>
        <p:spPr>
          <a:xfrm>
            <a:off x="2397970" y="374140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1" name="T"/>
          <p:cNvSpPr txBox="1"/>
          <p:nvPr/>
        </p:nvSpPr>
        <p:spPr>
          <a:xfrm>
            <a:off x="2672290" y="377798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Kep. Babel</a:t>
            </a:r>
            <a:endParaRPr lang="id-ID" sz="750"/>
          </a:p>
        </p:txBody>
      </p:sp>
      <p:sp>
        <p:nvSpPr>
          <p:cNvPr id="382" name="K"/>
          <p:cNvSpPr/>
          <p:nvPr/>
        </p:nvSpPr>
        <p:spPr>
          <a:xfrm>
            <a:off x="2069993" y="4083051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83" name="T"/>
          <p:cNvSpPr txBox="1"/>
          <p:nvPr/>
        </p:nvSpPr>
        <p:spPr>
          <a:xfrm>
            <a:off x="2069993" y="408305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4" name="T"/>
          <p:cNvSpPr txBox="1"/>
          <p:nvPr/>
        </p:nvSpPr>
        <p:spPr>
          <a:xfrm>
            <a:off x="2344313" y="4119627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Lampung</a:t>
            </a:r>
            <a:endParaRPr lang="id-ID" sz="750"/>
          </a:p>
        </p:txBody>
      </p:sp>
      <p:sp>
        <p:nvSpPr>
          <p:cNvPr id="385" name="K"/>
          <p:cNvSpPr/>
          <p:nvPr/>
        </p:nvSpPr>
        <p:spPr>
          <a:xfrm>
            <a:off x="2502218" y="4460676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86" name="T"/>
          <p:cNvSpPr txBox="1"/>
          <p:nvPr/>
        </p:nvSpPr>
        <p:spPr>
          <a:xfrm>
            <a:off x="2502218" y="44606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7" name="T"/>
          <p:cNvSpPr txBox="1"/>
          <p:nvPr/>
        </p:nvSpPr>
        <p:spPr>
          <a:xfrm>
            <a:off x="984314" y="449725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Jabar</a:t>
            </a:r>
            <a:endParaRPr lang="id-ID" sz="750"/>
          </a:p>
        </p:txBody>
      </p:sp>
      <p:sp>
        <p:nvSpPr>
          <p:cNvPr id="388" name="K"/>
          <p:cNvSpPr/>
          <p:nvPr/>
        </p:nvSpPr>
        <p:spPr>
          <a:xfrm>
            <a:off x="718569" y="2542878"/>
            <a:ext cx="219456" cy="219456"/>
          </a:xfrm>
          <a:prstGeom prst="ellipse">
            <a:avLst/>
          </a:prstGeom>
          <a:solidFill>
            <a:srgbClr val="2F6FB5"/>
          </a:solidFill>
          <a:ln w="19050">
            <a:solidFill>
              <a:srgbClr val="FFFFFF"/>
            </a:solidFill>
          </a:ln>
        </p:spPr>
      </p:sp>
      <p:sp>
        <p:nvSpPr>
          <p:cNvPr id="389" name="T"/>
          <p:cNvSpPr txBox="1"/>
          <p:nvPr/>
        </p:nvSpPr>
        <p:spPr>
          <a:xfrm>
            <a:off x="718569" y="254287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90" name="K"/>
          <p:cNvSpPr/>
          <p:nvPr/>
        </p:nvSpPr>
        <p:spPr>
          <a:xfrm>
            <a:off x="851889" y="249185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91" name="T"/>
          <p:cNvSpPr txBox="1"/>
          <p:nvPr/>
        </p:nvSpPr>
        <p:spPr>
          <a:xfrm>
            <a:off x="851889" y="249185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92" name="T"/>
          <p:cNvSpPr txBox="1"/>
          <p:nvPr/>
        </p:nvSpPr>
        <p:spPr>
          <a:xfrm>
            <a:off x="992889" y="257945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Aceh</a:t>
            </a:r>
            <a:endParaRPr lang="id-ID" sz="750"/>
          </a:p>
        </p:txBody>
      </p:sp>
      <p:sp>
        <p:nvSpPr>
          <p:cNvPr id="393" name="K"/>
          <p:cNvSpPr/>
          <p:nvPr/>
        </p:nvSpPr>
        <p:spPr>
          <a:xfrm>
            <a:off x="1066519" y="2852005"/>
            <a:ext cx="265176" cy="265176"/>
          </a:xfrm>
          <a:prstGeom prst="ellipse">
            <a:avLst/>
          </a:prstGeom>
          <a:solidFill>
            <a:srgbClr val="2F6FB5"/>
          </a:solidFill>
          <a:ln w="19050">
            <a:solidFill>
              <a:srgbClr val="FFFFFF"/>
            </a:solidFill>
          </a:ln>
        </p:spPr>
      </p:sp>
      <p:sp>
        <p:nvSpPr>
          <p:cNvPr id="394" name="T"/>
          <p:cNvSpPr txBox="1"/>
          <p:nvPr/>
        </p:nvSpPr>
        <p:spPr>
          <a:xfrm>
            <a:off x="1066519" y="2852005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  <a:endParaRPr lang="id-ID" sz="850"/>
          </a:p>
        </p:txBody>
      </p:sp>
      <p:sp>
        <p:nvSpPr>
          <p:cNvPr id="395" name="K"/>
          <p:cNvSpPr/>
          <p:nvPr/>
        </p:nvSpPr>
        <p:spPr>
          <a:xfrm>
            <a:off x="1241901" y="2804639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96" name="T"/>
          <p:cNvSpPr txBox="1"/>
          <p:nvPr/>
        </p:nvSpPr>
        <p:spPr>
          <a:xfrm>
            <a:off x="1241901" y="2804639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97" name="T"/>
          <p:cNvSpPr txBox="1"/>
          <p:nvPr/>
        </p:nvSpPr>
        <p:spPr>
          <a:xfrm>
            <a:off x="467587" y="314461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Sum. Utara</a:t>
            </a:r>
            <a:endParaRPr lang="id-ID" sz="750"/>
          </a:p>
        </p:txBody>
      </p:sp>
      <p:sp>
        <p:nvSpPr>
          <p:cNvPr id="398" name="K"/>
          <p:cNvSpPr/>
          <p:nvPr/>
        </p:nvSpPr>
        <p:spPr>
          <a:xfrm>
            <a:off x="2914900" y="4390635"/>
            <a:ext cx="265176" cy="26517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399" name="T"/>
          <p:cNvSpPr txBox="1"/>
          <p:nvPr/>
        </p:nvSpPr>
        <p:spPr>
          <a:xfrm>
            <a:off x="2914900" y="4390635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  <a:endParaRPr lang="id-ID" sz="850"/>
          </a:p>
        </p:txBody>
      </p:sp>
      <p:sp>
        <p:nvSpPr>
          <p:cNvPr id="400" name="T"/>
          <p:cNvSpPr txBox="1"/>
          <p:nvPr/>
        </p:nvSpPr>
        <p:spPr>
          <a:xfrm>
            <a:off x="2315968" y="468324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Jateng</a:t>
            </a:r>
            <a:endParaRPr lang="id-ID" sz="750"/>
          </a:p>
        </p:txBody>
      </p:sp>
      <p:sp>
        <p:nvSpPr>
          <p:cNvPr id="401" name="K"/>
          <p:cNvSpPr/>
          <p:nvPr/>
        </p:nvSpPr>
        <p:spPr>
          <a:xfrm>
            <a:off x="3484137" y="4546344"/>
            <a:ext cx="265176" cy="265176"/>
          </a:xfrm>
          <a:prstGeom prst="ellipse">
            <a:avLst/>
          </a:prstGeom>
          <a:solidFill>
            <a:srgbClr val="A23B2A"/>
          </a:solidFill>
          <a:ln w="19050">
            <a:solidFill>
              <a:srgbClr val="FFFFFF"/>
            </a:solidFill>
          </a:ln>
        </p:spPr>
      </p:sp>
      <p:sp>
        <p:nvSpPr>
          <p:cNvPr id="402" name="T"/>
          <p:cNvSpPr txBox="1"/>
          <p:nvPr/>
        </p:nvSpPr>
        <p:spPr>
          <a:xfrm>
            <a:off x="3484137" y="4546344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03" name="K"/>
          <p:cNvSpPr/>
          <p:nvPr/>
        </p:nvSpPr>
        <p:spPr>
          <a:xfrm>
            <a:off x="3650375" y="4712581"/>
            <a:ext cx="155448" cy="155448"/>
          </a:xfrm>
          <a:prstGeom prst="ellipse">
            <a:avLst/>
          </a:prstGeom>
          <a:solidFill>
            <a:srgbClr val="B08A3E"/>
          </a:solidFill>
          <a:ln w="12700">
            <a:solidFill>
              <a:srgbClr val="FFFFFF"/>
            </a:solidFill>
          </a:ln>
        </p:spPr>
      </p:sp>
      <p:sp>
        <p:nvSpPr>
          <p:cNvPr id="404" name="T"/>
          <p:cNvSpPr txBox="1"/>
          <p:nvPr/>
        </p:nvSpPr>
        <p:spPr>
          <a:xfrm>
            <a:off x="3650375" y="4712581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50"/>
          </a:p>
        </p:txBody>
      </p:sp>
      <p:sp>
        <p:nvSpPr>
          <p:cNvPr id="405" name="T"/>
          <p:cNvSpPr txBox="1"/>
          <p:nvPr/>
        </p:nvSpPr>
        <p:spPr>
          <a:xfrm>
            <a:off x="3804177" y="46057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Jatim</a:t>
            </a:r>
            <a:endParaRPr lang="id-ID" sz="750"/>
          </a:p>
        </p:txBody>
      </p:sp>
      <p:sp>
        <p:nvSpPr>
          <p:cNvPr id="406" name="K"/>
          <p:cNvSpPr/>
          <p:nvPr/>
        </p:nvSpPr>
        <p:spPr>
          <a:xfrm>
            <a:off x="4767899" y="4701217"/>
            <a:ext cx="219456" cy="219456"/>
          </a:xfrm>
          <a:prstGeom prst="ellipse">
            <a:avLst/>
          </a:prstGeom>
          <a:solidFill>
            <a:srgbClr val="5B7A99"/>
          </a:solidFill>
          <a:ln w="19050">
            <a:solidFill>
              <a:srgbClr val="FFFFFF"/>
            </a:solidFill>
          </a:ln>
        </p:spPr>
      </p:sp>
      <p:sp>
        <p:nvSpPr>
          <p:cNvPr id="407" name="T"/>
          <p:cNvSpPr txBox="1"/>
          <p:nvPr/>
        </p:nvSpPr>
        <p:spPr>
          <a:xfrm>
            <a:off x="4767899" y="470121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08" name="T"/>
          <p:cNvSpPr txBox="1"/>
          <p:nvPr/>
        </p:nvSpPr>
        <p:spPr>
          <a:xfrm>
            <a:off x="5042219" y="473779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NTT</a:t>
            </a:r>
            <a:endParaRPr lang="id-ID" sz="750"/>
          </a:p>
        </p:txBody>
      </p:sp>
      <p:sp>
        <p:nvSpPr>
          <p:cNvPr id="409" name="K"/>
          <p:cNvSpPr/>
          <p:nvPr/>
        </p:nvSpPr>
        <p:spPr>
          <a:xfrm>
            <a:off x="6160213" y="3796350"/>
            <a:ext cx="219456" cy="21945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410" name="T"/>
          <p:cNvSpPr txBox="1"/>
          <p:nvPr/>
        </p:nvSpPr>
        <p:spPr>
          <a:xfrm>
            <a:off x="6160213" y="379635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11" name="T"/>
          <p:cNvSpPr txBox="1"/>
          <p:nvPr/>
        </p:nvSpPr>
        <p:spPr>
          <a:xfrm>
            <a:off x="6434533" y="3832926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  <a:endParaRPr lang="id-ID" sz="750"/>
          </a:p>
        </p:txBody>
      </p:sp>
      <p:sp>
        <p:nvSpPr>
          <p:cNvPr id="412" name="K"/>
          <p:cNvSpPr/>
          <p:nvPr/>
        </p:nvSpPr>
        <p:spPr>
          <a:xfrm>
            <a:off x="1371600" y="5216652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13" name="T"/>
          <p:cNvSpPr txBox="1"/>
          <p:nvPr/>
        </p:nvSpPr>
        <p:spPr>
          <a:xfrm>
            <a:off x="1554480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414" name="K"/>
          <p:cNvSpPr/>
          <p:nvPr/>
        </p:nvSpPr>
        <p:spPr>
          <a:xfrm>
            <a:off x="2199080" y="5207508"/>
            <a:ext cx="146304" cy="146304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sp>
        <p:nvSpPr>
          <p:cNvPr id="415" name="T"/>
          <p:cNvSpPr txBox="1"/>
          <p:nvPr/>
        </p:nvSpPr>
        <p:spPr>
          <a:xfrm>
            <a:off x="2400248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416" name="K"/>
          <p:cNvSpPr/>
          <p:nvPr/>
        </p:nvSpPr>
        <p:spPr>
          <a:xfrm>
            <a:off x="3148848" y="5207508"/>
            <a:ext cx="146304" cy="146304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sp>
        <p:nvSpPr>
          <p:cNvPr id="417" name="T"/>
          <p:cNvSpPr txBox="1"/>
          <p:nvPr/>
        </p:nvSpPr>
        <p:spPr>
          <a:xfrm>
            <a:off x="3350016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gempa bumi</a:t>
            </a:r>
            <a:endParaRPr lang="id-ID" sz="750"/>
          </a:p>
        </p:txBody>
      </p:sp>
      <p:sp>
        <p:nvSpPr>
          <p:cNvPr id="418" name="K"/>
          <p:cNvSpPr/>
          <p:nvPr/>
        </p:nvSpPr>
        <p:spPr>
          <a:xfrm>
            <a:off x="4098616" y="5207508"/>
            <a:ext cx="146304" cy="146304"/>
          </a:xfrm>
          <a:prstGeom prst="ellipse">
            <a:avLst/>
          </a:prstGeom>
          <a:solidFill>
            <a:srgbClr val="A23B2A"/>
          </a:solidFill>
          <a:ln>
            <a:noFill/>
          </a:ln>
        </p:spPr>
      </p:sp>
      <p:sp>
        <p:nvSpPr>
          <p:cNvPr id="419" name="T"/>
          <p:cNvSpPr txBox="1"/>
          <p:nvPr/>
        </p:nvSpPr>
        <p:spPr>
          <a:xfrm>
            <a:off x="4299784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kebakaran TPA</a:t>
            </a:r>
            <a:endParaRPr lang="id-ID" sz="750"/>
          </a:p>
        </p:txBody>
      </p:sp>
      <p:sp>
        <p:nvSpPr>
          <p:cNvPr id="420" name="K"/>
          <p:cNvSpPr/>
          <p:nvPr/>
        </p:nvSpPr>
        <p:spPr>
          <a:xfrm>
            <a:off x="5204384" y="5207508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sp>
        <p:nvSpPr>
          <p:cNvPr id="421" name="T"/>
          <p:cNvSpPr txBox="1"/>
          <p:nvPr/>
        </p:nvSpPr>
        <p:spPr>
          <a:xfrm>
            <a:off x="5405552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</a:t>
            </a:r>
            <a:endParaRPr lang="id-ID" sz="750"/>
          </a:p>
        </p:txBody>
      </p:sp>
      <p:sp>
        <p:nvSpPr>
          <p:cNvPr id="422" name="K"/>
          <p:cNvSpPr/>
          <p:nvPr/>
        </p:nvSpPr>
        <p:spPr>
          <a:xfrm>
            <a:off x="5946152" y="5207508"/>
            <a:ext cx="146304" cy="146304"/>
          </a:xfrm>
          <a:prstGeom prst="ellipse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23" name="T"/>
          <p:cNvSpPr txBox="1"/>
          <p:nvPr/>
        </p:nvSpPr>
        <p:spPr>
          <a:xfrm>
            <a:off x="6147320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angin kencang</a:t>
            </a:r>
            <a:endParaRPr lang="id-ID" sz="750"/>
          </a:p>
        </p:txBody>
      </p:sp>
      <p:sp>
        <p:nvSpPr>
          <p:cNvPr id="424" name="K"/>
          <p:cNvSpPr/>
          <p:nvPr/>
        </p:nvSpPr>
        <p:spPr>
          <a:xfrm>
            <a:off x="7051920" y="5207508"/>
            <a:ext cx="146304" cy="146304"/>
          </a:xfrm>
          <a:prstGeom prst="ellipse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425" name="T"/>
          <p:cNvSpPr txBox="1"/>
          <p:nvPr/>
        </p:nvSpPr>
        <p:spPr>
          <a:xfrm>
            <a:off x="7051920" y="520750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50"/>
          </a:p>
        </p:txBody>
      </p:sp>
      <p:sp>
        <p:nvSpPr>
          <p:cNvPr id="426" name="T"/>
          <p:cNvSpPr txBox="1"/>
          <p:nvPr/>
        </p:nvSpPr>
        <p:spPr>
          <a:xfrm>
            <a:off x="7253088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750"/>
          </a:p>
        </p:txBody>
      </p:sp>
      <p:sp>
        <p:nvSpPr>
          <p:cNvPr id="427" name="K"/>
          <p:cNvSpPr/>
          <p:nvPr/>
        </p:nvSpPr>
        <p:spPr>
          <a:xfrm>
            <a:off x="8503920" y="2331720"/>
            <a:ext cx="313913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428" name="T"/>
          <p:cNvSpPr txBox="1"/>
          <p:nvPr/>
        </p:nvSpPr>
        <p:spPr>
          <a:xfrm>
            <a:off x="8668512" y="2441448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STATUS PENANGANAN</a:t>
            </a:r>
            <a:endParaRPr lang="id-ID" sz="750"/>
          </a:p>
        </p:txBody>
      </p:sp>
      <p:sp>
        <p:nvSpPr>
          <p:cNvPr id="429" name="K"/>
          <p:cNvSpPr/>
          <p:nvPr/>
        </p:nvSpPr>
        <p:spPr>
          <a:xfrm>
            <a:off x="8668512" y="2697480"/>
            <a:ext cx="728506" cy="201168"/>
          </a:xfrm>
          <a:prstGeom prst="rect">
            <a:avLst/>
          </a:prstGeom>
          <a:solidFill>
            <a:srgbClr val="051C2C"/>
          </a:solidFill>
          <a:ln>
            <a:noFill/>
          </a:ln>
        </p:spPr>
      </p:sp>
      <p:sp>
        <p:nvSpPr>
          <p:cNvPr id="430" name="T"/>
          <p:cNvSpPr txBox="1"/>
          <p:nvPr/>
        </p:nvSpPr>
        <p:spPr>
          <a:xfrm>
            <a:off x="8668512" y="2697480"/>
            <a:ext cx="728506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26%</a:t>
            </a:r>
            <a:endParaRPr lang="id-ID" sz="750"/>
          </a:p>
        </p:txBody>
      </p:sp>
      <p:sp>
        <p:nvSpPr>
          <p:cNvPr id="431" name="K"/>
          <p:cNvSpPr/>
          <p:nvPr/>
        </p:nvSpPr>
        <p:spPr>
          <a:xfrm>
            <a:off x="9397018" y="2697480"/>
            <a:ext cx="2081445" cy="201168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32" name="T"/>
          <p:cNvSpPr txBox="1"/>
          <p:nvPr/>
        </p:nvSpPr>
        <p:spPr>
          <a:xfrm>
            <a:off x="9397018" y="2697480"/>
            <a:ext cx="2081445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74%</a:t>
            </a:r>
            <a:endParaRPr lang="id-ID" sz="750"/>
          </a:p>
        </p:txBody>
      </p:sp>
      <p:sp>
        <p:nvSpPr>
          <p:cNvPr id="433" name="K"/>
          <p:cNvSpPr/>
          <p:nvPr/>
        </p:nvSpPr>
        <p:spPr>
          <a:xfrm>
            <a:off x="8668512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E6EAF0"/>
          </a:solidFill>
          <a:ln>
            <a:noFill/>
          </a:ln>
        </p:spPr>
      </p:sp>
      <p:sp>
        <p:nvSpPr>
          <p:cNvPr id="434" name="K"/>
          <p:cNvSpPr/>
          <p:nvPr/>
        </p:nvSpPr>
        <p:spPr>
          <a:xfrm>
            <a:off x="8778240" y="3063240"/>
            <a:ext cx="329184" cy="32918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35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8860536" y="3145536"/>
            <a:ext cx="164592" cy="164592"/>
          </a:xfrm>
          <a:prstGeom prst="rect">
            <a:avLst/>
          </a:prstGeom>
        </p:spPr>
      </p:pic>
      <p:sp>
        <p:nvSpPr>
          <p:cNvPr id="436" name="T"/>
          <p:cNvSpPr txBox="1"/>
          <p:nvPr/>
        </p:nvSpPr>
        <p:spPr>
          <a:xfrm>
            <a:off x="9180576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7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27</a:t>
            </a:r>
            <a:endParaRPr lang="id-ID" sz="1700"/>
          </a:p>
        </p:txBody>
      </p:sp>
      <p:sp>
        <p:nvSpPr>
          <p:cNvPr id="437" name="T"/>
          <p:cNvSpPr txBox="1"/>
          <p:nvPr/>
        </p:nvSpPr>
        <p:spPr>
          <a:xfrm>
            <a:off x="9180576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680"/>
          </a:p>
        </p:txBody>
      </p:sp>
      <p:sp>
        <p:nvSpPr>
          <p:cNvPr id="438" name="K"/>
          <p:cNvSpPr/>
          <p:nvPr/>
        </p:nvSpPr>
        <p:spPr>
          <a:xfrm>
            <a:off x="10110064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439" name="K"/>
          <p:cNvSpPr/>
          <p:nvPr/>
        </p:nvSpPr>
        <p:spPr>
          <a:xfrm>
            <a:off x="10219792" y="3063240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40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302088" y="3145536"/>
            <a:ext cx="164592" cy="164592"/>
          </a:xfrm>
          <a:prstGeom prst="rect">
            <a:avLst/>
          </a:prstGeom>
        </p:spPr>
      </p:pic>
      <p:sp>
        <p:nvSpPr>
          <p:cNvPr id="441" name="T"/>
          <p:cNvSpPr txBox="1"/>
          <p:nvPr/>
        </p:nvSpPr>
        <p:spPr>
          <a:xfrm>
            <a:off x="10622128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20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27</a:t>
            </a:r>
            <a:endParaRPr lang="id-ID" sz="1700"/>
          </a:p>
        </p:txBody>
      </p:sp>
      <p:sp>
        <p:nvSpPr>
          <p:cNvPr id="442" name="T"/>
          <p:cNvSpPr txBox="1"/>
          <p:nvPr/>
        </p:nvSpPr>
        <p:spPr>
          <a:xfrm>
            <a:off x="10622128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680"/>
          </a:p>
        </p:txBody>
      </p:sp>
      <p:cxnSp>
        <p:nvCxnSpPr>
          <p:cNvPr id="443" name="L"/>
          <p:cNvCxnSpPr/>
          <p:nvPr/>
        </p:nvCxnSpPr>
        <p:spPr>
          <a:xfrm>
            <a:off x="8668512" y="3557016"/>
            <a:ext cx="2809951" cy="0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444" name="T"/>
          <p:cNvSpPr txBox="1"/>
          <p:nvPr/>
        </p:nvSpPr>
        <p:spPr>
          <a:xfrm>
            <a:off x="8668512" y="3621024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BENCANA DALAM PENANGANAN (20)</a:t>
            </a:r>
            <a:endParaRPr lang="id-ID" sz="750"/>
          </a:p>
        </p:txBody>
      </p:sp>
      <p:sp>
        <p:nvSpPr>
          <p:cNvPr id="445" name="K"/>
          <p:cNvSpPr/>
          <p:nvPr/>
        </p:nvSpPr>
        <p:spPr>
          <a:xfrm>
            <a:off x="8668512" y="3840480"/>
            <a:ext cx="97300" cy="973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46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6999" y="3858967"/>
            <a:ext cx="60326" cy="60326"/>
          </a:xfrm>
          <a:prstGeom prst="rect">
            <a:avLst/>
          </a:prstGeom>
        </p:spPr>
      </p:pic>
      <p:sp>
        <p:nvSpPr>
          <p:cNvPr id="447" name="K"/>
          <p:cNvSpPr/>
          <p:nvPr/>
        </p:nvSpPr>
        <p:spPr>
          <a:xfrm>
            <a:off x="8736622" y="3821020"/>
            <a:ext cx="53515" cy="53515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48" name="T"/>
          <p:cNvSpPr txBox="1"/>
          <p:nvPr/>
        </p:nvSpPr>
        <p:spPr>
          <a:xfrm>
            <a:off x="8736622" y="3821020"/>
            <a:ext cx="53515" cy="535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49" name="T"/>
          <p:cNvSpPr txBox="1"/>
          <p:nvPr/>
        </p:nvSpPr>
        <p:spPr>
          <a:xfrm>
            <a:off x="8869680" y="3806834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760"/>
          </a:p>
        </p:txBody>
      </p:sp>
      <p:sp>
        <p:nvSpPr>
          <p:cNvPr id="450" name="K"/>
          <p:cNvSpPr/>
          <p:nvPr/>
        </p:nvSpPr>
        <p:spPr>
          <a:xfrm>
            <a:off x="10470000" y="3840480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51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3856048"/>
            <a:ext cx="66164" cy="66164"/>
          </a:xfrm>
          <a:prstGeom prst="rect">
            <a:avLst/>
          </a:prstGeom>
        </p:spPr>
      </p:pic>
      <p:sp>
        <p:nvSpPr>
          <p:cNvPr id="452" name="T"/>
          <p:cNvSpPr txBox="1"/>
          <p:nvPr/>
        </p:nvSpPr>
        <p:spPr>
          <a:xfrm>
            <a:off x="10650000" y="3840480"/>
            <a:ext cx="26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53" name="T"/>
          <p:cNvSpPr txBox="1"/>
          <p:nvPr/>
        </p:nvSpPr>
        <p:spPr>
          <a:xfrm>
            <a:off x="10800000" y="3840480"/>
            <a:ext cx="38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461</a:t>
            </a:r>
            <a:endParaRPr lang="id-ID" sz="720"/>
          </a:p>
        </p:txBody>
      </p:sp>
      <p:sp>
        <p:nvSpPr>
          <p:cNvPr id="454" name="T"/>
          <p:cNvSpPr txBox="1"/>
          <p:nvPr/>
        </p:nvSpPr>
        <p:spPr>
          <a:xfrm>
            <a:off x="11201600" y="3840480"/>
            <a:ext cx="2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55" name="L"/>
          <p:cNvCxnSpPr/>
          <p:nvPr/>
        </p:nvCxnSpPr>
        <p:spPr>
          <a:xfrm>
            <a:off x="8668512" y="394994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56" name="K"/>
          <p:cNvSpPr/>
          <p:nvPr/>
        </p:nvSpPr>
        <p:spPr>
          <a:xfrm>
            <a:off x="8668512" y="3962106"/>
            <a:ext cx="97300" cy="973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57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6999" y="3980593"/>
            <a:ext cx="60326" cy="60326"/>
          </a:xfrm>
          <a:prstGeom prst="rect">
            <a:avLst/>
          </a:prstGeom>
        </p:spPr>
      </p:pic>
      <p:sp>
        <p:nvSpPr>
          <p:cNvPr id="458" name="K"/>
          <p:cNvSpPr/>
          <p:nvPr/>
        </p:nvSpPr>
        <p:spPr>
          <a:xfrm>
            <a:off x="8736622" y="3942646"/>
            <a:ext cx="53515" cy="53515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59" name="T"/>
          <p:cNvSpPr txBox="1"/>
          <p:nvPr/>
        </p:nvSpPr>
        <p:spPr>
          <a:xfrm>
            <a:off x="8736622" y="3942646"/>
            <a:ext cx="53515" cy="535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60" name="T"/>
          <p:cNvSpPr txBox="1"/>
          <p:nvPr/>
        </p:nvSpPr>
        <p:spPr>
          <a:xfrm>
            <a:off x="8869680" y="3928460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760"/>
          </a:p>
        </p:txBody>
      </p:sp>
      <p:sp>
        <p:nvSpPr>
          <p:cNvPr id="461" name="K"/>
          <p:cNvSpPr/>
          <p:nvPr/>
        </p:nvSpPr>
        <p:spPr>
          <a:xfrm>
            <a:off x="10470000" y="3962106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62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3977674"/>
            <a:ext cx="66164" cy="66164"/>
          </a:xfrm>
          <a:prstGeom prst="rect">
            <a:avLst/>
          </a:prstGeom>
        </p:spPr>
      </p:pic>
      <p:sp>
        <p:nvSpPr>
          <p:cNvPr id="463" name="T"/>
          <p:cNvSpPr txBox="1"/>
          <p:nvPr/>
        </p:nvSpPr>
        <p:spPr>
          <a:xfrm>
            <a:off x="10650000" y="3962106"/>
            <a:ext cx="26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64" name="T"/>
          <p:cNvSpPr txBox="1"/>
          <p:nvPr/>
        </p:nvSpPr>
        <p:spPr>
          <a:xfrm>
            <a:off x="10800000" y="3962106"/>
            <a:ext cx="38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373</a:t>
            </a:r>
            <a:endParaRPr lang="id-ID" sz="720"/>
          </a:p>
        </p:txBody>
      </p:sp>
      <p:sp>
        <p:nvSpPr>
          <p:cNvPr id="465" name="T"/>
          <p:cNvSpPr txBox="1"/>
          <p:nvPr/>
        </p:nvSpPr>
        <p:spPr>
          <a:xfrm>
            <a:off x="11201600" y="3962106"/>
            <a:ext cx="2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66" name="L"/>
          <p:cNvCxnSpPr/>
          <p:nvPr/>
        </p:nvCxnSpPr>
        <p:spPr>
          <a:xfrm>
            <a:off x="8668512" y="4071569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67" name="K"/>
          <p:cNvSpPr/>
          <p:nvPr/>
        </p:nvSpPr>
        <p:spPr>
          <a:xfrm>
            <a:off x="8668512" y="4083732"/>
            <a:ext cx="97300" cy="973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68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6999" y="4102219"/>
            <a:ext cx="60326" cy="60326"/>
          </a:xfrm>
          <a:prstGeom prst="rect">
            <a:avLst/>
          </a:prstGeom>
        </p:spPr>
      </p:pic>
      <p:sp>
        <p:nvSpPr>
          <p:cNvPr id="469" name="T"/>
          <p:cNvSpPr txBox="1"/>
          <p:nvPr/>
        </p:nvSpPr>
        <p:spPr>
          <a:xfrm>
            <a:off x="8869680" y="4050086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  <a:endParaRPr lang="id-ID" sz="760"/>
          </a:p>
        </p:txBody>
      </p:sp>
      <p:sp>
        <p:nvSpPr>
          <p:cNvPr id="470" name="K"/>
          <p:cNvSpPr/>
          <p:nvPr/>
        </p:nvSpPr>
        <p:spPr>
          <a:xfrm>
            <a:off x="10470000" y="4083732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71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099300"/>
            <a:ext cx="66164" cy="66164"/>
          </a:xfrm>
          <a:prstGeom prst="rect">
            <a:avLst/>
          </a:prstGeom>
        </p:spPr>
      </p:pic>
      <p:sp>
        <p:nvSpPr>
          <p:cNvPr id="472" name="T"/>
          <p:cNvSpPr txBox="1"/>
          <p:nvPr/>
        </p:nvSpPr>
        <p:spPr>
          <a:xfrm>
            <a:off x="10650000" y="4083732"/>
            <a:ext cx="26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73" name="T"/>
          <p:cNvSpPr txBox="1"/>
          <p:nvPr/>
        </p:nvSpPr>
        <p:spPr>
          <a:xfrm>
            <a:off x="10800000" y="4083732"/>
            <a:ext cx="38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95</a:t>
            </a:r>
            <a:endParaRPr lang="id-ID" sz="720"/>
          </a:p>
        </p:txBody>
      </p:sp>
      <p:sp>
        <p:nvSpPr>
          <p:cNvPr id="474" name="T"/>
          <p:cNvSpPr txBox="1"/>
          <p:nvPr/>
        </p:nvSpPr>
        <p:spPr>
          <a:xfrm>
            <a:off x="11201600" y="4083732"/>
            <a:ext cx="2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75" name="L"/>
          <p:cNvCxnSpPr/>
          <p:nvPr/>
        </p:nvCxnSpPr>
        <p:spPr>
          <a:xfrm>
            <a:off x="8668512" y="4193195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76" name="K"/>
          <p:cNvSpPr/>
          <p:nvPr/>
        </p:nvSpPr>
        <p:spPr>
          <a:xfrm>
            <a:off x="8668512" y="4205358"/>
            <a:ext cx="97300" cy="973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77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6999" y="4223845"/>
            <a:ext cx="60326" cy="60326"/>
          </a:xfrm>
          <a:prstGeom prst="rect">
            <a:avLst/>
          </a:prstGeom>
        </p:spPr>
      </p:pic>
      <p:sp>
        <p:nvSpPr>
          <p:cNvPr id="478" name="K"/>
          <p:cNvSpPr/>
          <p:nvPr/>
        </p:nvSpPr>
        <p:spPr>
          <a:xfrm>
            <a:off x="8736622" y="4185898"/>
            <a:ext cx="53515" cy="53515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79" name="T"/>
          <p:cNvSpPr txBox="1"/>
          <p:nvPr/>
        </p:nvSpPr>
        <p:spPr>
          <a:xfrm>
            <a:off x="8736622" y="4185898"/>
            <a:ext cx="53515" cy="535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80" name="T"/>
          <p:cNvSpPr txBox="1"/>
          <p:nvPr/>
        </p:nvSpPr>
        <p:spPr>
          <a:xfrm>
            <a:off x="8869680" y="417171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  <a:endParaRPr lang="id-ID" sz="760"/>
          </a:p>
        </p:txBody>
      </p:sp>
      <p:sp>
        <p:nvSpPr>
          <p:cNvPr id="481" name="K"/>
          <p:cNvSpPr/>
          <p:nvPr/>
        </p:nvSpPr>
        <p:spPr>
          <a:xfrm>
            <a:off x="10470000" y="4205358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82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220926"/>
            <a:ext cx="66164" cy="66164"/>
          </a:xfrm>
          <a:prstGeom prst="rect">
            <a:avLst/>
          </a:prstGeom>
        </p:spPr>
      </p:pic>
      <p:sp>
        <p:nvSpPr>
          <p:cNvPr id="483" name="T"/>
          <p:cNvSpPr txBox="1"/>
          <p:nvPr/>
        </p:nvSpPr>
        <p:spPr>
          <a:xfrm>
            <a:off x="10650000" y="4205358"/>
            <a:ext cx="26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84" name="T"/>
          <p:cNvSpPr txBox="1"/>
          <p:nvPr/>
        </p:nvSpPr>
        <p:spPr>
          <a:xfrm>
            <a:off x="10800000" y="4205358"/>
            <a:ext cx="38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79</a:t>
            </a:r>
            <a:endParaRPr lang="id-ID" sz="720"/>
          </a:p>
        </p:txBody>
      </p:sp>
      <p:sp>
        <p:nvSpPr>
          <p:cNvPr id="485" name="T"/>
          <p:cNvSpPr txBox="1"/>
          <p:nvPr/>
        </p:nvSpPr>
        <p:spPr>
          <a:xfrm>
            <a:off x="11201600" y="4205358"/>
            <a:ext cx="2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86" name="L"/>
          <p:cNvCxnSpPr/>
          <p:nvPr/>
        </p:nvCxnSpPr>
        <p:spPr>
          <a:xfrm>
            <a:off x="8668512" y="4314821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87" name="K"/>
          <p:cNvSpPr/>
          <p:nvPr/>
        </p:nvSpPr>
        <p:spPr>
          <a:xfrm>
            <a:off x="8668512" y="4326984"/>
            <a:ext cx="97300" cy="973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88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6999" y="4345471"/>
            <a:ext cx="60326" cy="60326"/>
          </a:xfrm>
          <a:prstGeom prst="rect">
            <a:avLst/>
          </a:prstGeom>
        </p:spPr>
      </p:pic>
      <p:sp>
        <p:nvSpPr>
          <p:cNvPr id="489" name="T"/>
          <p:cNvSpPr txBox="1"/>
          <p:nvPr/>
        </p:nvSpPr>
        <p:spPr>
          <a:xfrm>
            <a:off x="8869680" y="4293338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  <a:endParaRPr lang="id-ID" sz="760"/>
          </a:p>
        </p:txBody>
      </p:sp>
      <p:sp>
        <p:nvSpPr>
          <p:cNvPr id="490" name="K"/>
          <p:cNvSpPr/>
          <p:nvPr/>
        </p:nvSpPr>
        <p:spPr>
          <a:xfrm>
            <a:off x="10470000" y="4326984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91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342552"/>
            <a:ext cx="66164" cy="66164"/>
          </a:xfrm>
          <a:prstGeom prst="rect">
            <a:avLst/>
          </a:prstGeom>
        </p:spPr>
      </p:pic>
      <p:sp>
        <p:nvSpPr>
          <p:cNvPr id="492" name="T"/>
          <p:cNvSpPr txBox="1"/>
          <p:nvPr/>
        </p:nvSpPr>
        <p:spPr>
          <a:xfrm>
            <a:off x="10650000" y="4326984"/>
            <a:ext cx="26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93" name="T"/>
          <p:cNvSpPr txBox="1"/>
          <p:nvPr/>
        </p:nvSpPr>
        <p:spPr>
          <a:xfrm>
            <a:off x="10800000" y="4326984"/>
            <a:ext cx="38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64</a:t>
            </a:r>
            <a:endParaRPr lang="id-ID" sz="720"/>
          </a:p>
        </p:txBody>
      </p:sp>
      <p:sp>
        <p:nvSpPr>
          <p:cNvPr id="494" name="T"/>
          <p:cNvSpPr txBox="1"/>
          <p:nvPr/>
        </p:nvSpPr>
        <p:spPr>
          <a:xfrm>
            <a:off x="11201600" y="4326984"/>
            <a:ext cx="2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95" name="L"/>
          <p:cNvCxnSpPr/>
          <p:nvPr/>
        </p:nvCxnSpPr>
        <p:spPr>
          <a:xfrm>
            <a:off x="8668512" y="4436447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96" name="K"/>
          <p:cNvSpPr/>
          <p:nvPr/>
        </p:nvSpPr>
        <p:spPr>
          <a:xfrm>
            <a:off x="8668512" y="4448610"/>
            <a:ext cx="97300" cy="973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97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6999" y="4467097"/>
            <a:ext cx="60326" cy="60326"/>
          </a:xfrm>
          <a:prstGeom prst="rect">
            <a:avLst/>
          </a:prstGeom>
        </p:spPr>
      </p:pic>
      <p:sp>
        <p:nvSpPr>
          <p:cNvPr id="498" name="T"/>
          <p:cNvSpPr txBox="1"/>
          <p:nvPr/>
        </p:nvSpPr>
        <p:spPr>
          <a:xfrm>
            <a:off x="8869680" y="4414964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  <a:endParaRPr lang="id-ID" sz="760"/>
          </a:p>
        </p:txBody>
      </p:sp>
      <p:sp>
        <p:nvSpPr>
          <p:cNvPr id="499" name="K"/>
          <p:cNvSpPr/>
          <p:nvPr/>
        </p:nvSpPr>
        <p:spPr>
          <a:xfrm>
            <a:off x="10470000" y="4448610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00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464178"/>
            <a:ext cx="66164" cy="66164"/>
          </a:xfrm>
          <a:prstGeom prst="rect">
            <a:avLst/>
          </a:prstGeom>
        </p:spPr>
      </p:pic>
      <p:sp>
        <p:nvSpPr>
          <p:cNvPr id="501" name="T"/>
          <p:cNvSpPr txBox="1"/>
          <p:nvPr/>
        </p:nvSpPr>
        <p:spPr>
          <a:xfrm>
            <a:off x="10650000" y="4448610"/>
            <a:ext cx="26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502" name="T"/>
          <p:cNvSpPr txBox="1"/>
          <p:nvPr/>
        </p:nvSpPr>
        <p:spPr>
          <a:xfrm>
            <a:off x="10800000" y="4448610"/>
            <a:ext cx="38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62</a:t>
            </a:r>
            <a:endParaRPr lang="id-ID" sz="720"/>
          </a:p>
        </p:txBody>
      </p:sp>
      <p:sp>
        <p:nvSpPr>
          <p:cNvPr id="503" name="T"/>
          <p:cNvSpPr txBox="1"/>
          <p:nvPr/>
        </p:nvSpPr>
        <p:spPr>
          <a:xfrm>
            <a:off x="11201600" y="4448610"/>
            <a:ext cx="2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504" name="L"/>
          <p:cNvCxnSpPr/>
          <p:nvPr/>
        </p:nvCxnSpPr>
        <p:spPr>
          <a:xfrm>
            <a:off x="8668512" y="455807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05" name="K"/>
          <p:cNvSpPr/>
          <p:nvPr/>
        </p:nvSpPr>
        <p:spPr>
          <a:xfrm>
            <a:off x="8668512" y="4570236"/>
            <a:ext cx="97300" cy="973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06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6999" y="4588723"/>
            <a:ext cx="60326" cy="60326"/>
          </a:xfrm>
          <a:prstGeom prst="rect">
            <a:avLst/>
          </a:prstGeom>
        </p:spPr>
      </p:pic>
      <p:sp>
        <p:nvSpPr>
          <p:cNvPr id="507" name="K"/>
          <p:cNvSpPr/>
          <p:nvPr/>
        </p:nvSpPr>
        <p:spPr>
          <a:xfrm>
            <a:off x="8736622" y="4550776"/>
            <a:ext cx="53515" cy="53515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08" name="T"/>
          <p:cNvSpPr txBox="1"/>
          <p:nvPr/>
        </p:nvSpPr>
        <p:spPr>
          <a:xfrm>
            <a:off x="8736622" y="4550776"/>
            <a:ext cx="53515" cy="535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09" name="T"/>
          <p:cNvSpPr txBox="1"/>
          <p:nvPr/>
        </p:nvSpPr>
        <p:spPr>
          <a:xfrm>
            <a:off x="8869680" y="4536590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760"/>
          </a:p>
        </p:txBody>
      </p:sp>
      <p:sp>
        <p:nvSpPr>
          <p:cNvPr id="510" name="K"/>
          <p:cNvSpPr/>
          <p:nvPr/>
        </p:nvSpPr>
        <p:spPr>
          <a:xfrm>
            <a:off x="10470000" y="4570236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11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585804"/>
            <a:ext cx="66164" cy="66164"/>
          </a:xfrm>
          <a:prstGeom prst="rect">
            <a:avLst/>
          </a:prstGeom>
        </p:spPr>
      </p:pic>
      <p:sp>
        <p:nvSpPr>
          <p:cNvPr id="512" name="T"/>
          <p:cNvSpPr txBox="1"/>
          <p:nvPr/>
        </p:nvSpPr>
        <p:spPr>
          <a:xfrm>
            <a:off x="10650000" y="4570236"/>
            <a:ext cx="26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513" name="T"/>
          <p:cNvSpPr txBox="1"/>
          <p:nvPr/>
        </p:nvSpPr>
        <p:spPr>
          <a:xfrm>
            <a:off x="10800000" y="4570236"/>
            <a:ext cx="38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35</a:t>
            </a:r>
            <a:endParaRPr lang="id-ID" sz="720"/>
          </a:p>
        </p:txBody>
      </p:sp>
      <p:sp>
        <p:nvSpPr>
          <p:cNvPr id="514" name="T"/>
          <p:cNvSpPr txBox="1"/>
          <p:nvPr/>
        </p:nvSpPr>
        <p:spPr>
          <a:xfrm>
            <a:off x="11201600" y="4570236"/>
            <a:ext cx="2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515" name="L"/>
          <p:cNvCxnSpPr/>
          <p:nvPr/>
        </p:nvCxnSpPr>
        <p:spPr>
          <a:xfrm>
            <a:off x="8668512" y="4679699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16" name="K"/>
          <p:cNvSpPr/>
          <p:nvPr/>
        </p:nvSpPr>
        <p:spPr>
          <a:xfrm>
            <a:off x="8668512" y="4691862"/>
            <a:ext cx="97300" cy="97300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pic>
        <p:nvPicPr>
          <p:cNvPr id="517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8686999" y="4710349"/>
            <a:ext cx="60326" cy="60326"/>
          </a:xfrm>
          <a:prstGeom prst="rect">
            <a:avLst/>
          </a:prstGeom>
        </p:spPr>
      </p:pic>
      <p:sp>
        <p:nvSpPr>
          <p:cNvPr id="518" name="T"/>
          <p:cNvSpPr txBox="1"/>
          <p:nvPr/>
        </p:nvSpPr>
        <p:spPr>
          <a:xfrm>
            <a:off x="8869680" y="4658216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r>
              <a:rPr lang="id-ID" sz="7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7 kab/kota di 4 provinsi</a:t>
            </a:r>
            <a:endParaRPr lang="id-ID" sz="760"/>
          </a:p>
        </p:txBody>
      </p:sp>
      <p:sp>
        <p:nvSpPr>
          <p:cNvPr id="519" name="K"/>
          <p:cNvSpPr/>
          <p:nvPr/>
        </p:nvSpPr>
        <p:spPr>
          <a:xfrm>
            <a:off x="10470000" y="4691862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F4ECDC"/>
          </a:solidFill>
          <a:ln>
            <a:noFill/>
          </a:ln>
        </p:spPr>
      </p:sp>
      <p:pic>
        <p:nvPicPr>
          <p:cNvPr id="520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10520000" y="4707430"/>
            <a:ext cx="66164" cy="66164"/>
          </a:xfrm>
          <a:prstGeom prst="rect">
            <a:avLst/>
          </a:prstGeom>
        </p:spPr>
      </p:pic>
      <p:sp>
        <p:nvSpPr>
          <p:cNvPr id="521" name="T"/>
          <p:cNvSpPr txBox="1"/>
          <p:nvPr/>
        </p:nvSpPr>
        <p:spPr>
          <a:xfrm>
            <a:off x="10680000" y="4691862"/>
            <a:ext cx="5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24.400</a:t>
            </a:r>
            <a:endParaRPr lang="id-ID" sz="720"/>
          </a:p>
        </p:txBody>
      </p:sp>
      <p:sp>
        <p:nvSpPr>
          <p:cNvPr id="522" name="T"/>
          <p:cNvSpPr txBox="1"/>
          <p:nvPr/>
        </p:nvSpPr>
        <p:spPr>
          <a:xfrm>
            <a:off x="11201600" y="4691862"/>
            <a:ext cx="3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KK</a:t>
            </a:r>
            <a:endParaRPr lang="id-ID" sz="720"/>
          </a:p>
        </p:txBody>
      </p:sp>
      <p:cxnSp>
        <p:nvCxnSpPr>
          <p:cNvPr id="523" name="L"/>
          <p:cNvCxnSpPr/>
          <p:nvPr/>
        </p:nvCxnSpPr>
        <p:spPr>
          <a:xfrm>
            <a:off x="8668512" y="4801325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24" name="K"/>
          <p:cNvSpPr/>
          <p:nvPr/>
        </p:nvSpPr>
        <p:spPr>
          <a:xfrm>
            <a:off x="8668512" y="4813488"/>
            <a:ext cx="97300" cy="9730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525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86999" y="4831975"/>
            <a:ext cx="60326" cy="60326"/>
          </a:xfrm>
          <a:prstGeom prst="rect">
            <a:avLst/>
          </a:prstGeom>
        </p:spPr>
      </p:pic>
      <p:sp>
        <p:nvSpPr>
          <p:cNvPr id="526" name="K"/>
          <p:cNvSpPr/>
          <p:nvPr/>
        </p:nvSpPr>
        <p:spPr>
          <a:xfrm>
            <a:off x="8736622" y="4794028"/>
            <a:ext cx="53515" cy="53515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527" name="T"/>
          <p:cNvSpPr txBox="1"/>
          <p:nvPr/>
        </p:nvSpPr>
        <p:spPr>
          <a:xfrm>
            <a:off x="8736622" y="4794028"/>
            <a:ext cx="53515" cy="5351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528" name="T"/>
          <p:cNvSpPr txBox="1"/>
          <p:nvPr/>
        </p:nvSpPr>
        <p:spPr>
          <a:xfrm>
            <a:off x="8869680" y="477984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</a:t>
            </a:r>
            <a:r>
              <a:rPr lang="id-ID" sz="7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3 kab/kota di 2 provinsi</a:t>
            </a:r>
            <a:endParaRPr lang="id-ID" sz="760"/>
          </a:p>
        </p:txBody>
      </p:sp>
      <p:sp>
        <p:nvSpPr>
          <p:cNvPr id="529" name="K"/>
          <p:cNvSpPr/>
          <p:nvPr/>
        </p:nvSpPr>
        <p:spPr>
          <a:xfrm>
            <a:off x="10470000" y="4813488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</p:sp>
      <p:pic>
        <p:nvPicPr>
          <p:cNvPr id="53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520000" y="4829056"/>
            <a:ext cx="66164" cy="66164"/>
          </a:xfrm>
          <a:prstGeom prst="rect">
            <a:avLst/>
          </a:prstGeom>
        </p:spPr>
      </p:pic>
      <p:sp>
        <p:nvSpPr>
          <p:cNvPr id="531" name="T"/>
          <p:cNvSpPr txBox="1"/>
          <p:nvPr/>
        </p:nvSpPr>
        <p:spPr>
          <a:xfrm>
            <a:off x="10680000" y="4813488"/>
            <a:ext cx="5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2F6FB5"/>
                </a:solidFill>
                <a:latin typeface="Roboto"/>
                <a:ea typeface="Roboto"/>
                <a:cs typeface="Roboto"/>
              </a:rPr>
              <a:t>1.020</a:t>
            </a:r>
            <a:endParaRPr lang="id-ID" sz="720"/>
          </a:p>
        </p:txBody>
      </p:sp>
      <p:sp>
        <p:nvSpPr>
          <p:cNvPr id="532" name="T"/>
          <p:cNvSpPr txBox="1"/>
          <p:nvPr/>
        </p:nvSpPr>
        <p:spPr>
          <a:xfrm>
            <a:off x="11201600" y="4813488"/>
            <a:ext cx="3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2F6FB5"/>
                </a:solidFill>
                <a:latin typeface="Roboto"/>
                <a:ea typeface="Roboto"/>
                <a:cs typeface="Roboto"/>
              </a:rPr>
              <a:t>KK</a:t>
            </a:r>
            <a:endParaRPr lang="id-ID" sz="720"/>
          </a:p>
        </p:txBody>
      </p:sp>
      <p:cxnSp>
        <p:nvCxnSpPr>
          <p:cNvPr id="533" name="L"/>
          <p:cNvCxnSpPr/>
          <p:nvPr/>
        </p:nvCxnSpPr>
        <p:spPr>
          <a:xfrm>
            <a:off x="8668512" y="4922951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34" name="K"/>
          <p:cNvSpPr/>
          <p:nvPr/>
        </p:nvSpPr>
        <p:spPr>
          <a:xfrm>
            <a:off x="8668512" y="4935114"/>
            <a:ext cx="97300" cy="97300"/>
          </a:xfrm>
          <a:prstGeom prst="ellipse">
            <a:avLst/>
          </a:prstGeom>
          <a:solidFill>
            <a:srgbClr val="A23B2A"/>
          </a:solidFill>
          <a:ln>
            <a:noFill/>
          </a:ln>
        </p:spPr>
      </p:sp>
      <p:pic>
        <p:nvPicPr>
          <p:cNvPr id="535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8686999" y="4953601"/>
            <a:ext cx="60326" cy="60326"/>
          </a:xfrm>
          <a:prstGeom prst="rect">
            <a:avLst/>
          </a:prstGeom>
        </p:spPr>
      </p:pic>
      <p:sp>
        <p:nvSpPr>
          <p:cNvPr id="536" name="T"/>
          <p:cNvSpPr txBox="1"/>
          <p:nvPr/>
        </p:nvSpPr>
        <p:spPr>
          <a:xfrm>
            <a:off x="8869680" y="4901468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Timur</a:t>
            </a:r>
            <a:r>
              <a:rPr lang="id-ID" sz="7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TPA Supit Urang</a:t>
            </a:r>
            <a:endParaRPr lang="id-ID" sz="760"/>
          </a:p>
        </p:txBody>
      </p:sp>
      <p:sp>
        <p:nvSpPr>
          <p:cNvPr id="537" name="K"/>
          <p:cNvSpPr/>
          <p:nvPr/>
        </p:nvSpPr>
        <p:spPr>
          <a:xfrm>
            <a:off x="10470000" y="4935114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F5E1DD"/>
          </a:solidFill>
          <a:ln>
            <a:noFill/>
          </a:ln>
        </p:spPr>
      </p:sp>
      <p:pic>
        <p:nvPicPr>
          <p:cNvPr id="538" name="G"/>
          <p:cNvPicPr>
            <a:picLocks noChangeAspect="1"/>
          </p:cNvPicPr>
          <p:nvPr/>
        </p:nvPicPr>
        <p:blipFill>
          <a:blip r:embed="rIdM19"/>
          <a:stretch>
            <a:fillRect/>
          </a:stretch>
        </p:blipFill>
        <p:spPr>
          <a:xfrm>
            <a:off x="10520000" y="4950682"/>
            <a:ext cx="66164" cy="66164"/>
          </a:xfrm>
          <a:prstGeom prst="rect">
            <a:avLst/>
          </a:prstGeom>
        </p:spPr>
      </p:pic>
      <p:sp>
        <p:nvSpPr>
          <p:cNvPr id="539" name="T"/>
          <p:cNvSpPr txBox="1"/>
          <p:nvPr/>
        </p:nvSpPr>
        <p:spPr>
          <a:xfrm>
            <a:off x="10680000" y="4935114"/>
            <a:ext cx="5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A23B2A"/>
                </a:solidFill>
                <a:latin typeface="Roboto"/>
                <a:ea typeface="Roboto"/>
                <a:cs typeface="Roboto"/>
              </a:rPr>
              <a:t>± 15,5</a:t>
            </a:r>
            <a:endParaRPr lang="id-ID" sz="720"/>
          </a:p>
        </p:txBody>
      </p:sp>
      <p:sp>
        <p:nvSpPr>
          <p:cNvPr id="540" name="T"/>
          <p:cNvSpPr txBox="1"/>
          <p:nvPr/>
        </p:nvSpPr>
        <p:spPr>
          <a:xfrm>
            <a:off x="11201600" y="4935114"/>
            <a:ext cx="3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A23B2A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541" name="L"/>
          <p:cNvCxnSpPr/>
          <p:nvPr/>
        </p:nvCxnSpPr>
        <p:spPr>
          <a:xfrm>
            <a:off x="8668512" y="5044577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42" name="K"/>
          <p:cNvSpPr/>
          <p:nvPr/>
        </p:nvSpPr>
        <p:spPr>
          <a:xfrm>
            <a:off x="8668512" y="5056740"/>
            <a:ext cx="97300" cy="97300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543" name="G"/>
          <p:cNvPicPr>
            <a:picLocks noChangeAspect="1"/>
          </p:cNvPicPr>
          <p:nvPr/>
        </p:nvPicPr>
        <p:blipFill>
          <a:blip r:embed="rIdM20"/>
          <a:stretch>
            <a:fillRect/>
          </a:stretch>
        </p:blipFill>
        <p:spPr>
          <a:xfrm>
            <a:off x="8686999" y="5075227"/>
            <a:ext cx="60326" cy="60326"/>
          </a:xfrm>
          <a:prstGeom prst="rect">
            <a:avLst/>
          </a:prstGeom>
        </p:spPr>
      </p:pic>
      <p:sp>
        <p:nvSpPr>
          <p:cNvPr id="544" name="T"/>
          <p:cNvSpPr txBox="1"/>
          <p:nvPr/>
        </p:nvSpPr>
        <p:spPr>
          <a:xfrm>
            <a:off x="8869680" y="5023094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  <a:endParaRPr lang="id-ID" sz="760"/>
          </a:p>
        </p:txBody>
      </p:sp>
      <p:sp>
        <p:nvSpPr>
          <p:cNvPr id="545" name="K"/>
          <p:cNvSpPr/>
          <p:nvPr/>
        </p:nvSpPr>
        <p:spPr>
          <a:xfrm>
            <a:off x="10470000" y="5056740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E3EAF1"/>
          </a:solidFill>
          <a:ln>
            <a:noFill/>
          </a:ln>
        </p:spPr>
      </p:sp>
      <p:pic>
        <p:nvPicPr>
          <p:cNvPr id="546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520000" y="5072308"/>
            <a:ext cx="66164" cy="66164"/>
          </a:xfrm>
          <a:prstGeom prst="rect">
            <a:avLst/>
          </a:prstGeom>
        </p:spPr>
      </p:pic>
      <p:sp>
        <p:nvSpPr>
          <p:cNvPr id="547" name="T"/>
          <p:cNvSpPr txBox="1"/>
          <p:nvPr/>
        </p:nvSpPr>
        <p:spPr>
          <a:xfrm>
            <a:off x="10680000" y="5056740"/>
            <a:ext cx="5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17.707</a:t>
            </a:r>
            <a:endParaRPr lang="id-ID" sz="720"/>
          </a:p>
        </p:txBody>
      </p:sp>
      <p:sp>
        <p:nvSpPr>
          <p:cNvPr id="548" name="T"/>
          <p:cNvSpPr txBox="1"/>
          <p:nvPr/>
        </p:nvSpPr>
        <p:spPr>
          <a:xfrm>
            <a:off x="11201600" y="5056740"/>
            <a:ext cx="3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KK</a:t>
            </a:r>
            <a:endParaRPr lang="id-ID" sz="720"/>
          </a:p>
        </p:txBody>
      </p:sp>
      <p:cxnSp>
        <p:nvCxnSpPr>
          <p:cNvPr id="549" name="L"/>
          <p:cNvCxnSpPr/>
          <p:nvPr/>
        </p:nvCxnSpPr>
        <p:spPr>
          <a:xfrm>
            <a:off x="8668512" y="516620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50" name="K"/>
          <p:cNvSpPr/>
          <p:nvPr/>
        </p:nvSpPr>
        <p:spPr>
          <a:xfrm>
            <a:off x="8668512" y="5178366"/>
            <a:ext cx="97300" cy="973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</p:sp>
      <p:pic>
        <p:nvPicPr>
          <p:cNvPr id="551" name="G"/>
          <p:cNvPicPr>
            <a:picLocks noChangeAspect="1"/>
          </p:cNvPicPr>
          <p:nvPr/>
        </p:nvPicPr>
        <p:blipFill>
          <a:blip r:embed="rIdM21"/>
          <a:stretch>
            <a:fillRect/>
          </a:stretch>
        </p:blipFill>
        <p:spPr>
          <a:xfrm>
            <a:off x="8686999" y="5196853"/>
            <a:ext cx="60326" cy="60326"/>
          </a:xfrm>
          <a:prstGeom prst="rect">
            <a:avLst/>
          </a:prstGeom>
        </p:spPr>
      </p:pic>
      <p:sp>
        <p:nvSpPr>
          <p:cNvPr id="552" name="T"/>
          <p:cNvSpPr txBox="1"/>
          <p:nvPr/>
        </p:nvSpPr>
        <p:spPr>
          <a:xfrm>
            <a:off x="8869680" y="5144720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  <a:r>
              <a:rPr lang="id-ID" sz="7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Banjar</a:t>
            </a:r>
            <a:endParaRPr lang="id-ID" sz="760"/>
          </a:p>
        </p:txBody>
      </p:sp>
      <p:sp>
        <p:nvSpPr>
          <p:cNvPr id="553" name="K"/>
          <p:cNvSpPr/>
          <p:nvPr/>
        </p:nvSpPr>
        <p:spPr>
          <a:xfrm>
            <a:off x="10470000" y="5178366"/>
            <a:ext cx="1070000" cy="97300"/>
          </a:xfrm>
          <a:prstGeom prst="roundRect">
            <a:avLst>
              <a:gd name="adj" fmla="val 50000"/>
            </a:avLst>
          </a:prstGeom>
          <a:solidFill>
            <a:srgbClr val="D5EEF2"/>
          </a:solidFill>
          <a:ln>
            <a:noFill/>
          </a:ln>
        </p:spPr>
      </p:sp>
      <p:pic>
        <p:nvPicPr>
          <p:cNvPr id="554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520000" y="5193934"/>
            <a:ext cx="66164" cy="66164"/>
          </a:xfrm>
          <a:prstGeom prst="rect">
            <a:avLst/>
          </a:prstGeom>
        </p:spPr>
      </p:pic>
      <p:sp>
        <p:nvSpPr>
          <p:cNvPr id="555" name="T"/>
          <p:cNvSpPr txBox="1"/>
          <p:nvPr/>
        </p:nvSpPr>
        <p:spPr>
          <a:xfrm>
            <a:off x="10680000" y="5178366"/>
            <a:ext cx="5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0E7490"/>
                </a:solidFill>
                <a:latin typeface="Roboto"/>
                <a:ea typeface="Roboto"/>
                <a:cs typeface="Roboto"/>
              </a:rPr>
              <a:t>35</a:t>
            </a:r>
            <a:endParaRPr lang="id-ID" sz="720"/>
          </a:p>
        </p:txBody>
      </p:sp>
      <p:sp>
        <p:nvSpPr>
          <p:cNvPr id="556" name="T"/>
          <p:cNvSpPr txBox="1"/>
          <p:nvPr/>
        </p:nvSpPr>
        <p:spPr>
          <a:xfrm>
            <a:off x="11201600" y="5178366"/>
            <a:ext cx="300000" cy="973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0E7490"/>
                </a:solidFill>
                <a:latin typeface="Roboto"/>
                <a:ea typeface="Roboto"/>
                <a:cs typeface="Roboto"/>
              </a:rPr>
              <a:t>KK</a:t>
            </a:r>
            <a:endParaRPr lang="id-ID" sz="720"/>
          </a:p>
        </p:txBody>
      </p:sp>
      <p:sp>
        <p:nvSpPr>
          <p:cNvPr id="557" name="K"/>
          <p:cNvSpPr/>
          <p:nvPr/>
        </p:nvSpPr>
        <p:spPr>
          <a:xfrm>
            <a:off x="548640" y="546811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F4EC"/>
          </a:solidFill>
          <a:ln>
            <a:noFill/>
          </a:ln>
        </p:spPr>
      </p:sp>
      <p:sp>
        <p:nvSpPr>
          <p:cNvPr id="558" name="T"/>
          <p:cNvSpPr txBox="1"/>
          <p:nvPr/>
        </p:nvSpPr>
        <p:spPr>
          <a:xfrm>
            <a:off x="694944" y="55412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YANG AKAN DILAKUKAN BNPB</a:t>
            </a:r>
            <a:endParaRPr lang="id-ID" sz="750"/>
          </a:p>
        </p:txBody>
      </p:sp>
      <p:sp>
        <p:nvSpPr>
          <p:cNvPr id="559" name="K"/>
          <p:cNvSpPr/>
          <p:nvPr/>
        </p:nvSpPr>
        <p:spPr>
          <a:xfrm>
            <a:off x="694944" y="5806440"/>
            <a:ext cx="365760" cy="3657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60" name="G"/>
          <p:cNvPicPr>
            <a:picLocks noChangeAspect="1"/>
          </p:cNvPicPr>
          <p:nvPr/>
        </p:nvPicPr>
        <p:blipFill>
          <a:blip r:embed="rIdM22"/>
          <a:stretch>
            <a:fillRect/>
          </a:stretch>
        </p:blipFill>
        <p:spPr>
          <a:xfrm>
            <a:off x="777240" y="5888736"/>
            <a:ext cx="201168" cy="201168"/>
          </a:xfrm>
          <a:prstGeom prst="rect">
            <a:avLst/>
          </a:prstGeom>
        </p:spPr>
      </p:pic>
      <p:sp>
        <p:nvSpPr>
          <p:cNvPr id="561" name="T"/>
          <p:cNvSpPr txBox="1"/>
          <p:nvPr/>
        </p:nvSpPr>
        <p:spPr>
          <a:xfrm>
            <a:off x="1152144" y="5733288"/>
            <a:ext cx="30144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Pemadaman prioritas</a:t>
            </a:r>
            <a:endParaRPr lang="id-ID" sz="950"/>
          </a:p>
        </p:txBody>
      </p:sp>
      <p:sp>
        <p:nvSpPr>
          <p:cNvPr id="562" name="T"/>
          <p:cNvSpPr txBox="1"/>
          <p:nvPr/>
        </p:nvSpPr>
        <p:spPr>
          <a:xfrm>
            <a:off x="1152144" y="5952744"/>
            <a:ext cx="3014472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Kal. Timur ±461 ha dan Papua Selatan ±373 ha belum padam</a:t>
            </a:r>
            <a:endParaRPr lang="id-ID" sz="820"/>
          </a:p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Patroli dan pendinginan: Sul. Tenggara, Sum. Selatan</a:t>
            </a:r>
            <a:endParaRPr lang="id-ID" sz="820"/>
          </a:p>
        </p:txBody>
      </p:sp>
      <p:cxnSp>
        <p:nvCxnSpPr>
          <p:cNvPr id="563" name="L"/>
          <p:cNvCxnSpPr/>
          <p:nvPr/>
        </p:nvCxnSpPr>
        <p:spPr>
          <a:xfrm>
            <a:off x="4222394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64" name="K"/>
          <p:cNvSpPr/>
          <p:nvPr/>
        </p:nvSpPr>
        <p:spPr>
          <a:xfrm>
            <a:off x="4295546" y="5806440"/>
            <a:ext cx="365760" cy="3657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65" name="G"/>
          <p:cNvPicPr>
            <a:picLocks noChangeAspect="1"/>
          </p:cNvPicPr>
          <p:nvPr/>
        </p:nvPicPr>
        <p:blipFill>
          <a:blip r:embed="rIdM23"/>
          <a:stretch>
            <a:fillRect/>
          </a:stretch>
        </p:blipFill>
        <p:spPr>
          <a:xfrm>
            <a:off x="4377842" y="5888736"/>
            <a:ext cx="201168" cy="201168"/>
          </a:xfrm>
          <a:prstGeom prst="rect">
            <a:avLst/>
          </a:prstGeom>
        </p:spPr>
      </p:pic>
      <p:sp>
        <p:nvSpPr>
          <p:cNvPr id="566" name="T"/>
          <p:cNvSpPr txBox="1"/>
          <p:nvPr/>
        </p:nvSpPr>
        <p:spPr>
          <a:xfrm>
            <a:off x="4752746" y="5733288"/>
            <a:ext cx="30144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Keselamatan warga</a:t>
            </a:r>
            <a:endParaRPr lang="id-ID" sz="950"/>
          </a:p>
        </p:txBody>
      </p:sp>
      <p:sp>
        <p:nvSpPr>
          <p:cNvPr id="567" name="T"/>
          <p:cNvSpPr txBox="1"/>
          <p:nvPr/>
        </p:nvSpPr>
        <p:spPr>
          <a:xfrm>
            <a:off x="4752746" y="5952744"/>
            <a:ext cx="3014472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Masker dan layanan ISPA: Pekanbaru, Palangka Raya</a:t>
            </a:r>
            <a:endParaRPr lang="id-ID" sz="820"/>
          </a:p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Pengungsi: gempa NTT ±27.345, karhutla Babel ±307 jiwa</a:t>
            </a:r>
            <a:endParaRPr lang="id-ID" sz="820"/>
          </a:p>
        </p:txBody>
      </p:sp>
      <p:cxnSp>
        <p:nvCxnSpPr>
          <p:cNvPr id="568" name="L"/>
          <p:cNvCxnSpPr/>
          <p:nvPr/>
        </p:nvCxnSpPr>
        <p:spPr>
          <a:xfrm>
            <a:off x="7822996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69" name="K"/>
          <p:cNvSpPr/>
          <p:nvPr/>
        </p:nvSpPr>
        <p:spPr>
          <a:xfrm>
            <a:off x="7896148" y="5806440"/>
            <a:ext cx="365760" cy="3657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70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7978444" y="5888736"/>
            <a:ext cx="201168" cy="201168"/>
          </a:xfrm>
          <a:prstGeom prst="rect">
            <a:avLst/>
          </a:prstGeom>
        </p:spPr>
      </p:pic>
      <p:sp>
        <p:nvSpPr>
          <p:cNvPr id="571" name="T"/>
          <p:cNvSpPr txBox="1"/>
          <p:nvPr/>
        </p:nvSpPr>
        <p:spPr>
          <a:xfrm>
            <a:off x="8353348" y="5733288"/>
            <a:ext cx="30144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Air bersih</a:t>
            </a:r>
            <a:endParaRPr lang="id-ID" sz="950"/>
          </a:p>
        </p:txBody>
      </p:sp>
      <p:sp>
        <p:nvSpPr>
          <p:cNvPr id="572" name="T"/>
          <p:cNvSpPr txBox="1"/>
          <p:nvPr/>
        </p:nvSpPr>
        <p:spPr>
          <a:xfrm>
            <a:off x="8353348" y="5952744"/>
            <a:ext cx="3014472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Tersalur 407.700 liter, 52 tangki untuk ±24.400 KK</a:t>
            </a:r>
            <a:endParaRPr lang="id-ID" sz="820"/>
          </a:p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Percepat pendataan dan distribusi: Seram Bagian Barat</a:t>
            </a:r>
            <a:endParaRPr lang="id-ID" sz="8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790" name="T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Rincian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27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menonjol: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karhutla,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7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 di 4 provinsi, dan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7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</a:t>
            </a:r>
            <a:endParaRPr lang="id-ID" sz="2200"/>
          </a:p>
        </p:txBody>
      </p:sp>
      <p:sp>
        <p:nvSpPr>
          <p:cNvPr id="301" name="K"/>
          <p:cNvSpPr/>
          <p:nvPr/>
        </p:nvSpPr>
        <p:spPr>
          <a:xfrm>
            <a:off x="548640" y="1325880"/>
            <a:ext cx="672084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02" name="K"/>
          <p:cNvSpPr/>
          <p:nvPr/>
        </p:nvSpPr>
        <p:spPr>
          <a:xfrm>
            <a:off x="548640" y="132588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303" name="K"/>
          <p:cNvSpPr/>
          <p:nvPr/>
        </p:nvSpPr>
        <p:spPr>
          <a:xfrm>
            <a:off x="548640" y="1600200"/>
            <a:ext cx="6720840" cy="182880"/>
          </a:xfrm>
          <a:prstGeom prst="rect">
            <a:avLst/>
          </a:prstGeom>
          <a:solidFill>
            <a:srgbClr val="FBE7D6"/>
          </a:solidFill>
          <a:ln>
            <a:noFill/>
          </a:ln>
        </p:spPr>
      </p:sp>
      <p:sp>
        <p:nvSpPr>
          <p:cNvPr id="304" name="K"/>
          <p:cNvSpPr/>
          <p:nvPr/>
        </p:nvSpPr>
        <p:spPr>
          <a:xfrm>
            <a:off x="676656" y="1408176"/>
            <a:ext cx="292608" cy="29260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05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306" name="T"/>
          <p:cNvSpPr txBox="1"/>
          <p:nvPr/>
        </p:nvSpPr>
        <p:spPr>
          <a:xfrm>
            <a:off x="1051560" y="1325880"/>
            <a:ext cx="5620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1100"/>
          </a:p>
        </p:txBody>
      </p:sp>
      <p:sp>
        <p:nvSpPr>
          <p:cNvPr id="307" name="T"/>
          <p:cNvSpPr txBox="1"/>
          <p:nvPr/>
        </p:nvSpPr>
        <p:spPr>
          <a:xfrm>
            <a:off x="6629400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13</a:t>
            </a:r>
            <a:endParaRPr lang="id-ID" sz="1800"/>
          </a:p>
        </p:txBody>
      </p:sp>
      <p:sp>
        <p:nvSpPr>
          <p:cNvPr id="308" name="T"/>
          <p:cNvSpPr txBox="1"/>
          <p:nvPr/>
        </p:nvSpPr>
        <p:spPr>
          <a:xfrm>
            <a:off x="676656" y="185623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50"/>
          </a:p>
        </p:txBody>
      </p:sp>
      <p:sp>
        <p:nvSpPr>
          <p:cNvPr id="309" name="T"/>
          <p:cNvSpPr txBox="1"/>
          <p:nvPr/>
        </p:nvSpPr>
        <p:spPr>
          <a:xfrm>
            <a:off x="3291840" y="185623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TERBAKAR 1 JAN–27 OKT</a:t>
            </a:r>
            <a:endParaRPr lang="id-ID" sz="650"/>
          </a:p>
        </p:txBody>
      </p:sp>
      <p:sp>
        <p:nvSpPr>
          <p:cNvPr id="310" name="T"/>
          <p:cNvSpPr txBox="1"/>
          <p:nvPr/>
        </p:nvSpPr>
        <p:spPr>
          <a:xfrm>
            <a:off x="4617720" y="1856232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FIRESPOT DAN SISA 27 OKT</a:t>
            </a:r>
            <a:endParaRPr lang="id-ID" sz="650"/>
          </a:p>
        </p:txBody>
      </p:sp>
      <p:cxnSp>
        <p:nvCxnSpPr>
          <p:cNvPr id="311" name="L"/>
          <p:cNvCxnSpPr/>
          <p:nvPr/>
        </p:nvCxnSpPr>
        <p:spPr>
          <a:xfrm>
            <a:off x="676656" y="2039112"/>
            <a:ext cx="646480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12" name="K"/>
          <p:cNvSpPr/>
          <p:nvPr/>
        </p:nvSpPr>
        <p:spPr>
          <a:xfrm>
            <a:off x="676656" y="2117437"/>
            <a:ext cx="180111" cy="1801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1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09075" y="2149856"/>
            <a:ext cx="115271" cy="115271"/>
          </a:xfrm>
          <a:prstGeom prst="rect">
            <a:avLst/>
          </a:prstGeom>
        </p:spPr>
      </p:pic>
      <p:sp>
        <p:nvSpPr>
          <p:cNvPr id="314" name="T"/>
          <p:cNvSpPr txBox="1"/>
          <p:nvPr/>
        </p:nvSpPr>
        <p:spPr>
          <a:xfrm>
            <a:off x="990000" y="2057400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919"/>
          </a:p>
        </p:txBody>
      </p:sp>
      <p:sp>
        <p:nvSpPr>
          <p:cNvPr id="315" name="T"/>
          <p:cNvSpPr txBox="1"/>
          <p:nvPr/>
        </p:nvSpPr>
        <p:spPr>
          <a:xfrm>
            <a:off x="3291840" y="2057400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125.188</a:t>
            </a:r>
            <a:endParaRPr lang="id-ID" sz="900"/>
          </a:p>
        </p:txBody>
      </p:sp>
      <p:sp>
        <p:nvSpPr>
          <p:cNvPr id="316" name="T"/>
          <p:cNvSpPr txBox="1"/>
          <p:nvPr/>
        </p:nvSpPr>
        <p:spPr>
          <a:xfrm>
            <a:off x="4138840" y="2057400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sp>
        <p:nvSpPr>
          <p:cNvPr id="317" name="K"/>
          <p:cNvSpPr/>
          <p:nvPr/>
        </p:nvSpPr>
        <p:spPr>
          <a:xfrm>
            <a:off x="4739006" y="2108431"/>
            <a:ext cx="1152584" cy="19812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1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146075"/>
            <a:ext cx="122835" cy="122835"/>
          </a:xfrm>
          <a:prstGeom prst="rect">
            <a:avLst/>
          </a:prstGeom>
        </p:spPr>
      </p:pic>
      <p:sp>
        <p:nvSpPr>
          <p:cNvPr id="319" name="T"/>
          <p:cNvSpPr txBox="1"/>
          <p:nvPr/>
        </p:nvSpPr>
        <p:spPr>
          <a:xfrm>
            <a:off x="4995894" y="2108431"/>
            <a:ext cx="3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433</a:t>
            </a:r>
            <a:endParaRPr lang="id-ID" sz="759"/>
          </a:p>
        </p:txBody>
      </p:sp>
      <p:sp>
        <p:nvSpPr>
          <p:cNvPr id="320" name="T"/>
          <p:cNvSpPr txBox="1"/>
          <p:nvPr/>
        </p:nvSpPr>
        <p:spPr>
          <a:xfrm>
            <a:off x="5378664" y="2108431"/>
            <a:ext cx="4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759"/>
          </a:p>
        </p:txBody>
      </p:sp>
      <p:sp>
        <p:nvSpPr>
          <p:cNvPr id="321" name="K"/>
          <p:cNvSpPr/>
          <p:nvPr/>
        </p:nvSpPr>
        <p:spPr>
          <a:xfrm>
            <a:off x="5964742" y="2108431"/>
            <a:ext cx="1155436" cy="19812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2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2146075"/>
            <a:ext cx="122835" cy="122835"/>
          </a:xfrm>
          <a:prstGeom prst="rect">
            <a:avLst/>
          </a:prstGeom>
        </p:spPr>
      </p:pic>
      <p:sp>
        <p:nvSpPr>
          <p:cNvPr id="323" name="T"/>
          <p:cNvSpPr txBox="1"/>
          <p:nvPr/>
        </p:nvSpPr>
        <p:spPr>
          <a:xfrm>
            <a:off x="6211630" y="2108431"/>
            <a:ext cx="2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59"/>
          </a:p>
        </p:txBody>
      </p:sp>
      <p:sp>
        <p:nvSpPr>
          <p:cNvPr id="324" name="T"/>
          <p:cNvSpPr txBox="1"/>
          <p:nvPr/>
        </p:nvSpPr>
        <p:spPr>
          <a:xfrm>
            <a:off x="6481630" y="2108431"/>
            <a:ext cx="42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461</a:t>
            </a:r>
            <a:endParaRPr lang="id-ID" sz="759"/>
          </a:p>
        </p:txBody>
      </p:sp>
      <p:sp>
        <p:nvSpPr>
          <p:cNvPr id="325" name="T"/>
          <p:cNvSpPr txBox="1"/>
          <p:nvPr/>
        </p:nvSpPr>
        <p:spPr>
          <a:xfrm>
            <a:off x="6924400" y="2108431"/>
            <a:ext cx="1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59"/>
          </a:p>
        </p:txBody>
      </p:sp>
      <p:cxnSp>
        <p:nvCxnSpPr>
          <p:cNvPr id="326" name="L"/>
          <p:cNvCxnSpPr/>
          <p:nvPr/>
        </p:nvCxnSpPr>
        <p:spPr>
          <a:xfrm>
            <a:off x="676656" y="2357585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27" name="K"/>
          <p:cNvSpPr/>
          <p:nvPr/>
        </p:nvSpPr>
        <p:spPr>
          <a:xfrm>
            <a:off x="676656" y="2417622"/>
            <a:ext cx="180111" cy="1801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2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09075" y="2450041"/>
            <a:ext cx="115271" cy="115271"/>
          </a:xfrm>
          <a:prstGeom prst="rect">
            <a:avLst/>
          </a:prstGeom>
        </p:spPr>
      </p:pic>
      <p:sp>
        <p:nvSpPr>
          <p:cNvPr id="329" name="T"/>
          <p:cNvSpPr txBox="1"/>
          <p:nvPr/>
        </p:nvSpPr>
        <p:spPr>
          <a:xfrm>
            <a:off x="990000" y="2357585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919"/>
          </a:p>
        </p:txBody>
      </p:sp>
      <p:sp>
        <p:nvSpPr>
          <p:cNvPr id="330" name="T"/>
          <p:cNvSpPr txBox="1"/>
          <p:nvPr/>
        </p:nvSpPr>
        <p:spPr>
          <a:xfrm>
            <a:off x="3291840" y="2357585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291.200</a:t>
            </a:r>
            <a:endParaRPr lang="id-ID" sz="900"/>
          </a:p>
        </p:txBody>
      </p:sp>
      <p:sp>
        <p:nvSpPr>
          <p:cNvPr id="331" name="T"/>
          <p:cNvSpPr txBox="1"/>
          <p:nvPr/>
        </p:nvSpPr>
        <p:spPr>
          <a:xfrm>
            <a:off x="4138840" y="2357585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sp>
        <p:nvSpPr>
          <p:cNvPr id="332" name="K"/>
          <p:cNvSpPr/>
          <p:nvPr/>
        </p:nvSpPr>
        <p:spPr>
          <a:xfrm>
            <a:off x="4739006" y="2408616"/>
            <a:ext cx="1152584" cy="19812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33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446260"/>
            <a:ext cx="122835" cy="122835"/>
          </a:xfrm>
          <a:prstGeom prst="rect">
            <a:avLst/>
          </a:prstGeom>
        </p:spPr>
      </p:pic>
      <p:sp>
        <p:nvSpPr>
          <p:cNvPr id="334" name="T"/>
          <p:cNvSpPr txBox="1"/>
          <p:nvPr/>
        </p:nvSpPr>
        <p:spPr>
          <a:xfrm>
            <a:off x="4995894" y="2408616"/>
            <a:ext cx="3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292</a:t>
            </a:r>
            <a:endParaRPr lang="id-ID" sz="759"/>
          </a:p>
        </p:txBody>
      </p:sp>
      <p:sp>
        <p:nvSpPr>
          <p:cNvPr id="335" name="T"/>
          <p:cNvSpPr txBox="1"/>
          <p:nvPr/>
        </p:nvSpPr>
        <p:spPr>
          <a:xfrm>
            <a:off x="5378664" y="2408616"/>
            <a:ext cx="4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759"/>
          </a:p>
        </p:txBody>
      </p:sp>
      <p:sp>
        <p:nvSpPr>
          <p:cNvPr id="336" name="K"/>
          <p:cNvSpPr/>
          <p:nvPr/>
        </p:nvSpPr>
        <p:spPr>
          <a:xfrm>
            <a:off x="5964742" y="2408616"/>
            <a:ext cx="1155436" cy="19812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3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2446260"/>
            <a:ext cx="122835" cy="122835"/>
          </a:xfrm>
          <a:prstGeom prst="rect">
            <a:avLst/>
          </a:prstGeom>
        </p:spPr>
      </p:pic>
      <p:sp>
        <p:nvSpPr>
          <p:cNvPr id="338" name="T"/>
          <p:cNvSpPr txBox="1"/>
          <p:nvPr/>
        </p:nvSpPr>
        <p:spPr>
          <a:xfrm>
            <a:off x="6211630" y="2408616"/>
            <a:ext cx="2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59"/>
          </a:p>
        </p:txBody>
      </p:sp>
      <p:sp>
        <p:nvSpPr>
          <p:cNvPr id="339" name="T"/>
          <p:cNvSpPr txBox="1"/>
          <p:nvPr/>
        </p:nvSpPr>
        <p:spPr>
          <a:xfrm>
            <a:off x="6481630" y="2408616"/>
            <a:ext cx="42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373</a:t>
            </a:r>
            <a:endParaRPr lang="id-ID" sz="759"/>
          </a:p>
        </p:txBody>
      </p:sp>
      <p:sp>
        <p:nvSpPr>
          <p:cNvPr id="340" name="T"/>
          <p:cNvSpPr txBox="1"/>
          <p:nvPr/>
        </p:nvSpPr>
        <p:spPr>
          <a:xfrm>
            <a:off x="6924400" y="2408616"/>
            <a:ext cx="1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59"/>
          </a:p>
        </p:txBody>
      </p:sp>
      <p:sp>
        <p:nvSpPr>
          <p:cNvPr id="341" name="K"/>
          <p:cNvSpPr/>
          <p:nvPr/>
        </p:nvSpPr>
        <p:spPr>
          <a:xfrm>
            <a:off x="676656" y="2675781"/>
            <a:ext cx="6464808" cy="264162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42" name="T"/>
          <p:cNvSpPr txBox="1"/>
          <p:nvPr/>
        </p:nvSpPr>
        <p:spPr>
          <a:xfrm>
            <a:off x="749808" y="2657770"/>
            <a:ext cx="1645920" cy="30018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  <a:endParaRPr lang="id-ID" sz="919"/>
          </a:p>
        </p:txBody>
      </p:sp>
      <p:sp>
        <p:nvSpPr>
          <p:cNvPr id="343" name="K"/>
          <p:cNvSpPr/>
          <p:nvPr/>
        </p:nvSpPr>
        <p:spPr>
          <a:xfrm>
            <a:off x="2315728" y="2714805"/>
            <a:ext cx="638251" cy="186114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44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2380867" y="2752028"/>
            <a:ext cx="111668" cy="111668"/>
          </a:xfrm>
          <a:prstGeom prst="rect">
            <a:avLst/>
          </a:prstGeom>
        </p:spPr>
      </p:pic>
      <p:sp>
        <p:nvSpPr>
          <p:cNvPr id="345" name="T"/>
          <p:cNvSpPr txBox="1"/>
          <p:nvPr/>
        </p:nvSpPr>
        <p:spPr>
          <a:xfrm>
            <a:off x="2464619" y="2714805"/>
            <a:ext cx="489359" cy="18611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 kejadian</a:t>
            </a:r>
            <a:endParaRPr lang="id-ID" sz="683"/>
          </a:p>
        </p:txBody>
      </p:sp>
      <p:sp>
        <p:nvSpPr>
          <p:cNvPr id="346" name="K"/>
          <p:cNvSpPr/>
          <p:nvPr/>
        </p:nvSpPr>
        <p:spPr>
          <a:xfrm>
            <a:off x="3291840" y="2714805"/>
            <a:ext cx="1005840" cy="18611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2C9A8"/>
            </a:solidFill>
          </a:ln>
        </p:spPr>
      </p:sp>
      <p:pic>
        <p:nvPicPr>
          <p:cNvPr id="34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3366285" y="2752028"/>
            <a:ext cx="111668" cy="111668"/>
          </a:xfrm>
          <a:prstGeom prst="rect">
            <a:avLst/>
          </a:prstGeom>
        </p:spPr>
      </p:pic>
      <p:sp>
        <p:nvSpPr>
          <p:cNvPr id="348" name="T"/>
          <p:cNvSpPr txBox="1"/>
          <p:nvPr/>
        </p:nvSpPr>
        <p:spPr>
          <a:xfrm>
            <a:off x="3440731" y="2714805"/>
            <a:ext cx="856948" cy="18611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21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total ± 33.140 ha</a:t>
            </a:r>
            <a:endParaRPr lang="id-ID" sz="721"/>
          </a:p>
        </p:txBody>
      </p:sp>
      <p:cxnSp>
        <p:nvCxnSpPr>
          <p:cNvPr id="349" name="L"/>
          <p:cNvCxnSpPr/>
          <p:nvPr/>
        </p:nvCxnSpPr>
        <p:spPr>
          <a:xfrm>
            <a:off x="676656" y="2957955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50" name="K"/>
          <p:cNvSpPr/>
          <p:nvPr/>
        </p:nvSpPr>
        <p:spPr>
          <a:xfrm>
            <a:off x="841248" y="3017992"/>
            <a:ext cx="180111" cy="1801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51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873667" y="3050411"/>
            <a:ext cx="115271" cy="115271"/>
          </a:xfrm>
          <a:prstGeom prst="rect">
            <a:avLst/>
          </a:prstGeom>
        </p:spPr>
      </p:pic>
      <p:sp>
        <p:nvSpPr>
          <p:cNvPr id="352" name="T"/>
          <p:cNvSpPr txBox="1"/>
          <p:nvPr/>
        </p:nvSpPr>
        <p:spPr>
          <a:xfrm>
            <a:off x="1154592" y="2957955"/>
            <a:ext cx="1908648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Tingkat provinsi</a:t>
            </a:r>
            <a:endParaRPr lang="id-ID" sz="919"/>
          </a:p>
        </p:txBody>
      </p:sp>
      <p:sp>
        <p:nvSpPr>
          <p:cNvPr id="353" name="T"/>
          <p:cNvSpPr txBox="1"/>
          <p:nvPr/>
        </p:nvSpPr>
        <p:spPr>
          <a:xfrm>
            <a:off x="3291840" y="2957955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33.140</a:t>
            </a:r>
            <a:endParaRPr lang="id-ID" sz="900"/>
          </a:p>
        </p:txBody>
      </p:sp>
      <p:sp>
        <p:nvSpPr>
          <p:cNvPr id="354" name="T"/>
          <p:cNvSpPr txBox="1"/>
          <p:nvPr/>
        </p:nvSpPr>
        <p:spPr>
          <a:xfrm>
            <a:off x="4138840" y="2957955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sp>
        <p:nvSpPr>
          <p:cNvPr id="355" name="K"/>
          <p:cNvSpPr/>
          <p:nvPr/>
        </p:nvSpPr>
        <p:spPr>
          <a:xfrm>
            <a:off x="4739006" y="3008986"/>
            <a:ext cx="1152584" cy="19812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56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046630"/>
            <a:ext cx="122835" cy="122835"/>
          </a:xfrm>
          <a:prstGeom prst="rect">
            <a:avLst/>
          </a:prstGeom>
        </p:spPr>
      </p:pic>
      <p:sp>
        <p:nvSpPr>
          <p:cNvPr id="357" name="T"/>
          <p:cNvSpPr txBox="1"/>
          <p:nvPr/>
        </p:nvSpPr>
        <p:spPr>
          <a:xfrm>
            <a:off x="4995894" y="3008986"/>
            <a:ext cx="3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47</a:t>
            </a:r>
            <a:endParaRPr lang="id-ID" sz="759"/>
          </a:p>
        </p:txBody>
      </p:sp>
      <p:sp>
        <p:nvSpPr>
          <p:cNvPr id="358" name="T"/>
          <p:cNvSpPr txBox="1"/>
          <p:nvPr/>
        </p:nvSpPr>
        <p:spPr>
          <a:xfrm>
            <a:off x="5378664" y="3008986"/>
            <a:ext cx="4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759"/>
          </a:p>
        </p:txBody>
      </p:sp>
      <p:sp>
        <p:nvSpPr>
          <p:cNvPr id="359" name="K"/>
          <p:cNvSpPr/>
          <p:nvPr/>
        </p:nvSpPr>
        <p:spPr>
          <a:xfrm>
            <a:off x="5964742" y="3008986"/>
            <a:ext cx="1155436" cy="19812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60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3046630"/>
            <a:ext cx="122835" cy="122835"/>
          </a:xfrm>
          <a:prstGeom prst="rect">
            <a:avLst/>
          </a:prstGeom>
        </p:spPr>
      </p:pic>
      <p:sp>
        <p:nvSpPr>
          <p:cNvPr id="361" name="T"/>
          <p:cNvSpPr txBox="1"/>
          <p:nvPr/>
        </p:nvSpPr>
        <p:spPr>
          <a:xfrm>
            <a:off x="6211630" y="3008986"/>
            <a:ext cx="2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59"/>
          </a:p>
        </p:txBody>
      </p:sp>
      <p:sp>
        <p:nvSpPr>
          <p:cNvPr id="362" name="T"/>
          <p:cNvSpPr txBox="1"/>
          <p:nvPr/>
        </p:nvSpPr>
        <p:spPr>
          <a:xfrm>
            <a:off x="6481630" y="3008986"/>
            <a:ext cx="42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95</a:t>
            </a:r>
            <a:endParaRPr lang="id-ID" sz="759"/>
          </a:p>
        </p:txBody>
      </p:sp>
      <p:sp>
        <p:nvSpPr>
          <p:cNvPr id="363" name="T"/>
          <p:cNvSpPr txBox="1"/>
          <p:nvPr/>
        </p:nvSpPr>
        <p:spPr>
          <a:xfrm>
            <a:off x="6924400" y="3008986"/>
            <a:ext cx="1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59"/>
          </a:p>
        </p:txBody>
      </p:sp>
      <p:cxnSp>
        <p:nvCxnSpPr>
          <p:cNvPr id="364" name="L"/>
          <p:cNvCxnSpPr/>
          <p:nvPr/>
        </p:nvCxnSpPr>
        <p:spPr>
          <a:xfrm>
            <a:off x="676656" y="325814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65" name="K"/>
          <p:cNvSpPr/>
          <p:nvPr/>
        </p:nvSpPr>
        <p:spPr>
          <a:xfrm>
            <a:off x="841248" y="3318177"/>
            <a:ext cx="180111" cy="1801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366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873667" y="3350596"/>
            <a:ext cx="115271" cy="115271"/>
          </a:xfrm>
          <a:prstGeom prst="rect">
            <a:avLst/>
          </a:prstGeom>
        </p:spPr>
      </p:pic>
      <p:sp>
        <p:nvSpPr>
          <p:cNvPr id="367" name="T"/>
          <p:cNvSpPr txBox="1"/>
          <p:nvPr/>
        </p:nvSpPr>
        <p:spPr>
          <a:xfrm>
            <a:off x="1154592" y="3258140"/>
            <a:ext cx="1908648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Toraja Utara</a:t>
            </a:r>
            <a:endParaRPr lang="id-ID" sz="919"/>
          </a:p>
        </p:txBody>
      </p:sp>
      <p:sp>
        <p:nvSpPr>
          <p:cNvPr id="368" name="T"/>
          <p:cNvSpPr txBox="1"/>
          <p:nvPr/>
        </p:nvSpPr>
        <p:spPr>
          <a:xfrm>
            <a:off x="3291840" y="3258140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644</a:t>
            </a:r>
            <a:endParaRPr lang="id-ID" sz="900"/>
          </a:p>
        </p:txBody>
      </p:sp>
      <p:sp>
        <p:nvSpPr>
          <p:cNvPr id="369" name="T"/>
          <p:cNvSpPr txBox="1"/>
          <p:nvPr/>
        </p:nvSpPr>
        <p:spPr>
          <a:xfrm>
            <a:off x="4138840" y="3258140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cxnSp>
        <p:nvCxnSpPr>
          <p:cNvPr id="370" name="L"/>
          <p:cNvCxnSpPr/>
          <p:nvPr/>
        </p:nvCxnSpPr>
        <p:spPr>
          <a:xfrm>
            <a:off x="676656" y="3558325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71" name="K"/>
          <p:cNvSpPr/>
          <p:nvPr/>
        </p:nvSpPr>
        <p:spPr>
          <a:xfrm>
            <a:off x="676656" y="3618362"/>
            <a:ext cx="180111" cy="1801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72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09075" y="3650781"/>
            <a:ext cx="115271" cy="115271"/>
          </a:xfrm>
          <a:prstGeom prst="rect">
            <a:avLst/>
          </a:prstGeom>
        </p:spPr>
      </p:pic>
      <p:sp>
        <p:nvSpPr>
          <p:cNvPr id="373" name="T"/>
          <p:cNvSpPr txBox="1"/>
          <p:nvPr/>
        </p:nvSpPr>
        <p:spPr>
          <a:xfrm>
            <a:off x="990000" y="3558325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  <a:endParaRPr lang="id-ID" sz="919"/>
          </a:p>
        </p:txBody>
      </p:sp>
      <p:sp>
        <p:nvSpPr>
          <p:cNvPr id="374" name="T"/>
          <p:cNvSpPr txBox="1"/>
          <p:nvPr/>
        </p:nvSpPr>
        <p:spPr>
          <a:xfrm>
            <a:off x="3291840" y="3558325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27.667</a:t>
            </a:r>
            <a:endParaRPr lang="id-ID" sz="900"/>
          </a:p>
        </p:txBody>
      </p:sp>
      <p:sp>
        <p:nvSpPr>
          <p:cNvPr id="375" name="T"/>
          <p:cNvSpPr txBox="1"/>
          <p:nvPr/>
        </p:nvSpPr>
        <p:spPr>
          <a:xfrm>
            <a:off x="4138840" y="3558325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sp>
        <p:nvSpPr>
          <p:cNvPr id="376" name="K"/>
          <p:cNvSpPr/>
          <p:nvPr/>
        </p:nvSpPr>
        <p:spPr>
          <a:xfrm>
            <a:off x="4739006" y="3609356"/>
            <a:ext cx="1152584" cy="19812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77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647000"/>
            <a:ext cx="122835" cy="122835"/>
          </a:xfrm>
          <a:prstGeom prst="rect">
            <a:avLst/>
          </a:prstGeom>
        </p:spPr>
      </p:pic>
      <p:sp>
        <p:nvSpPr>
          <p:cNvPr id="378" name="T"/>
          <p:cNvSpPr txBox="1"/>
          <p:nvPr/>
        </p:nvSpPr>
        <p:spPr>
          <a:xfrm>
            <a:off x="4995894" y="3609356"/>
            <a:ext cx="3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93</a:t>
            </a:r>
            <a:endParaRPr lang="id-ID" sz="759"/>
          </a:p>
        </p:txBody>
      </p:sp>
      <p:sp>
        <p:nvSpPr>
          <p:cNvPr id="379" name="T"/>
          <p:cNvSpPr txBox="1"/>
          <p:nvPr/>
        </p:nvSpPr>
        <p:spPr>
          <a:xfrm>
            <a:off x="5378664" y="3609356"/>
            <a:ext cx="4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759"/>
          </a:p>
        </p:txBody>
      </p:sp>
      <p:sp>
        <p:nvSpPr>
          <p:cNvPr id="380" name="K"/>
          <p:cNvSpPr/>
          <p:nvPr/>
        </p:nvSpPr>
        <p:spPr>
          <a:xfrm>
            <a:off x="5964742" y="3609356"/>
            <a:ext cx="1155436" cy="19812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81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3647000"/>
            <a:ext cx="122835" cy="122835"/>
          </a:xfrm>
          <a:prstGeom prst="rect">
            <a:avLst/>
          </a:prstGeom>
        </p:spPr>
      </p:pic>
      <p:sp>
        <p:nvSpPr>
          <p:cNvPr id="382" name="T"/>
          <p:cNvSpPr txBox="1"/>
          <p:nvPr/>
        </p:nvSpPr>
        <p:spPr>
          <a:xfrm>
            <a:off x="6211630" y="3609356"/>
            <a:ext cx="2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59"/>
          </a:p>
        </p:txBody>
      </p:sp>
      <p:sp>
        <p:nvSpPr>
          <p:cNvPr id="383" name="T"/>
          <p:cNvSpPr txBox="1"/>
          <p:nvPr/>
        </p:nvSpPr>
        <p:spPr>
          <a:xfrm>
            <a:off x="6481630" y="3609356"/>
            <a:ext cx="42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79</a:t>
            </a:r>
            <a:endParaRPr lang="id-ID" sz="759"/>
          </a:p>
        </p:txBody>
      </p:sp>
      <p:sp>
        <p:nvSpPr>
          <p:cNvPr id="384" name="T"/>
          <p:cNvSpPr txBox="1"/>
          <p:nvPr/>
        </p:nvSpPr>
        <p:spPr>
          <a:xfrm>
            <a:off x="6924400" y="3609356"/>
            <a:ext cx="1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59"/>
          </a:p>
        </p:txBody>
      </p:sp>
      <p:cxnSp>
        <p:nvCxnSpPr>
          <p:cNvPr id="385" name="L"/>
          <p:cNvCxnSpPr/>
          <p:nvPr/>
        </p:nvCxnSpPr>
        <p:spPr>
          <a:xfrm>
            <a:off x="676656" y="385851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86" name="K"/>
          <p:cNvSpPr/>
          <p:nvPr/>
        </p:nvSpPr>
        <p:spPr>
          <a:xfrm>
            <a:off x="676656" y="3918547"/>
            <a:ext cx="180111" cy="1801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8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09075" y="3950966"/>
            <a:ext cx="115271" cy="115271"/>
          </a:xfrm>
          <a:prstGeom prst="rect">
            <a:avLst/>
          </a:prstGeom>
        </p:spPr>
      </p:pic>
      <p:sp>
        <p:nvSpPr>
          <p:cNvPr id="388" name="T"/>
          <p:cNvSpPr txBox="1"/>
          <p:nvPr/>
        </p:nvSpPr>
        <p:spPr>
          <a:xfrm>
            <a:off x="990000" y="3858510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  <a:endParaRPr lang="id-ID" sz="919"/>
          </a:p>
        </p:txBody>
      </p:sp>
      <p:sp>
        <p:nvSpPr>
          <p:cNvPr id="389" name="T"/>
          <p:cNvSpPr txBox="1"/>
          <p:nvPr/>
        </p:nvSpPr>
        <p:spPr>
          <a:xfrm>
            <a:off x="3291840" y="3858510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43.686</a:t>
            </a:r>
            <a:endParaRPr lang="id-ID" sz="900"/>
          </a:p>
        </p:txBody>
      </p:sp>
      <p:sp>
        <p:nvSpPr>
          <p:cNvPr id="390" name="T"/>
          <p:cNvSpPr txBox="1"/>
          <p:nvPr/>
        </p:nvSpPr>
        <p:spPr>
          <a:xfrm>
            <a:off x="4138840" y="3858510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sp>
        <p:nvSpPr>
          <p:cNvPr id="391" name="K"/>
          <p:cNvSpPr/>
          <p:nvPr/>
        </p:nvSpPr>
        <p:spPr>
          <a:xfrm>
            <a:off x="4739006" y="3909541"/>
            <a:ext cx="1152584" cy="19812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92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947185"/>
            <a:ext cx="122835" cy="122835"/>
          </a:xfrm>
          <a:prstGeom prst="rect">
            <a:avLst/>
          </a:prstGeom>
        </p:spPr>
      </p:pic>
      <p:sp>
        <p:nvSpPr>
          <p:cNvPr id="393" name="T"/>
          <p:cNvSpPr txBox="1"/>
          <p:nvPr/>
        </p:nvSpPr>
        <p:spPr>
          <a:xfrm>
            <a:off x="4995894" y="3909541"/>
            <a:ext cx="3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91</a:t>
            </a:r>
            <a:endParaRPr lang="id-ID" sz="759"/>
          </a:p>
        </p:txBody>
      </p:sp>
      <p:sp>
        <p:nvSpPr>
          <p:cNvPr id="394" name="T"/>
          <p:cNvSpPr txBox="1"/>
          <p:nvPr/>
        </p:nvSpPr>
        <p:spPr>
          <a:xfrm>
            <a:off x="5378664" y="3909541"/>
            <a:ext cx="4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759"/>
          </a:p>
        </p:txBody>
      </p:sp>
      <p:sp>
        <p:nvSpPr>
          <p:cNvPr id="395" name="K"/>
          <p:cNvSpPr/>
          <p:nvPr/>
        </p:nvSpPr>
        <p:spPr>
          <a:xfrm>
            <a:off x="5964742" y="3909541"/>
            <a:ext cx="1155436" cy="19812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96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3947185"/>
            <a:ext cx="122835" cy="122835"/>
          </a:xfrm>
          <a:prstGeom prst="rect">
            <a:avLst/>
          </a:prstGeom>
        </p:spPr>
      </p:pic>
      <p:sp>
        <p:nvSpPr>
          <p:cNvPr id="397" name="T"/>
          <p:cNvSpPr txBox="1"/>
          <p:nvPr/>
        </p:nvSpPr>
        <p:spPr>
          <a:xfrm>
            <a:off x="6211630" y="3909541"/>
            <a:ext cx="2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59"/>
          </a:p>
        </p:txBody>
      </p:sp>
      <p:sp>
        <p:nvSpPr>
          <p:cNvPr id="398" name="T"/>
          <p:cNvSpPr txBox="1"/>
          <p:nvPr/>
        </p:nvSpPr>
        <p:spPr>
          <a:xfrm>
            <a:off x="6481630" y="3909541"/>
            <a:ext cx="42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64</a:t>
            </a:r>
            <a:endParaRPr lang="id-ID" sz="759"/>
          </a:p>
        </p:txBody>
      </p:sp>
      <p:sp>
        <p:nvSpPr>
          <p:cNvPr id="399" name="T"/>
          <p:cNvSpPr txBox="1"/>
          <p:nvPr/>
        </p:nvSpPr>
        <p:spPr>
          <a:xfrm>
            <a:off x="6924400" y="3909541"/>
            <a:ext cx="1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59"/>
          </a:p>
        </p:txBody>
      </p:sp>
      <p:cxnSp>
        <p:nvCxnSpPr>
          <p:cNvPr id="400" name="L"/>
          <p:cNvCxnSpPr/>
          <p:nvPr/>
        </p:nvCxnSpPr>
        <p:spPr>
          <a:xfrm>
            <a:off x="676656" y="4158695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01" name="K"/>
          <p:cNvSpPr/>
          <p:nvPr/>
        </p:nvSpPr>
        <p:spPr>
          <a:xfrm>
            <a:off x="676656" y="4218732"/>
            <a:ext cx="180111" cy="1801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02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09075" y="4251151"/>
            <a:ext cx="115271" cy="115271"/>
          </a:xfrm>
          <a:prstGeom prst="rect">
            <a:avLst/>
          </a:prstGeom>
        </p:spPr>
      </p:pic>
      <p:sp>
        <p:nvSpPr>
          <p:cNvPr id="403" name="T"/>
          <p:cNvSpPr txBox="1"/>
          <p:nvPr/>
        </p:nvSpPr>
        <p:spPr>
          <a:xfrm>
            <a:off x="990000" y="4158695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  <a:endParaRPr lang="id-ID" sz="919"/>
          </a:p>
        </p:txBody>
      </p:sp>
      <p:sp>
        <p:nvSpPr>
          <p:cNvPr id="404" name="T"/>
          <p:cNvSpPr txBox="1"/>
          <p:nvPr/>
        </p:nvSpPr>
        <p:spPr>
          <a:xfrm>
            <a:off x="3291840" y="4158695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105.022</a:t>
            </a:r>
            <a:endParaRPr lang="id-ID" sz="900"/>
          </a:p>
        </p:txBody>
      </p:sp>
      <p:sp>
        <p:nvSpPr>
          <p:cNvPr id="405" name="T"/>
          <p:cNvSpPr txBox="1"/>
          <p:nvPr/>
        </p:nvSpPr>
        <p:spPr>
          <a:xfrm>
            <a:off x="4138840" y="4158695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sp>
        <p:nvSpPr>
          <p:cNvPr id="406" name="K"/>
          <p:cNvSpPr/>
          <p:nvPr/>
        </p:nvSpPr>
        <p:spPr>
          <a:xfrm>
            <a:off x="4739006" y="4209726"/>
            <a:ext cx="1152584" cy="19812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07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4247370"/>
            <a:ext cx="122835" cy="122835"/>
          </a:xfrm>
          <a:prstGeom prst="rect">
            <a:avLst/>
          </a:prstGeom>
        </p:spPr>
      </p:pic>
      <p:sp>
        <p:nvSpPr>
          <p:cNvPr id="408" name="T"/>
          <p:cNvSpPr txBox="1"/>
          <p:nvPr/>
        </p:nvSpPr>
        <p:spPr>
          <a:xfrm>
            <a:off x="4995894" y="4209726"/>
            <a:ext cx="3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28</a:t>
            </a:r>
            <a:endParaRPr lang="id-ID" sz="759"/>
          </a:p>
        </p:txBody>
      </p:sp>
      <p:sp>
        <p:nvSpPr>
          <p:cNvPr id="409" name="T"/>
          <p:cNvSpPr txBox="1"/>
          <p:nvPr/>
        </p:nvSpPr>
        <p:spPr>
          <a:xfrm>
            <a:off x="5378664" y="4209726"/>
            <a:ext cx="4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759"/>
          </a:p>
        </p:txBody>
      </p:sp>
      <p:sp>
        <p:nvSpPr>
          <p:cNvPr id="410" name="K"/>
          <p:cNvSpPr/>
          <p:nvPr/>
        </p:nvSpPr>
        <p:spPr>
          <a:xfrm>
            <a:off x="5964742" y="4209726"/>
            <a:ext cx="1155436" cy="19812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11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4247370"/>
            <a:ext cx="122835" cy="122835"/>
          </a:xfrm>
          <a:prstGeom prst="rect">
            <a:avLst/>
          </a:prstGeom>
        </p:spPr>
      </p:pic>
      <p:sp>
        <p:nvSpPr>
          <p:cNvPr id="412" name="T"/>
          <p:cNvSpPr txBox="1"/>
          <p:nvPr/>
        </p:nvSpPr>
        <p:spPr>
          <a:xfrm>
            <a:off x="6211630" y="4209726"/>
            <a:ext cx="2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59"/>
          </a:p>
        </p:txBody>
      </p:sp>
      <p:sp>
        <p:nvSpPr>
          <p:cNvPr id="413" name="T"/>
          <p:cNvSpPr txBox="1"/>
          <p:nvPr/>
        </p:nvSpPr>
        <p:spPr>
          <a:xfrm>
            <a:off x="6481630" y="4209726"/>
            <a:ext cx="42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62</a:t>
            </a:r>
            <a:endParaRPr lang="id-ID" sz="759"/>
          </a:p>
        </p:txBody>
      </p:sp>
      <p:sp>
        <p:nvSpPr>
          <p:cNvPr id="414" name="T"/>
          <p:cNvSpPr txBox="1"/>
          <p:nvPr/>
        </p:nvSpPr>
        <p:spPr>
          <a:xfrm>
            <a:off x="6924400" y="4209726"/>
            <a:ext cx="1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59"/>
          </a:p>
        </p:txBody>
      </p:sp>
      <p:cxnSp>
        <p:nvCxnSpPr>
          <p:cNvPr id="415" name="L"/>
          <p:cNvCxnSpPr/>
          <p:nvPr/>
        </p:nvCxnSpPr>
        <p:spPr>
          <a:xfrm>
            <a:off x="676656" y="445888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16" name="K"/>
          <p:cNvSpPr/>
          <p:nvPr/>
        </p:nvSpPr>
        <p:spPr>
          <a:xfrm>
            <a:off x="676656" y="4518917"/>
            <a:ext cx="180111" cy="180111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1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09075" y="4551336"/>
            <a:ext cx="115271" cy="115271"/>
          </a:xfrm>
          <a:prstGeom prst="rect">
            <a:avLst/>
          </a:prstGeom>
        </p:spPr>
      </p:pic>
      <p:sp>
        <p:nvSpPr>
          <p:cNvPr id="418" name="T"/>
          <p:cNvSpPr txBox="1"/>
          <p:nvPr/>
        </p:nvSpPr>
        <p:spPr>
          <a:xfrm>
            <a:off x="990000" y="4458880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919"/>
          </a:p>
        </p:txBody>
      </p:sp>
      <p:sp>
        <p:nvSpPr>
          <p:cNvPr id="419" name="T"/>
          <p:cNvSpPr txBox="1"/>
          <p:nvPr/>
        </p:nvSpPr>
        <p:spPr>
          <a:xfrm>
            <a:off x="3291840" y="4458880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212.726</a:t>
            </a:r>
            <a:endParaRPr lang="id-ID" sz="900"/>
          </a:p>
        </p:txBody>
      </p:sp>
      <p:sp>
        <p:nvSpPr>
          <p:cNvPr id="420" name="T"/>
          <p:cNvSpPr txBox="1"/>
          <p:nvPr/>
        </p:nvSpPr>
        <p:spPr>
          <a:xfrm>
            <a:off x="4138840" y="4458880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sp>
        <p:nvSpPr>
          <p:cNvPr id="421" name="K"/>
          <p:cNvSpPr/>
          <p:nvPr/>
        </p:nvSpPr>
        <p:spPr>
          <a:xfrm>
            <a:off x="4739006" y="4509911"/>
            <a:ext cx="1152584" cy="19812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22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4547555"/>
            <a:ext cx="122835" cy="122835"/>
          </a:xfrm>
          <a:prstGeom prst="rect">
            <a:avLst/>
          </a:prstGeom>
        </p:spPr>
      </p:pic>
      <p:sp>
        <p:nvSpPr>
          <p:cNvPr id="423" name="T"/>
          <p:cNvSpPr txBox="1"/>
          <p:nvPr/>
        </p:nvSpPr>
        <p:spPr>
          <a:xfrm>
            <a:off x="4995894" y="4509911"/>
            <a:ext cx="3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70</a:t>
            </a:r>
            <a:endParaRPr lang="id-ID" sz="759"/>
          </a:p>
        </p:txBody>
      </p:sp>
      <p:sp>
        <p:nvSpPr>
          <p:cNvPr id="424" name="T"/>
          <p:cNvSpPr txBox="1"/>
          <p:nvPr/>
        </p:nvSpPr>
        <p:spPr>
          <a:xfrm>
            <a:off x="5378664" y="4509911"/>
            <a:ext cx="4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759"/>
          </a:p>
        </p:txBody>
      </p:sp>
      <p:sp>
        <p:nvSpPr>
          <p:cNvPr id="425" name="K"/>
          <p:cNvSpPr/>
          <p:nvPr/>
        </p:nvSpPr>
        <p:spPr>
          <a:xfrm>
            <a:off x="5964742" y="4509911"/>
            <a:ext cx="1155436" cy="19812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26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4547555"/>
            <a:ext cx="122835" cy="122835"/>
          </a:xfrm>
          <a:prstGeom prst="rect">
            <a:avLst/>
          </a:prstGeom>
        </p:spPr>
      </p:pic>
      <p:sp>
        <p:nvSpPr>
          <p:cNvPr id="427" name="T"/>
          <p:cNvSpPr txBox="1"/>
          <p:nvPr/>
        </p:nvSpPr>
        <p:spPr>
          <a:xfrm>
            <a:off x="6211630" y="4509911"/>
            <a:ext cx="26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59"/>
          </a:p>
        </p:txBody>
      </p:sp>
      <p:sp>
        <p:nvSpPr>
          <p:cNvPr id="428" name="T"/>
          <p:cNvSpPr txBox="1"/>
          <p:nvPr/>
        </p:nvSpPr>
        <p:spPr>
          <a:xfrm>
            <a:off x="6481630" y="4509911"/>
            <a:ext cx="42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35</a:t>
            </a:r>
            <a:endParaRPr lang="id-ID" sz="759"/>
          </a:p>
        </p:txBody>
      </p:sp>
      <p:sp>
        <p:nvSpPr>
          <p:cNvPr id="429" name="T"/>
          <p:cNvSpPr txBox="1"/>
          <p:nvPr/>
        </p:nvSpPr>
        <p:spPr>
          <a:xfrm>
            <a:off x="6924400" y="4509911"/>
            <a:ext cx="180000" cy="19812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59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59"/>
          </a:p>
        </p:txBody>
      </p:sp>
      <p:cxnSp>
        <p:nvCxnSpPr>
          <p:cNvPr id="430" name="L"/>
          <p:cNvCxnSpPr/>
          <p:nvPr/>
        </p:nvCxnSpPr>
        <p:spPr>
          <a:xfrm>
            <a:off x="676656" y="4759065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31" name="K"/>
          <p:cNvSpPr/>
          <p:nvPr/>
        </p:nvSpPr>
        <p:spPr>
          <a:xfrm>
            <a:off x="676656" y="4819102"/>
            <a:ext cx="180111" cy="1801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32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09075" y="4851521"/>
            <a:ext cx="115271" cy="115271"/>
          </a:xfrm>
          <a:prstGeom prst="rect">
            <a:avLst/>
          </a:prstGeom>
        </p:spPr>
      </p:pic>
      <p:sp>
        <p:nvSpPr>
          <p:cNvPr id="433" name="T"/>
          <p:cNvSpPr txBox="1"/>
          <p:nvPr/>
        </p:nvSpPr>
        <p:spPr>
          <a:xfrm>
            <a:off x="990000" y="4759065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919"/>
          </a:p>
        </p:txBody>
      </p:sp>
      <p:sp>
        <p:nvSpPr>
          <p:cNvPr id="434" name="T"/>
          <p:cNvSpPr txBox="1"/>
          <p:nvPr/>
        </p:nvSpPr>
        <p:spPr>
          <a:xfrm>
            <a:off x="3291840" y="4759065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26.943</a:t>
            </a:r>
            <a:endParaRPr lang="id-ID" sz="900"/>
          </a:p>
        </p:txBody>
      </p:sp>
      <p:sp>
        <p:nvSpPr>
          <p:cNvPr id="435" name="T"/>
          <p:cNvSpPr txBox="1"/>
          <p:nvPr/>
        </p:nvSpPr>
        <p:spPr>
          <a:xfrm>
            <a:off x="4138840" y="4759065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cxnSp>
        <p:nvCxnSpPr>
          <p:cNvPr id="436" name="L"/>
          <p:cNvCxnSpPr/>
          <p:nvPr/>
        </p:nvCxnSpPr>
        <p:spPr>
          <a:xfrm>
            <a:off x="676656" y="505925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37" name="K"/>
          <p:cNvSpPr/>
          <p:nvPr/>
        </p:nvSpPr>
        <p:spPr>
          <a:xfrm>
            <a:off x="676656" y="5119287"/>
            <a:ext cx="180111" cy="1801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38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09075" y="5151706"/>
            <a:ext cx="115271" cy="115271"/>
          </a:xfrm>
          <a:prstGeom prst="rect">
            <a:avLst/>
          </a:prstGeom>
        </p:spPr>
      </p:pic>
      <p:sp>
        <p:nvSpPr>
          <p:cNvPr id="439" name="T"/>
          <p:cNvSpPr txBox="1"/>
          <p:nvPr/>
        </p:nvSpPr>
        <p:spPr>
          <a:xfrm>
            <a:off x="990000" y="5059250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919"/>
          </a:p>
        </p:txBody>
      </p:sp>
      <p:sp>
        <p:nvSpPr>
          <p:cNvPr id="440" name="T"/>
          <p:cNvSpPr txBox="1"/>
          <p:nvPr/>
        </p:nvSpPr>
        <p:spPr>
          <a:xfrm>
            <a:off x="3291840" y="5059250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35.248</a:t>
            </a:r>
            <a:endParaRPr lang="id-ID" sz="900"/>
          </a:p>
        </p:txBody>
      </p:sp>
      <p:sp>
        <p:nvSpPr>
          <p:cNvPr id="441" name="T"/>
          <p:cNvSpPr txBox="1"/>
          <p:nvPr/>
        </p:nvSpPr>
        <p:spPr>
          <a:xfrm>
            <a:off x="4138840" y="5059250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cxnSp>
        <p:nvCxnSpPr>
          <p:cNvPr id="442" name="L"/>
          <p:cNvCxnSpPr/>
          <p:nvPr/>
        </p:nvCxnSpPr>
        <p:spPr>
          <a:xfrm>
            <a:off x="676656" y="5359435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43" name="K"/>
          <p:cNvSpPr/>
          <p:nvPr/>
        </p:nvSpPr>
        <p:spPr>
          <a:xfrm>
            <a:off x="676656" y="5419472"/>
            <a:ext cx="180111" cy="1801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44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09075" y="5451891"/>
            <a:ext cx="115271" cy="115271"/>
          </a:xfrm>
          <a:prstGeom prst="rect">
            <a:avLst/>
          </a:prstGeom>
        </p:spPr>
      </p:pic>
      <p:sp>
        <p:nvSpPr>
          <p:cNvPr id="445" name="T"/>
          <p:cNvSpPr txBox="1"/>
          <p:nvPr/>
        </p:nvSpPr>
        <p:spPr>
          <a:xfrm>
            <a:off x="990000" y="5359435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Kep. Bangka Belitung</a:t>
            </a:r>
            <a:r>
              <a:rPr lang="id-ID" sz="919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Bangka Selatan</a:t>
            </a:r>
            <a:endParaRPr lang="id-ID" sz="919"/>
          </a:p>
        </p:txBody>
      </p:sp>
      <p:sp>
        <p:nvSpPr>
          <p:cNvPr id="446" name="T"/>
          <p:cNvSpPr txBox="1"/>
          <p:nvPr/>
        </p:nvSpPr>
        <p:spPr>
          <a:xfrm>
            <a:off x="3291840" y="5359435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12.805</a:t>
            </a:r>
            <a:endParaRPr lang="id-ID" sz="900"/>
          </a:p>
        </p:txBody>
      </p:sp>
      <p:sp>
        <p:nvSpPr>
          <p:cNvPr id="447" name="T"/>
          <p:cNvSpPr txBox="1"/>
          <p:nvPr/>
        </p:nvSpPr>
        <p:spPr>
          <a:xfrm>
            <a:off x="4138840" y="5359435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cxnSp>
        <p:nvCxnSpPr>
          <p:cNvPr id="448" name="L"/>
          <p:cNvCxnSpPr/>
          <p:nvPr/>
        </p:nvCxnSpPr>
        <p:spPr>
          <a:xfrm>
            <a:off x="676656" y="565962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49" name="K"/>
          <p:cNvSpPr/>
          <p:nvPr/>
        </p:nvSpPr>
        <p:spPr>
          <a:xfrm>
            <a:off x="676656" y="5719657"/>
            <a:ext cx="180111" cy="1801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50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09075" y="5752076"/>
            <a:ext cx="115271" cy="115271"/>
          </a:xfrm>
          <a:prstGeom prst="rect">
            <a:avLst/>
          </a:prstGeom>
        </p:spPr>
      </p:pic>
      <p:sp>
        <p:nvSpPr>
          <p:cNvPr id="451" name="T"/>
          <p:cNvSpPr txBox="1"/>
          <p:nvPr/>
        </p:nvSpPr>
        <p:spPr>
          <a:xfrm>
            <a:off x="990000" y="5659620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Lampung</a:t>
            </a:r>
            <a:r>
              <a:rPr lang="id-ID" sz="919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Lampung Selatan</a:t>
            </a:r>
            <a:endParaRPr lang="id-ID" sz="919"/>
          </a:p>
        </p:txBody>
      </p:sp>
      <p:sp>
        <p:nvSpPr>
          <p:cNvPr id="452" name="T"/>
          <p:cNvSpPr txBox="1"/>
          <p:nvPr/>
        </p:nvSpPr>
        <p:spPr>
          <a:xfrm>
            <a:off x="3291840" y="5659620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1.339</a:t>
            </a:r>
            <a:endParaRPr lang="id-ID" sz="900"/>
          </a:p>
        </p:txBody>
      </p:sp>
      <p:sp>
        <p:nvSpPr>
          <p:cNvPr id="453" name="T"/>
          <p:cNvSpPr txBox="1"/>
          <p:nvPr/>
        </p:nvSpPr>
        <p:spPr>
          <a:xfrm>
            <a:off x="4138840" y="5659620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cxnSp>
        <p:nvCxnSpPr>
          <p:cNvPr id="454" name="L"/>
          <p:cNvCxnSpPr/>
          <p:nvPr/>
        </p:nvCxnSpPr>
        <p:spPr>
          <a:xfrm>
            <a:off x="676656" y="5959805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55" name="K"/>
          <p:cNvSpPr/>
          <p:nvPr/>
        </p:nvSpPr>
        <p:spPr>
          <a:xfrm>
            <a:off x="676656" y="6019842"/>
            <a:ext cx="180111" cy="180111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56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09075" y="6052261"/>
            <a:ext cx="115271" cy="115271"/>
          </a:xfrm>
          <a:prstGeom prst="rect">
            <a:avLst/>
          </a:prstGeom>
        </p:spPr>
      </p:pic>
      <p:sp>
        <p:nvSpPr>
          <p:cNvPr id="457" name="T"/>
          <p:cNvSpPr txBox="1"/>
          <p:nvPr/>
        </p:nvSpPr>
        <p:spPr>
          <a:xfrm>
            <a:off x="990000" y="5959805"/>
            <a:ext cx="207324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19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Barat</a:t>
            </a:r>
            <a:r>
              <a:rPr lang="id-ID" sz="919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Kuningan</a:t>
            </a:r>
            <a:endParaRPr lang="id-ID" sz="919"/>
          </a:p>
        </p:txBody>
      </p:sp>
      <p:sp>
        <p:nvSpPr>
          <p:cNvPr id="458" name="T"/>
          <p:cNvSpPr txBox="1"/>
          <p:nvPr/>
        </p:nvSpPr>
        <p:spPr>
          <a:xfrm>
            <a:off x="3291840" y="5959805"/>
            <a:ext cx="82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251</a:t>
            </a:r>
            <a:endParaRPr lang="id-ID" sz="900"/>
          </a:p>
        </p:txBody>
      </p:sp>
      <p:sp>
        <p:nvSpPr>
          <p:cNvPr id="459" name="T"/>
          <p:cNvSpPr txBox="1"/>
          <p:nvPr/>
        </p:nvSpPr>
        <p:spPr>
          <a:xfrm>
            <a:off x="4138840" y="5959805"/>
            <a:ext cx="900000" cy="30018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900"/>
          </a:p>
        </p:txBody>
      </p:sp>
      <p:sp>
        <p:nvSpPr>
          <p:cNvPr id="656" name="K"/>
          <p:cNvSpPr/>
          <p:nvPr/>
        </p:nvSpPr>
        <p:spPr>
          <a:xfrm>
            <a:off x="7406640" y="1325880"/>
            <a:ext cx="4236415" cy="24505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657" name="K"/>
          <p:cNvSpPr/>
          <p:nvPr/>
        </p:nvSpPr>
        <p:spPr>
          <a:xfrm>
            <a:off x="7406640" y="1325880"/>
            <a:ext cx="4236415" cy="457200"/>
          </a:xfrm>
          <a:prstGeom prst="roundRect">
            <a:avLst>
              <a:gd name="adj" fmla="val 16000"/>
            </a:avLst>
          </a:prstGeom>
          <a:solidFill>
            <a:srgbClr val="F4ECDC"/>
          </a:solidFill>
          <a:ln>
            <a:noFill/>
          </a:ln>
        </p:spPr>
      </p:sp>
      <p:sp>
        <p:nvSpPr>
          <p:cNvPr id="658" name="K"/>
          <p:cNvSpPr/>
          <p:nvPr/>
        </p:nvSpPr>
        <p:spPr>
          <a:xfrm>
            <a:off x="7406640" y="1600200"/>
            <a:ext cx="4236415" cy="182880"/>
          </a:xfrm>
          <a:prstGeom prst="rect">
            <a:avLst/>
          </a:prstGeom>
          <a:solidFill>
            <a:srgbClr val="F4ECDC"/>
          </a:solidFill>
          <a:ln>
            <a:noFill/>
          </a:ln>
        </p:spPr>
      </p:sp>
      <p:sp>
        <p:nvSpPr>
          <p:cNvPr id="659" name="K"/>
          <p:cNvSpPr/>
          <p:nvPr/>
        </p:nvSpPr>
        <p:spPr>
          <a:xfrm>
            <a:off x="7534656" y="1408176"/>
            <a:ext cx="292608" cy="292608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pic>
        <p:nvPicPr>
          <p:cNvPr id="660" name="G"/>
          <p:cNvPicPr>
            <a:picLocks noChangeAspect="1"/>
          </p:cNvPicPr>
          <p:nvPr/>
        </p:nvPicPr>
        <p:blipFill>
          <a:blip r:embed="rIdM22"/>
          <a:stretch>
            <a:fillRect/>
          </a:stretch>
        </p:blipFill>
        <p:spPr>
          <a:xfrm>
            <a:off x="7589520" y="1463040"/>
            <a:ext cx="182880" cy="182880"/>
          </a:xfrm>
          <a:prstGeom prst="rect">
            <a:avLst/>
          </a:prstGeom>
        </p:spPr>
      </p:pic>
      <p:sp>
        <p:nvSpPr>
          <p:cNvPr id="661" name="T"/>
          <p:cNvSpPr txBox="1"/>
          <p:nvPr/>
        </p:nvSpPr>
        <p:spPr>
          <a:xfrm>
            <a:off x="7909560" y="1325880"/>
            <a:ext cx="313641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1100"/>
          </a:p>
        </p:txBody>
      </p:sp>
      <p:sp>
        <p:nvSpPr>
          <p:cNvPr id="662" name="T"/>
          <p:cNvSpPr txBox="1"/>
          <p:nvPr/>
        </p:nvSpPr>
        <p:spPr>
          <a:xfrm>
            <a:off x="11002975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7</a:t>
            </a:r>
            <a:endParaRPr lang="id-ID" sz="1800"/>
          </a:p>
        </p:txBody>
      </p:sp>
      <p:sp>
        <p:nvSpPr>
          <p:cNvPr id="663" name="T"/>
          <p:cNvSpPr txBox="1"/>
          <p:nvPr/>
        </p:nvSpPr>
        <p:spPr>
          <a:xfrm>
            <a:off x="7571232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20"/>
          </a:p>
        </p:txBody>
      </p:sp>
      <p:sp>
        <p:nvSpPr>
          <p:cNvPr id="664" name="T"/>
          <p:cNvSpPr txBox="1"/>
          <p:nvPr/>
        </p:nvSpPr>
        <p:spPr>
          <a:xfrm>
            <a:off x="8650000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TERDAMPAK</a:t>
            </a:r>
            <a:endParaRPr lang="id-ID" sz="620"/>
          </a:p>
        </p:txBody>
      </p:sp>
      <p:sp>
        <p:nvSpPr>
          <p:cNvPr id="665" name="T"/>
          <p:cNvSpPr txBox="1"/>
          <p:nvPr/>
        </p:nvSpPr>
        <p:spPr>
          <a:xfrm>
            <a:off x="9930000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BANTUAN AIR</a:t>
            </a:r>
            <a:endParaRPr lang="id-ID" sz="620"/>
          </a:p>
        </p:txBody>
      </p:sp>
      <p:cxnSp>
        <p:nvCxnSpPr>
          <p:cNvPr id="666" name="L"/>
          <p:cNvCxnSpPr/>
          <p:nvPr/>
        </p:nvCxnSpPr>
        <p:spPr>
          <a:xfrm>
            <a:off x="7571232" y="2020824"/>
            <a:ext cx="3907231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67" name="K"/>
          <p:cNvSpPr/>
          <p:nvPr/>
        </p:nvSpPr>
        <p:spPr>
          <a:xfrm>
            <a:off x="7571232" y="2055571"/>
            <a:ext cx="3907231" cy="172821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668" name="T"/>
          <p:cNvSpPr txBox="1"/>
          <p:nvPr/>
        </p:nvSpPr>
        <p:spPr>
          <a:xfrm>
            <a:off x="7662672" y="2039112"/>
            <a:ext cx="1000000" cy="2057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TOTAL</a:t>
            </a:r>
            <a:endParaRPr lang="id-ID" sz="700"/>
          </a:p>
        </p:txBody>
      </p:sp>
      <p:sp>
        <p:nvSpPr>
          <p:cNvPr id="669" name="T"/>
          <p:cNvSpPr txBox="1"/>
          <p:nvPr/>
        </p:nvSpPr>
        <p:spPr>
          <a:xfrm>
            <a:off x="8620000" y="2039112"/>
            <a:ext cx="38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24.400</a:t>
            </a:r>
            <a:endParaRPr lang="id-ID" sz="800"/>
          </a:p>
        </p:txBody>
      </p:sp>
      <p:sp>
        <p:nvSpPr>
          <p:cNvPr id="670" name="T"/>
          <p:cNvSpPr txBox="1"/>
          <p:nvPr/>
        </p:nvSpPr>
        <p:spPr>
          <a:xfrm>
            <a:off x="9024000" y="2039112"/>
            <a:ext cx="2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71" name="T"/>
          <p:cNvSpPr txBox="1"/>
          <p:nvPr/>
        </p:nvSpPr>
        <p:spPr>
          <a:xfrm>
            <a:off x="9240000" y="2039112"/>
            <a:ext cx="4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99.952</a:t>
            </a:r>
            <a:endParaRPr lang="id-ID" sz="800"/>
          </a:p>
        </p:txBody>
      </p:sp>
      <p:sp>
        <p:nvSpPr>
          <p:cNvPr id="672" name="T"/>
          <p:cNvSpPr txBox="1"/>
          <p:nvPr/>
        </p:nvSpPr>
        <p:spPr>
          <a:xfrm>
            <a:off x="9664000" y="2039112"/>
            <a:ext cx="26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73" name="K"/>
          <p:cNvSpPr/>
          <p:nvPr/>
        </p:nvSpPr>
        <p:spPr>
          <a:xfrm>
            <a:off x="9930000" y="205968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8A3E"/>
            </a:solidFill>
          </a:ln>
        </p:spPr>
      </p:sp>
      <p:pic>
        <p:nvPicPr>
          <p:cNvPr id="674" name="G"/>
          <p:cNvPicPr>
            <a:picLocks noChangeAspect="1"/>
          </p:cNvPicPr>
          <p:nvPr/>
        </p:nvPicPr>
        <p:blipFill>
          <a:blip r:embed="rIdM23"/>
          <a:stretch>
            <a:fillRect/>
          </a:stretch>
        </p:blipFill>
        <p:spPr>
          <a:xfrm>
            <a:off x="9985000" y="2091686"/>
            <a:ext cx="100584" cy="100584"/>
          </a:xfrm>
          <a:prstGeom prst="rect">
            <a:avLst/>
          </a:prstGeom>
        </p:spPr>
      </p:pic>
      <p:sp>
        <p:nvSpPr>
          <p:cNvPr id="675" name="T"/>
          <p:cNvSpPr txBox="1"/>
          <p:nvPr/>
        </p:nvSpPr>
        <p:spPr>
          <a:xfrm>
            <a:off x="10120000" y="205968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407.700</a:t>
            </a:r>
            <a:endParaRPr lang="id-ID" sz="720"/>
          </a:p>
        </p:txBody>
      </p:sp>
      <p:sp>
        <p:nvSpPr>
          <p:cNvPr id="676" name="T"/>
          <p:cNvSpPr txBox="1"/>
          <p:nvPr/>
        </p:nvSpPr>
        <p:spPr>
          <a:xfrm>
            <a:off x="10571600" y="205968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677" name="K"/>
          <p:cNvSpPr/>
          <p:nvPr/>
        </p:nvSpPr>
        <p:spPr>
          <a:xfrm>
            <a:off x="10870000" y="2059686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8A3E"/>
            </a:solidFill>
          </a:ln>
        </p:spPr>
      </p:sp>
      <p:pic>
        <p:nvPicPr>
          <p:cNvPr id="678" name="G"/>
          <p:cNvPicPr>
            <a:picLocks noChangeAspect="1"/>
          </p:cNvPicPr>
          <p:nvPr/>
        </p:nvPicPr>
        <p:blipFill>
          <a:blip r:embed="rIdM24"/>
          <a:stretch>
            <a:fillRect/>
          </a:stretch>
        </p:blipFill>
        <p:spPr>
          <a:xfrm>
            <a:off x="10910000" y="2087118"/>
            <a:ext cx="109728" cy="109728"/>
          </a:xfrm>
          <a:prstGeom prst="rect">
            <a:avLst/>
          </a:prstGeom>
        </p:spPr>
      </p:pic>
      <p:sp>
        <p:nvSpPr>
          <p:cNvPr id="679" name="T"/>
          <p:cNvSpPr txBox="1"/>
          <p:nvPr/>
        </p:nvSpPr>
        <p:spPr>
          <a:xfrm>
            <a:off x="11050000" y="2059686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52</a:t>
            </a:r>
            <a:endParaRPr lang="id-ID" sz="720"/>
          </a:p>
        </p:txBody>
      </p:sp>
      <p:sp>
        <p:nvSpPr>
          <p:cNvPr id="680" name="T"/>
          <p:cNvSpPr txBox="1"/>
          <p:nvPr/>
        </p:nvSpPr>
        <p:spPr>
          <a:xfrm>
            <a:off x="11191600" y="2059686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sp>
        <p:nvSpPr>
          <p:cNvPr id="681" name="K"/>
          <p:cNvSpPr/>
          <p:nvPr/>
        </p:nvSpPr>
        <p:spPr>
          <a:xfrm>
            <a:off x="7571232" y="226542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82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295052"/>
            <a:ext cx="105338" cy="105338"/>
          </a:xfrm>
          <a:prstGeom prst="rect">
            <a:avLst/>
          </a:prstGeom>
        </p:spPr>
      </p:pic>
      <p:sp>
        <p:nvSpPr>
          <p:cNvPr id="683" name="T"/>
          <p:cNvSpPr txBox="1"/>
          <p:nvPr/>
        </p:nvSpPr>
        <p:spPr>
          <a:xfrm>
            <a:off x="7799832" y="2244852"/>
            <a:ext cx="1100000" cy="2057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Sragen</a:t>
            </a:r>
            <a:endParaRPr lang="id-ID" sz="850"/>
          </a:p>
        </p:txBody>
      </p:sp>
      <p:sp>
        <p:nvSpPr>
          <p:cNvPr id="684" name="T"/>
          <p:cNvSpPr txBox="1"/>
          <p:nvPr/>
        </p:nvSpPr>
        <p:spPr>
          <a:xfrm>
            <a:off x="8620000" y="2244852"/>
            <a:ext cx="38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5.500</a:t>
            </a:r>
            <a:endParaRPr lang="id-ID" sz="800"/>
          </a:p>
        </p:txBody>
      </p:sp>
      <p:sp>
        <p:nvSpPr>
          <p:cNvPr id="685" name="T"/>
          <p:cNvSpPr txBox="1"/>
          <p:nvPr/>
        </p:nvSpPr>
        <p:spPr>
          <a:xfrm>
            <a:off x="9024000" y="2244852"/>
            <a:ext cx="2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86" name="T"/>
          <p:cNvSpPr txBox="1"/>
          <p:nvPr/>
        </p:nvSpPr>
        <p:spPr>
          <a:xfrm>
            <a:off x="9240000" y="2244852"/>
            <a:ext cx="4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18.495</a:t>
            </a:r>
            <a:endParaRPr lang="id-ID" sz="800"/>
          </a:p>
        </p:txBody>
      </p:sp>
      <p:sp>
        <p:nvSpPr>
          <p:cNvPr id="687" name="T"/>
          <p:cNvSpPr txBox="1"/>
          <p:nvPr/>
        </p:nvSpPr>
        <p:spPr>
          <a:xfrm>
            <a:off x="9664000" y="2244852"/>
            <a:ext cx="26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88" name="K"/>
          <p:cNvSpPr/>
          <p:nvPr/>
        </p:nvSpPr>
        <p:spPr>
          <a:xfrm>
            <a:off x="9930000" y="226542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89" name="G"/>
          <p:cNvPicPr>
            <a:picLocks noChangeAspect="1"/>
          </p:cNvPicPr>
          <p:nvPr/>
        </p:nvPicPr>
        <p:blipFill>
          <a:blip r:embed="rIdM23"/>
          <a:stretch>
            <a:fillRect/>
          </a:stretch>
        </p:blipFill>
        <p:spPr>
          <a:xfrm>
            <a:off x="9985000" y="2297426"/>
            <a:ext cx="100584" cy="100584"/>
          </a:xfrm>
          <a:prstGeom prst="rect">
            <a:avLst/>
          </a:prstGeom>
        </p:spPr>
      </p:pic>
      <p:sp>
        <p:nvSpPr>
          <p:cNvPr id="690" name="T"/>
          <p:cNvSpPr txBox="1"/>
          <p:nvPr/>
        </p:nvSpPr>
        <p:spPr>
          <a:xfrm>
            <a:off x="10120000" y="226542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56.000</a:t>
            </a:r>
            <a:endParaRPr lang="id-ID" sz="720"/>
          </a:p>
        </p:txBody>
      </p:sp>
      <p:sp>
        <p:nvSpPr>
          <p:cNvPr id="691" name="T"/>
          <p:cNvSpPr txBox="1"/>
          <p:nvPr/>
        </p:nvSpPr>
        <p:spPr>
          <a:xfrm>
            <a:off x="10571600" y="226542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692" name="K"/>
          <p:cNvSpPr/>
          <p:nvPr/>
        </p:nvSpPr>
        <p:spPr>
          <a:xfrm>
            <a:off x="10870000" y="2265426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93" name="G"/>
          <p:cNvPicPr>
            <a:picLocks noChangeAspect="1"/>
          </p:cNvPicPr>
          <p:nvPr/>
        </p:nvPicPr>
        <p:blipFill>
          <a:blip r:embed="rIdM24"/>
          <a:stretch>
            <a:fillRect/>
          </a:stretch>
        </p:blipFill>
        <p:spPr>
          <a:xfrm>
            <a:off x="10910000" y="2292858"/>
            <a:ext cx="109728" cy="109728"/>
          </a:xfrm>
          <a:prstGeom prst="rect">
            <a:avLst/>
          </a:prstGeom>
        </p:spPr>
      </p:pic>
      <p:sp>
        <p:nvSpPr>
          <p:cNvPr id="694" name="T"/>
          <p:cNvSpPr txBox="1"/>
          <p:nvPr/>
        </p:nvSpPr>
        <p:spPr>
          <a:xfrm>
            <a:off x="11050000" y="2265426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</a:t>
            </a:r>
            <a:endParaRPr lang="id-ID" sz="720"/>
          </a:p>
        </p:txBody>
      </p:sp>
      <p:sp>
        <p:nvSpPr>
          <p:cNvPr id="695" name="T"/>
          <p:cNvSpPr txBox="1"/>
          <p:nvPr/>
        </p:nvSpPr>
        <p:spPr>
          <a:xfrm>
            <a:off x="11191600" y="2265426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696" name="L"/>
          <p:cNvCxnSpPr/>
          <p:nvPr/>
        </p:nvCxnSpPr>
        <p:spPr>
          <a:xfrm>
            <a:off x="7571232" y="245059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97" name="K"/>
          <p:cNvSpPr/>
          <p:nvPr/>
        </p:nvSpPr>
        <p:spPr>
          <a:xfrm>
            <a:off x="7571232" y="247116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9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500792"/>
            <a:ext cx="105338" cy="105338"/>
          </a:xfrm>
          <a:prstGeom prst="rect">
            <a:avLst/>
          </a:prstGeom>
        </p:spPr>
      </p:pic>
      <p:sp>
        <p:nvSpPr>
          <p:cNvPr id="699" name="T"/>
          <p:cNvSpPr txBox="1"/>
          <p:nvPr/>
        </p:nvSpPr>
        <p:spPr>
          <a:xfrm>
            <a:off x="7799832" y="2450592"/>
            <a:ext cx="1100000" cy="2057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Boyolali</a:t>
            </a:r>
            <a:endParaRPr lang="id-ID" sz="850"/>
          </a:p>
        </p:txBody>
      </p:sp>
      <p:sp>
        <p:nvSpPr>
          <p:cNvPr id="700" name="T"/>
          <p:cNvSpPr txBox="1"/>
          <p:nvPr/>
        </p:nvSpPr>
        <p:spPr>
          <a:xfrm>
            <a:off x="8620000" y="2450592"/>
            <a:ext cx="38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12.022</a:t>
            </a:r>
            <a:endParaRPr lang="id-ID" sz="800"/>
          </a:p>
        </p:txBody>
      </p:sp>
      <p:sp>
        <p:nvSpPr>
          <p:cNvPr id="701" name="T"/>
          <p:cNvSpPr txBox="1"/>
          <p:nvPr/>
        </p:nvSpPr>
        <p:spPr>
          <a:xfrm>
            <a:off x="9024000" y="2450592"/>
            <a:ext cx="2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702" name="T"/>
          <p:cNvSpPr txBox="1"/>
          <p:nvPr/>
        </p:nvSpPr>
        <p:spPr>
          <a:xfrm>
            <a:off x="9240000" y="2450592"/>
            <a:ext cx="4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57.311</a:t>
            </a:r>
            <a:endParaRPr lang="id-ID" sz="800"/>
          </a:p>
        </p:txBody>
      </p:sp>
      <p:sp>
        <p:nvSpPr>
          <p:cNvPr id="703" name="T"/>
          <p:cNvSpPr txBox="1"/>
          <p:nvPr/>
        </p:nvSpPr>
        <p:spPr>
          <a:xfrm>
            <a:off x="9664000" y="2450592"/>
            <a:ext cx="26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704" name="K"/>
          <p:cNvSpPr/>
          <p:nvPr/>
        </p:nvSpPr>
        <p:spPr>
          <a:xfrm>
            <a:off x="9930000" y="247116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705" name="G"/>
          <p:cNvPicPr>
            <a:picLocks noChangeAspect="1"/>
          </p:cNvPicPr>
          <p:nvPr/>
        </p:nvPicPr>
        <p:blipFill>
          <a:blip r:embed="rIdM23"/>
          <a:stretch>
            <a:fillRect/>
          </a:stretch>
        </p:blipFill>
        <p:spPr>
          <a:xfrm>
            <a:off x="9985000" y="2503166"/>
            <a:ext cx="100584" cy="100584"/>
          </a:xfrm>
          <a:prstGeom prst="rect">
            <a:avLst/>
          </a:prstGeom>
        </p:spPr>
      </p:pic>
      <p:sp>
        <p:nvSpPr>
          <p:cNvPr id="706" name="T"/>
          <p:cNvSpPr txBox="1"/>
          <p:nvPr/>
        </p:nvSpPr>
        <p:spPr>
          <a:xfrm>
            <a:off x="10120000" y="247116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122.000</a:t>
            </a:r>
            <a:endParaRPr lang="id-ID" sz="720"/>
          </a:p>
        </p:txBody>
      </p:sp>
      <p:sp>
        <p:nvSpPr>
          <p:cNvPr id="707" name="T"/>
          <p:cNvSpPr txBox="1"/>
          <p:nvPr/>
        </p:nvSpPr>
        <p:spPr>
          <a:xfrm>
            <a:off x="10571600" y="247116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708" name="K"/>
          <p:cNvSpPr/>
          <p:nvPr/>
        </p:nvSpPr>
        <p:spPr>
          <a:xfrm>
            <a:off x="10870000" y="2471166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709" name="G"/>
          <p:cNvPicPr>
            <a:picLocks noChangeAspect="1"/>
          </p:cNvPicPr>
          <p:nvPr/>
        </p:nvPicPr>
        <p:blipFill>
          <a:blip r:embed="rIdM24"/>
          <a:stretch>
            <a:fillRect/>
          </a:stretch>
        </p:blipFill>
        <p:spPr>
          <a:xfrm>
            <a:off x="10910000" y="2498598"/>
            <a:ext cx="109728" cy="109728"/>
          </a:xfrm>
          <a:prstGeom prst="rect">
            <a:avLst/>
          </a:prstGeom>
        </p:spPr>
      </p:pic>
      <p:sp>
        <p:nvSpPr>
          <p:cNvPr id="710" name="T"/>
          <p:cNvSpPr txBox="1"/>
          <p:nvPr/>
        </p:nvSpPr>
        <p:spPr>
          <a:xfrm>
            <a:off x="11050000" y="2471166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</a:t>
            </a:r>
            <a:endParaRPr lang="id-ID" sz="720"/>
          </a:p>
        </p:txBody>
      </p:sp>
      <p:sp>
        <p:nvSpPr>
          <p:cNvPr id="711" name="T"/>
          <p:cNvSpPr txBox="1"/>
          <p:nvPr/>
        </p:nvSpPr>
        <p:spPr>
          <a:xfrm>
            <a:off x="11191600" y="2471166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712" name="L"/>
          <p:cNvCxnSpPr/>
          <p:nvPr/>
        </p:nvCxnSpPr>
        <p:spPr>
          <a:xfrm>
            <a:off x="7571232" y="265633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713" name="K"/>
          <p:cNvSpPr/>
          <p:nvPr/>
        </p:nvSpPr>
        <p:spPr>
          <a:xfrm>
            <a:off x="7571232" y="267690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71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706532"/>
            <a:ext cx="105338" cy="105338"/>
          </a:xfrm>
          <a:prstGeom prst="rect">
            <a:avLst/>
          </a:prstGeom>
        </p:spPr>
      </p:pic>
      <p:sp>
        <p:nvSpPr>
          <p:cNvPr id="715" name="T"/>
          <p:cNvSpPr txBox="1"/>
          <p:nvPr/>
        </p:nvSpPr>
        <p:spPr>
          <a:xfrm>
            <a:off x="7799832" y="2656332"/>
            <a:ext cx="1100000" cy="2057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Klaten</a:t>
            </a:r>
            <a:endParaRPr lang="id-ID" sz="850"/>
          </a:p>
        </p:txBody>
      </p:sp>
      <p:sp>
        <p:nvSpPr>
          <p:cNvPr id="716" name="T"/>
          <p:cNvSpPr txBox="1"/>
          <p:nvPr/>
        </p:nvSpPr>
        <p:spPr>
          <a:xfrm>
            <a:off x="8620000" y="2656332"/>
            <a:ext cx="38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5.136</a:t>
            </a:r>
            <a:endParaRPr lang="id-ID" sz="800"/>
          </a:p>
        </p:txBody>
      </p:sp>
      <p:sp>
        <p:nvSpPr>
          <p:cNvPr id="717" name="T"/>
          <p:cNvSpPr txBox="1"/>
          <p:nvPr/>
        </p:nvSpPr>
        <p:spPr>
          <a:xfrm>
            <a:off x="9024000" y="2656332"/>
            <a:ext cx="2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718" name="T"/>
          <p:cNvSpPr txBox="1"/>
          <p:nvPr/>
        </p:nvSpPr>
        <p:spPr>
          <a:xfrm>
            <a:off x="9240000" y="2656332"/>
            <a:ext cx="4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17.127</a:t>
            </a:r>
            <a:endParaRPr lang="id-ID" sz="800"/>
          </a:p>
        </p:txBody>
      </p:sp>
      <p:sp>
        <p:nvSpPr>
          <p:cNvPr id="719" name="T"/>
          <p:cNvSpPr txBox="1"/>
          <p:nvPr/>
        </p:nvSpPr>
        <p:spPr>
          <a:xfrm>
            <a:off x="9664000" y="2656332"/>
            <a:ext cx="26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720" name="K"/>
          <p:cNvSpPr/>
          <p:nvPr/>
        </p:nvSpPr>
        <p:spPr>
          <a:xfrm>
            <a:off x="9930000" y="267690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721" name="G"/>
          <p:cNvPicPr>
            <a:picLocks noChangeAspect="1"/>
          </p:cNvPicPr>
          <p:nvPr/>
        </p:nvPicPr>
        <p:blipFill>
          <a:blip r:embed="rIdM23"/>
          <a:stretch>
            <a:fillRect/>
          </a:stretch>
        </p:blipFill>
        <p:spPr>
          <a:xfrm>
            <a:off x="9985000" y="2708906"/>
            <a:ext cx="100584" cy="100584"/>
          </a:xfrm>
          <a:prstGeom prst="rect">
            <a:avLst/>
          </a:prstGeom>
        </p:spPr>
      </p:pic>
      <p:sp>
        <p:nvSpPr>
          <p:cNvPr id="722" name="T"/>
          <p:cNvSpPr txBox="1"/>
          <p:nvPr/>
        </p:nvSpPr>
        <p:spPr>
          <a:xfrm>
            <a:off x="10120000" y="267690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90.000</a:t>
            </a:r>
            <a:endParaRPr lang="id-ID" sz="720"/>
          </a:p>
        </p:txBody>
      </p:sp>
      <p:sp>
        <p:nvSpPr>
          <p:cNvPr id="723" name="T"/>
          <p:cNvSpPr txBox="1"/>
          <p:nvPr/>
        </p:nvSpPr>
        <p:spPr>
          <a:xfrm>
            <a:off x="10571600" y="267690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724" name="K"/>
          <p:cNvSpPr/>
          <p:nvPr/>
        </p:nvSpPr>
        <p:spPr>
          <a:xfrm>
            <a:off x="10870000" y="2676906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725" name="G"/>
          <p:cNvPicPr>
            <a:picLocks noChangeAspect="1"/>
          </p:cNvPicPr>
          <p:nvPr/>
        </p:nvPicPr>
        <p:blipFill>
          <a:blip r:embed="rIdM24"/>
          <a:stretch>
            <a:fillRect/>
          </a:stretch>
        </p:blipFill>
        <p:spPr>
          <a:xfrm>
            <a:off x="10910000" y="2704338"/>
            <a:ext cx="109728" cy="109728"/>
          </a:xfrm>
          <a:prstGeom prst="rect">
            <a:avLst/>
          </a:prstGeom>
        </p:spPr>
      </p:pic>
      <p:sp>
        <p:nvSpPr>
          <p:cNvPr id="726" name="T"/>
          <p:cNvSpPr txBox="1"/>
          <p:nvPr/>
        </p:nvSpPr>
        <p:spPr>
          <a:xfrm>
            <a:off x="11050000" y="2676906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18</a:t>
            </a:r>
            <a:endParaRPr lang="id-ID" sz="720"/>
          </a:p>
        </p:txBody>
      </p:sp>
      <p:sp>
        <p:nvSpPr>
          <p:cNvPr id="727" name="T"/>
          <p:cNvSpPr txBox="1"/>
          <p:nvPr/>
        </p:nvSpPr>
        <p:spPr>
          <a:xfrm>
            <a:off x="11191600" y="2676906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728" name="L"/>
          <p:cNvCxnSpPr/>
          <p:nvPr/>
        </p:nvCxnSpPr>
        <p:spPr>
          <a:xfrm>
            <a:off x="7571232" y="286207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729" name="K"/>
          <p:cNvSpPr/>
          <p:nvPr/>
        </p:nvSpPr>
        <p:spPr>
          <a:xfrm>
            <a:off x="7571232" y="288264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730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912272"/>
            <a:ext cx="105338" cy="105338"/>
          </a:xfrm>
          <a:prstGeom prst="rect">
            <a:avLst/>
          </a:prstGeom>
        </p:spPr>
      </p:pic>
      <p:sp>
        <p:nvSpPr>
          <p:cNvPr id="731" name="T"/>
          <p:cNvSpPr txBox="1"/>
          <p:nvPr/>
        </p:nvSpPr>
        <p:spPr>
          <a:xfrm>
            <a:off x="7799832" y="2862072"/>
            <a:ext cx="1100000" cy="2057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Nganjuk</a:t>
            </a:r>
            <a:endParaRPr lang="id-ID" sz="850"/>
          </a:p>
        </p:txBody>
      </p:sp>
      <p:sp>
        <p:nvSpPr>
          <p:cNvPr id="732" name="T"/>
          <p:cNvSpPr txBox="1"/>
          <p:nvPr/>
        </p:nvSpPr>
        <p:spPr>
          <a:xfrm>
            <a:off x="8620000" y="2862072"/>
            <a:ext cx="38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397</a:t>
            </a:r>
            <a:endParaRPr lang="id-ID" sz="800"/>
          </a:p>
        </p:txBody>
      </p:sp>
      <p:sp>
        <p:nvSpPr>
          <p:cNvPr id="733" name="T"/>
          <p:cNvSpPr txBox="1"/>
          <p:nvPr/>
        </p:nvSpPr>
        <p:spPr>
          <a:xfrm>
            <a:off x="9024000" y="2862072"/>
            <a:ext cx="2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734" name="T"/>
          <p:cNvSpPr txBox="1"/>
          <p:nvPr/>
        </p:nvSpPr>
        <p:spPr>
          <a:xfrm>
            <a:off x="9240000" y="2862072"/>
            <a:ext cx="4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1.269</a:t>
            </a:r>
            <a:endParaRPr lang="id-ID" sz="800"/>
          </a:p>
        </p:txBody>
      </p:sp>
      <p:sp>
        <p:nvSpPr>
          <p:cNvPr id="735" name="T"/>
          <p:cNvSpPr txBox="1"/>
          <p:nvPr/>
        </p:nvSpPr>
        <p:spPr>
          <a:xfrm>
            <a:off x="9664000" y="2862072"/>
            <a:ext cx="26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736" name="K"/>
          <p:cNvSpPr/>
          <p:nvPr/>
        </p:nvSpPr>
        <p:spPr>
          <a:xfrm>
            <a:off x="9930000" y="288264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737" name="G"/>
          <p:cNvPicPr>
            <a:picLocks noChangeAspect="1"/>
          </p:cNvPicPr>
          <p:nvPr/>
        </p:nvPicPr>
        <p:blipFill>
          <a:blip r:embed="rIdM23"/>
          <a:stretch>
            <a:fillRect/>
          </a:stretch>
        </p:blipFill>
        <p:spPr>
          <a:xfrm>
            <a:off x="9985000" y="2914646"/>
            <a:ext cx="100584" cy="100584"/>
          </a:xfrm>
          <a:prstGeom prst="rect">
            <a:avLst/>
          </a:prstGeom>
        </p:spPr>
      </p:pic>
      <p:sp>
        <p:nvSpPr>
          <p:cNvPr id="738" name="T"/>
          <p:cNvSpPr txBox="1"/>
          <p:nvPr/>
        </p:nvSpPr>
        <p:spPr>
          <a:xfrm>
            <a:off x="10120000" y="288264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8.000</a:t>
            </a:r>
            <a:endParaRPr lang="id-ID" sz="720"/>
          </a:p>
        </p:txBody>
      </p:sp>
      <p:sp>
        <p:nvSpPr>
          <p:cNvPr id="739" name="T"/>
          <p:cNvSpPr txBox="1"/>
          <p:nvPr/>
        </p:nvSpPr>
        <p:spPr>
          <a:xfrm>
            <a:off x="10571600" y="288264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cxnSp>
        <p:nvCxnSpPr>
          <p:cNvPr id="740" name="L"/>
          <p:cNvCxnSpPr/>
          <p:nvPr/>
        </p:nvCxnSpPr>
        <p:spPr>
          <a:xfrm>
            <a:off x="7571232" y="306781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741" name="K"/>
          <p:cNvSpPr/>
          <p:nvPr/>
        </p:nvSpPr>
        <p:spPr>
          <a:xfrm>
            <a:off x="7571232" y="308838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742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118012"/>
            <a:ext cx="105338" cy="105338"/>
          </a:xfrm>
          <a:prstGeom prst="rect">
            <a:avLst/>
          </a:prstGeom>
        </p:spPr>
      </p:pic>
      <p:sp>
        <p:nvSpPr>
          <p:cNvPr id="743" name="T"/>
          <p:cNvSpPr txBox="1"/>
          <p:nvPr/>
        </p:nvSpPr>
        <p:spPr>
          <a:xfrm>
            <a:off x="7799832" y="3067812"/>
            <a:ext cx="1100000" cy="2057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Bulukumba</a:t>
            </a:r>
            <a:endParaRPr lang="id-ID" sz="850"/>
          </a:p>
        </p:txBody>
      </p:sp>
      <p:sp>
        <p:nvSpPr>
          <p:cNvPr id="744" name="T"/>
          <p:cNvSpPr txBox="1"/>
          <p:nvPr/>
        </p:nvSpPr>
        <p:spPr>
          <a:xfrm>
            <a:off x="8620000" y="3067812"/>
            <a:ext cx="38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445</a:t>
            </a:r>
            <a:endParaRPr lang="id-ID" sz="800"/>
          </a:p>
        </p:txBody>
      </p:sp>
      <p:sp>
        <p:nvSpPr>
          <p:cNvPr id="745" name="T"/>
          <p:cNvSpPr txBox="1"/>
          <p:nvPr/>
        </p:nvSpPr>
        <p:spPr>
          <a:xfrm>
            <a:off x="9024000" y="3067812"/>
            <a:ext cx="2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746" name="T"/>
          <p:cNvSpPr txBox="1"/>
          <p:nvPr/>
        </p:nvSpPr>
        <p:spPr>
          <a:xfrm>
            <a:off x="9240000" y="3067812"/>
            <a:ext cx="4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1.730</a:t>
            </a:r>
            <a:endParaRPr lang="id-ID" sz="800"/>
          </a:p>
        </p:txBody>
      </p:sp>
      <p:sp>
        <p:nvSpPr>
          <p:cNvPr id="747" name="T"/>
          <p:cNvSpPr txBox="1"/>
          <p:nvPr/>
        </p:nvSpPr>
        <p:spPr>
          <a:xfrm>
            <a:off x="9664000" y="3067812"/>
            <a:ext cx="26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748" name="K"/>
          <p:cNvSpPr/>
          <p:nvPr/>
        </p:nvSpPr>
        <p:spPr>
          <a:xfrm>
            <a:off x="9930000" y="308838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749" name="G"/>
          <p:cNvPicPr>
            <a:picLocks noChangeAspect="1"/>
          </p:cNvPicPr>
          <p:nvPr/>
        </p:nvPicPr>
        <p:blipFill>
          <a:blip r:embed="rIdM23"/>
          <a:stretch>
            <a:fillRect/>
          </a:stretch>
        </p:blipFill>
        <p:spPr>
          <a:xfrm>
            <a:off x="9985000" y="3120386"/>
            <a:ext cx="100584" cy="100584"/>
          </a:xfrm>
          <a:prstGeom prst="rect">
            <a:avLst/>
          </a:prstGeom>
        </p:spPr>
      </p:pic>
      <p:sp>
        <p:nvSpPr>
          <p:cNvPr id="750" name="T"/>
          <p:cNvSpPr txBox="1"/>
          <p:nvPr/>
        </p:nvSpPr>
        <p:spPr>
          <a:xfrm>
            <a:off x="10120000" y="308838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46.600</a:t>
            </a:r>
            <a:endParaRPr lang="id-ID" sz="720"/>
          </a:p>
        </p:txBody>
      </p:sp>
      <p:sp>
        <p:nvSpPr>
          <p:cNvPr id="751" name="T"/>
          <p:cNvSpPr txBox="1"/>
          <p:nvPr/>
        </p:nvSpPr>
        <p:spPr>
          <a:xfrm>
            <a:off x="10571600" y="308838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cxnSp>
        <p:nvCxnSpPr>
          <p:cNvPr id="752" name="L"/>
          <p:cNvCxnSpPr/>
          <p:nvPr/>
        </p:nvCxnSpPr>
        <p:spPr>
          <a:xfrm>
            <a:off x="7571232" y="327355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753" name="K"/>
          <p:cNvSpPr/>
          <p:nvPr/>
        </p:nvSpPr>
        <p:spPr>
          <a:xfrm>
            <a:off x="7571232" y="329412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75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323752"/>
            <a:ext cx="105338" cy="105338"/>
          </a:xfrm>
          <a:prstGeom prst="rect">
            <a:avLst/>
          </a:prstGeom>
        </p:spPr>
      </p:pic>
      <p:sp>
        <p:nvSpPr>
          <p:cNvPr id="755" name="T"/>
          <p:cNvSpPr txBox="1"/>
          <p:nvPr/>
        </p:nvSpPr>
        <p:spPr>
          <a:xfrm>
            <a:off x="7799832" y="3273552"/>
            <a:ext cx="1100000" cy="2057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Bone</a:t>
            </a:r>
            <a:endParaRPr lang="id-ID" sz="850"/>
          </a:p>
        </p:txBody>
      </p:sp>
      <p:sp>
        <p:nvSpPr>
          <p:cNvPr id="756" name="T"/>
          <p:cNvSpPr txBox="1"/>
          <p:nvPr/>
        </p:nvSpPr>
        <p:spPr>
          <a:xfrm>
            <a:off x="8620000" y="3273552"/>
            <a:ext cx="38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805</a:t>
            </a:r>
            <a:endParaRPr lang="id-ID" sz="800"/>
          </a:p>
        </p:txBody>
      </p:sp>
      <p:sp>
        <p:nvSpPr>
          <p:cNvPr id="757" name="T"/>
          <p:cNvSpPr txBox="1"/>
          <p:nvPr/>
        </p:nvSpPr>
        <p:spPr>
          <a:xfrm>
            <a:off x="9024000" y="3273552"/>
            <a:ext cx="2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758" name="T"/>
          <p:cNvSpPr txBox="1"/>
          <p:nvPr/>
        </p:nvSpPr>
        <p:spPr>
          <a:xfrm>
            <a:off x="9240000" y="3273552"/>
            <a:ext cx="4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3.723</a:t>
            </a:r>
            <a:endParaRPr lang="id-ID" sz="800"/>
          </a:p>
        </p:txBody>
      </p:sp>
      <p:sp>
        <p:nvSpPr>
          <p:cNvPr id="759" name="T"/>
          <p:cNvSpPr txBox="1"/>
          <p:nvPr/>
        </p:nvSpPr>
        <p:spPr>
          <a:xfrm>
            <a:off x="9664000" y="3273552"/>
            <a:ext cx="26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760" name="K"/>
          <p:cNvSpPr/>
          <p:nvPr/>
        </p:nvSpPr>
        <p:spPr>
          <a:xfrm>
            <a:off x="9930000" y="3294126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761" name="G"/>
          <p:cNvPicPr>
            <a:picLocks noChangeAspect="1"/>
          </p:cNvPicPr>
          <p:nvPr/>
        </p:nvPicPr>
        <p:blipFill>
          <a:blip r:embed="rIdM23"/>
          <a:stretch>
            <a:fillRect/>
          </a:stretch>
        </p:blipFill>
        <p:spPr>
          <a:xfrm>
            <a:off x="9985000" y="3326126"/>
            <a:ext cx="100584" cy="100584"/>
          </a:xfrm>
          <a:prstGeom prst="rect">
            <a:avLst/>
          </a:prstGeom>
        </p:spPr>
      </p:pic>
      <p:sp>
        <p:nvSpPr>
          <p:cNvPr id="762" name="T"/>
          <p:cNvSpPr txBox="1"/>
          <p:nvPr/>
        </p:nvSpPr>
        <p:spPr>
          <a:xfrm>
            <a:off x="10120000" y="3294126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85.100</a:t>
            </a:r>
            <a:endParaRPr lang="id-ID" sz="720"/>
          </a:p>
        </p:txBody>
      </p:sp>
      <p:sp>
        <p:nvSpPr>
          <p:cNvPr id="763" name="T"/>
          <p:cNvSpPr txBox="1"/>
          <p:nvPr/>
        </p:nvSpPr>
        <p:spPr>
          <a:xfrm>
            <a:off x="10571600" y="3294126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cxnSp>
        <p:nvCxnSpPr>
          <p:cNvPr id="764" name="L"/>
          <p:cNvCxnSpPr/>
          <p:nvPr/>
        </p:nvCxnSpPr>
        <p:spPr>
          <a:xfrm>
            <a:off x="7571232" y="347929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765" name="K"/>
          <p:cNvSpPr/>
          <p:nvPr/>
        </p:nvSpPr>
        <p:spPr>
          <a:xfrm>
            <a:off x="7571232" y="3499866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766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529492"/>
            <a:ext cx="105338" cy="105338"/>
          </a:xfrm>
          <a:prstGeom prst="rect">
            <a:avLst/>
          </a:prstGeom>
        </p:spPr>
      </p:pic>
      <p:sp>
        <p:nvSpPr>
          <p:cNvPr id="767" name="T"/>
          <p:cNvSpPr txBox="1"/>
          <p:nvPr/>
        </p:nvSpPr>
        <p:spPr>
          <a:xfrm>
            <a:off x="7799832" y="3479292"/>
            <a:ext cx="1100000" cy="2057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Seram Bagian Barat</a:t>
            </a:r>
            <a:endParaRPr lang="id-ID" sz="750"/>
          </a:p>
        </p:txBody>
      </p:sp>
      <p:sp>
        <p:nvSpPr>
          <p:cNvPr id="768" name="T"/>
          <p:cNvSpPr txBox="1"/>
          <p:nvPr/>
        </p:nvSpPr>
        <p:spPr>
          <a:xfrm>
            <a:off x="8620000" y="3479292"/>
            <a:ext cx="38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95</a:t>
            </a:r>
            <a:endParaRPr lang="id-ID" sz="800"/>
          </a:p>
        </p:txBody>
      </p:sp>
      <p:sp>
        <p:nvSpPr>
          <p:cNvPr id="769" name="T"/>
          <p:cNvSpPr txBox="1"/>
          <p:nvPr/>
        </p:nvSpPr>
        <p:spPr>
          <a:xfrm>
            <a:off x="9024000" y="3479292"/>
            <a:ext cx="2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770" name="T"/>
          <p:cNvSpPr txBox="1"/>
          <p:nvPr/>
        </p:nvSpPr>
        <p:spPr>
          <a:xfrm>
            <a:off x="9240000" y="3479292"/>
            <a:ext cx="40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297</a:t>
            </a:r>
            <a:endParaRPr lang="id-ID" sz="800"/>
          </a:p>
        </p:txBody>
      </p:sp>
      <p:sp>
        <p:nvSpPr>
          <p:cNvPr id="771" name="T"/>
          <p:cNvSpPr txBox="1"/>
          <p:nvPr/>
        </p:nvSpPr>
        <p:spPr>
          <a:xfrm>
            <a:off x="9664000" y="3479292"/>
            <a:ext cx="260000" cy="20574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772" name="K"/>
          <p:cNvSpPr/>
          <p:nvPr/>
        </p:nvSpPr>
        <p:spPr>
          <a:xfrm>
            <a:off x="9930000" y="3499866"/>
            <a:ext cx="154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773" name="G"/>
          <p:cNvPicPr>
            <a:picLocks noChangeAspect="1"/>
          </p:cNvPicPr>
          <p:nvPr/>
        </p:nvPicPr>
        <p:blipFill>
          <a:blip r:embed="rIdM23"/>
          <a:stretch>
            <a:fillRect/>
          </a:stretch>
        </p:blipFill>
        <p:spPr>
          <a:xfrm>
            <a:off x="9985000" y="3531866"/>
            <a:ext cx="100584" cy="100584"/>
          </a:xfrm>
          <a:prstGeom prst="rect">
            <a:avLst/>
          </a:prstGeom>
        </p:spPr>
      </p:pic>
      <p:sp>
        <p:nvSpPr>
          <p:cNvPr id="774" name="T"/>
          <p:cNvSpPr txBox="1"/>
          <p:nvPr/>
        </p:nvSpPr>
        <p:spPr>
          <a:xfrm>
            <a:off x="10120000" y="3499866"/>
            <a:ext cx="1318463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dalam proses pendataan</a:t>
            </a:r>
            <a:endParaRPr lang="id-ID" sz="680"/>
          </a:p>
        </p:txBody>
      </p:sp>
      <p:sp>
        <p:nvSpPr>
          <p:cNvPr id="775" name="K"/>
          <p:cNvSpPr/>
          <p:nvPr/>
        </p:nvSpPr>
        <p:spPr>
          <a:xfrm>
            <a:off x="7406640" y="3867912"/>
            <a:ext cx="4236415" cy="21396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776" name="K"/>
          <p:cNvSpPr/>
          <p:nvPr/>
        </p:nvSpPr>
        <p:spPr>
          <a:xfrm>
            <a:off x="7406640" y="3867912"/>
            <a:ext cx="4236415" cy="365760"/>
          </a:xfrm>
          <a:prstGeom prst="roundRect">
            <a:avLst>
              <a:gd name="adj" fmla="val 16000"/>
            </a:avLst>
          </a:prstGeom>
          <a:solidFill>
            <a:srgbClr val="E3EAF1"/>
          </a:solidFill>
          <a:ln>
            <a:noFill/>
          </a:ln>
        </p:spPr>
      </p:sp>
      <p:sp>
        <p:nvSpPr>
          <p:cNvPr id="777" name="K"/>
          <p:cNvSpPr/>
          <p:nvPr/>
        </p:nvSpPr>
        <p:spPr>
          <a:xfrm>
            <a:off x="7406640" y="4087368"/>
            <a:ext cx="4236415" cy="146304"/>
          </a:xfrm>
          <a:prstGeom prst="rect">
            <a:avLst/>
          </a:prstGeom>
          <a:solidFill>
            <a:srgbClr val="E3EAF1"/>
          </a:solidFill>
          <a:ln>
            <a:noFill/>
          </a:ln>
        </p:spPr>
      </p:sp>
      <p:sp>
        <p:nvSpPr>
          <p:cNvPr id="778" name="K"/>
          <p:cNvSpPr/>
          <p:nvPr/>
        </p:nvSpPr>
        <p:spPr>
          <a:xfrm>
            <a:off x="7534656" y="3904488"/>
            <a:ext cx="292608" cy="292608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779" name="G"/>
          <p:cNvPicPr>
            <a:picLocks noChangeAspect="1"/>
          </p:cNvPicPr>
          <p:nvPr/>
        </p:nvPicPr>
        <p:blipFill>
          <a:blip r:embed="rIdM25"/>
          <a:stretch>
            <a:fillRect/>
          </a:stretch>
        </p:blipFill>
        <p:spPr>
          <a:xfrm>
            <a:off x="7589520" y="3959352"/>
            <a:ext cx="182880" cy="182880"/>
          </a:xfrm>
          <a:prstGeom prst="rect">
            <a:avLst/>
          </a:prstGeom>
        </p:spPr>
      </p:pic>
      <p:sp>
        <p:nvSpPr>
          <p:cNvPr id="780" name="T"/>
          <p:cNvSpPr txBox="1"/>
          <p:nvPr/>
        </p:nvSpPr>
        <p:spPr>
          <a:xfrm>
            <a:off x="7909560" y="3867912"/>
            <a:ext cx="3136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1100"/>
          </a:p>
        </p:txBody>
      </p:sp>
      <p:sp>
        <p:nvSpPr>
          <p:cNvPr id="781" name="T"/>
          <p:cNvSpPr txBox="1"/>
          <p:nvPr/>
        </p:nvSpPr>
        <p:spPr>
          <a:xfrm>
            <a:off x="11002975" y="3867912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7</a:t>
            </a:r>
            <a:endParaRPr lang="id-ID" sz="1800"/>
          </a:p>
        </p:txBody>
      </p:sp>
      <p:sp>
        <p:nvSpPr>
          <p:cNvPr id="564" name="K"/>
          <p:cNvSpPr/>
          <p:nvPr/>
        </p:nvSpPr>
        <p:spPr>
          <a:xfrm>
            <a:off x="7589520" y="4297680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6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4324014"/>
            <a:ext cx="93634" cy="93634"/>
          </a:xfrm>
          <a:prstGeom prst="rect">
            <a:avLst/>
          </a:prstGeom>
        </p:spPr>
      </p:pic>
      <p:sp>
        <p:nvSpPr>
          <p:cNvPr id="566" name="K"/>
          <p:cNvSpPr/>
          <p:nvPr/>
        </p:nvSpPr>
        <p:spPr>
          <a:xfrm>
            <a:off x="7772400" y="4297680"/>
            <a:ext cx="146304" cy="146304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567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7799832" y="4325112"/>
            <a:ext cx="91440" cy="91440"/>
          </a:xfrm>
          <a:prstGeom prst="rect">
            <a:avLst/>
          </a:prstGeom>
        </p:spPr>
      </p:pic>
      <p:sp>
        <p:nvSpPr>
          <p:cNvPr id="568" name="T"/>
          <p:cNvSpPr txBox="1"/>
          <p:nvPr/>
        </p:nvSpPr>
        <p:spPr>
          <a:xfrm>
            <a:off x="7971232" y="4279392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  <a:endParaRPr lang="id-ID" sz="760"/>
          </a:p>
        </p:txBody>
      </p:sp>
      <p:sp>
        <p:nvSpPr>
          <p:cNvPr id="581" name="K"/>
          <p:cNvSpPr/>
          <p:nvPr/>
        </p:nvSpPr>
        <p:spPr>
          <a:xfrm>
            <a:off x="10324042" y="4288536"/>
            <a:ext cx="11361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82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10381649" y="4321454"/>
            <a:ext cx="98755" cy="98755"/>
          </a:xfrm>
          <a:prstGeom prst="rect">
            <a:avLst/>
          </a:prstGeom>
        </p:spPr>
      </p:pic>
      <p:sp>
        <p:nvSpPr>
          <p:cNvPr id="583" name="T"/>
          <p:cNvSpPr txBox="1"/>
          <p:nvPr/>
        </p:nvSpPr>
        <p:spPr>
          <a:xfrm>
            <a:off x="10480404" y="4288536"/>
            <a:ext cx="979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Transisi s.d. 27 Des</a:t>
            </a:r>
            <a:endParaRPr lang="id-ID" sz="700"/>
          </a:p>
        </p:txBody>
      </p:sp>
      <p:sp>
        <p:nvSpPr>
          <p:cNvPr id="584" name="K"/>
          <p:cNvSpPr/>
          <p:nvPr/>
        </p:nvSpPr>
        <p:spPr>
          <a:xfrm>
            <a:off x="10758042" y="4480560"/>
            <a:ext cx="7021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85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815649" y="4513478"/>
            <a:ext cx="98755" cy="98755"/>
          </a:xfrm>
          <a:prstGeom prst="rect">
            <a:avLst/>
          </a:prstGeom>
        </p:spPr>
      </p:pic>
      <p:sp>
        <p:nvSpPr>
          <p:cNvPr id="586" name="T"/>
          <p:cNvSpPr txBox="1"/>
          <p:nvPr/>
        </p:nvSpPr>
        <p:spPr>
          <a:xfrm>
            <a:off x="10914404" y="4480560"/>
            <a:ext cx="54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±17.707 KK</a:t>
            </a:r>
            <a:endParaRPr lang="id-ID" sz="700"/>
          </a:p>
        </p:txBody>
      </p:sp>
      <p:sp>
        <p:nvSpPr>
          <p:cNvPr id="587" name="K"/>
          <p:cNvSpPr/>
          <p:nvPr/>
        </p:nvSpPr>
        <p:spPr>
          <a:xfrm>
            <a:off x="9870845" y="4480560"/>
            <a:ext cx="8323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88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9928452" y="4513478"/>
            <a:ext cx="98755" cy="98755"/>
          </a:xfrm>
          <a:prstGeom prst="rect">
            <a:avLst/>
          </a:prstGeom>
        </p:spPr>
      </p:pic>
      <p:sp>
        <p:nvSpPr>
          <p:cNvPr id="589" name="T"/>
          <p:cNvSpPr txBox="1"/>
          <p:nvPr/>
        </p:nvSpPr>
        <p:spPr>
          <a:xfrm>
            <a:off x="10027207" y="4480560"/>
            <a:ext cx="6759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156 meninggal</a:t>
            </a:r>
            <a:endParaRPr lang="id-ID" sz="700"/>
          </a:p>
        </p:txBody>
      </p:sp>
      <p:sp>
        <p:nvSpPr>
          <p:cNvPr id="590" name="K"/>
          <p:cNvSpPr/>
          <p:nvPr/>
        </p:nvSpPr>
        <p:spPr>
          <a:xfrm>
            <a:off x="8810048" y="4480560"/>
            <a:ext cx="10059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591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8867655" y="4513478"/>
            <a:ext cx="98755" cy="98755"/>
          </a:xfrm>
          <a:prstGeom prst="rect">
            <a:avLst/>
          </a:prstGeom>
        </p:spPr>
      </p:pic>
      <p:sp>
        <p:nvSpPr>
          <p:cNvPr id="592" name="T"/>
          <p:cNvSpPr txBox="1"/>
          <p:nvPr/>
        </p:nvSpPr>
        <p:spPr>
          <a:xfrm>
            <a:off x="8966410" y="4480560"/>
            <a:ext cx="8495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±27.345 mengungsi</a:t>
            </a:r>
            <a:endParaRPr lang="id-ID" sz="700"/>
          </a:p>
        </p:txBody>
      </p:sp>
      <p:sp>
        <p:nvSpPr>
          <p:cNvPr id="593" name="K"/>
          <p:cNvSpPr/>
          <p:nvPr/>
        </p:nvSpPr>
        <p:spPr>
          <a:xfrm>
            <a:off x="7589520" y="4700016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94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4726350"/>
            <a:ext cx="93634" cy="93634"/>
          </a:xfrm>
          <a:prstGeom prst="rect">
            <a:avLst/>
          </a:prstGeom>
        </p:spPr>
      </p:pic>
      <p:sp>
        <p:nvSpPr>
          <p:cNvPr id="595" name="K"/>
          <p:cNvSpPr/>
          <p:nvPr/>
        </p:nvSpPr>
        <p:spPr>
          <a:xfrm>
            <a:off x="7772400" y="4700016"/>
            <a:ext cx="146304" cy="146304"/>
          </a:xfrm>
          <a:prstGeom prst="ellipse">
            <a:avLst/>
          </a:prstGeom>
          <a:solidFill>
            <a:srgbClr val="A23B2A"/>
          </a:solidFill>
          <a:ln>
            <a:noFill/>
          </a:ln>
        </p:spPr>
      </p:sp>
      <p:pic>
        <p:nvPicPr>
          <p:cNvPr id="596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7799832" y="4727448"/>
            <a:ext cx="91440" cy="91440"/>
          </a:xfrm>
          <a:prstGeom prst="rect">
            <a:avLst/>
          </a:prstGeom>
        </p:spPr>
      </p:pic>
      <p:sp>
        <p:nvSpPr>
          <p:cNvPr id="597" name="T"/>
          <p:cNvSpPr txBox="1"/>
          <p:nvPr/>
        </p:nvSpPr>
        <p:spPr>
          <a:xfrm>
            <a:off x="7971232" y="4681728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Timur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TPA Supit Urang</a:t>
            </a:r>
            <a:endParaRPr lang="id-ID" sz="760"/>
          </a:p>
        </p:txBody>
      </p:sp>
      <p:sp>
        <p:nvSpPr>
          <p:cNvPr id="598" name="K"/>
          <p:cNvSpPr/>
          <p:nvPr/>
        </p:nvSpPr>
        <p:spPr>
          <a:xfrm>
            <a:off x="10758042" y="4690872"/>
            <a:ext cx="7021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99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10815649" y="4723790"/>
            <a:ext cx="98755" cy="98755"/>
          </a:xfrm>
          <a:prstGeom prst="rect">
            <a:avLst/>
          </a:prstGeom>
        </p:spPr>
      </p:pic>
      <p:sp>
        <p:nvSpPr>
          <p:cNvPr id="600" name="T"/>
          <p:cNvSpPr txBox="1"/>
          <p:nvPr/>
        </p:nvSpPr>
        <p:spPr>
          <a:xfrm>
            <a:off x="10914404" y="4690872"/>
            <a:ext cx="54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penanganan</a:t>
            </a:r>
            <a:endParaRPr lang="id-ID" sz="700"/>
          </a:p>
        </p:txBody>
      </p:sp>
      <p:sp>
        <p:nvSpPr>
          <p:cNvPr id="601" name="K"/>
          <p:cNvSpPr/>
          <p:nvPr/>
        </p:nvSpPr>
        <p:spPr>
          <a:xfrm>
            <a:off x="9653845" y="4690872"/>
            <a:ext cx="10493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02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9711452" y="4723790"/>
            <a:ext cx="98755" cy="98755"/>
          </a:xfrm>
          <a:prstGeom prst="rect">
            <a:avLst/>
          </a:prstGeom>
        </p:spPr>
      </p:pic>
      <p:sp>
        <p:nvSpPr>
          <p:cNvPr id="603" name="T"/>
          <p:cNvSpPr txBox="1"/>
          <p:nvPr/>
        </p:nvSpPr>
        <p:spPr>
          <a:xfrm>
            <a:off x="9810207" y="4690872"/>
            <a:ext cx="8929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15,5 ha terbakar</a:t>
            </a:r>
            <a:endParaRPr lang="id-ID" sz="700"/>
          </a:p>
        </p:txBody>
      </p:sp>
      <p:sp>
        <p:nvSpPr>
          <p:cNvPr id="604" name="K"/>
          <p:cNvSpPr/>
          <p:nvPr/>
        </p:nvSpPr>
        <p:spPr>
          <a:xfrm>
            <a:off x="7589520" y="4910328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0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4936662"/>
            <a:ext cx="93634" cy="93634"/>
          </a:xfrm>
          <a:prstGeom prst="rect">
            <a:avLst/>
          </a:prstGeom>
        </p:spPr>
      </p:pic>
      <p:sp>
        <p:nvSpPr>
          <p:cNvPr id="606" name="K"/>
          <p:cNvSpPr/>
          <p:nvPr/>
        </p:nvSpPr>
        <p:spPr>
          <a:xfrm>
            <a:off x="7772400" y="4910328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60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7799832" y="4937760"/>
            <a:ext cx="91440" cy="91440"/>
          </a:xfrm>
          <a:prstGeom prst="rect">
            <a:avLst/>
          </a:prstGeom>
        </p:spPr>
      </p:pic>
      <p:sp>
        <p:nvSpPr>
          <p:cNvPr id="608" name="T"/>
          <p:cNvSpPr txBox="1"/>
          <p:nvPr/>
        </p:nvSpPr>
        <p:spPr>
          <a:xfrm>
            <a:off x="7971232" y="4892040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Aceh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Subulussalam</a:t>
            </a:r>
            <a:endParaRPr lang="id-ID" sz="760"/>
          </a:p>
        </p:txBody>
      </p:sp>
      <p:sp>
        <p:nvSpPr>
          <p:cNvPr id="609" name="K"/>
          <p:cNvSpPr/>
          <p:nvPr/>
        </p:nvSpPr>
        <p:spPr>
          <a:xfrm>
            <a:off x="10888242" y="4901184"/>
            <a:ext cx="5719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10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945849" y="4934102"/>
            <a:ext cx="98755" cy="98755"/>
          </a:xfrm>
          <a:prstGeom prst="rect">
            <a:avLst/>
          </a:prstGeom>
        </p:spPr>
      </p:pic>
      <p:sp>
        <p:nvSpPr>
          <p:cNvPr id="611" name="T"/>
          <p:cNvSpPr txBox="1"/>
          <p:nvPr/>
        </p:nvSpPr>
        <p:spPr>
          <a:xfrm>
            <a:off x="11044604" y="4901184"/>
            <a:ext cx="4155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±469 KK</a:t>
            </a:r>
            <a:endParaRPr lang="id-ID" sz="700"/>
          </a:p>
        </p:txBody>
      </p:sp>
      <p:sp>
        <p:nvSpPr>
          <p:cNvPr id="612" name="K"/>
          <p:cNvSpPr/>
          <p:nvPr/>
        </p:nvSpPr>
        <p:spPr>
          <a:xfrm>
            <a:off x="10131245" y="4901184"/>
            <a:ext cx="7021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13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10188852" y="4934102"/>
            <a:ext cx="98755" cy="98755"/>
          </a:xfrm>
          <a:prstGeom prst="rect">
            <a:avLst/>
          </a:prstGeom>
        </p:spPr>
      </p:pic>
      <p:sp>
        <p:nvSpPr>
          <p:cNvPr id="614" name="T"/>
          <p:cNvSpPr txBox="1"/>
          <p:nvPr/>
        </p:nvSpPr>
        <p:spPr>
          <a:xfrm>
            <a:off x="10287607" y="4901184"/>
            <a:ext cx="54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±177 rumah</a:t>
            </a:r>
            <a:endParaRPr lang="id-ID" sz="700"/>
          </a:p>
        </p:txBody>
      </p:sp>
      <p:sp>
        <p:nvSpPr>
          <p:cNvPr id="615" name="K"/>
          <p:cNvSpPr/>
          <p:nvPr/>
        </p:nvSpPr>
        <p:spPr>
          <a:xfrm>
            <a:off x="7589520" y="5120640"/>
            <a:ext cx="146304" cy="14630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616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615854" y="5146974"/>
            <a:ext cx="93634" cy="93634"/>
          </a:xfrm>
          <a:prstGeom prst="rect">
            <a:avLst/>
          </a:prstGeom>
        </p:spPr>
      </p:pic>
      <p:sp>
        <p:nvSpPr>
          <p:cNvPr id="617" name="K"/>
          <p:cNvSpPr/>
          <p:nvPr/>
        </p:nvSpPr>
        <p:spPr>
          <a:xfrm>
            <a:off x="7772400" y="5120640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618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7799832" y="5148072"/>
            <a:ext cx="91440" cy="91440"/>
          </a:xfrm>
          <a:prstGeom prst="rect">
            <a:avLst/>
          </a:prstGeom>
        </p:spPr>
      </p:pic>
      <p:sp>
        <p:nvSpPr>
          <p:cNvPr id="619" name="T"/>
          <p:cNvSpPr txBox="1"/>
          <p:nvPr/>
        </p:nvSpPr>
        <p:spPr>
          <a:xfrm>
            <a:off x="7971232" y="5102352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Utara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Labuhanbatu</a:t>
            </a:r>
            <a:endParaRPr lang="id-ID" sz="760"/>
          </a:p>
        </p:txBody>
      </p:sp>
      <p:sp>
        <p:nvSpPr>
          <p:cNvPr id="620" name="K"/>
          <p:cNvSpPr/>
          <p:nvPr/>
        </p:nvSpPr>
        <p:spPr>
          <a:xfrm>
            <a:off x="10888242" y="5111496"/>
            <a:ext cx="5719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21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945849" y="5144414"/>
            <a:ext cx="98755" cy="98755"/>
          </a:xfrm>
          <a:prstGeom prst="rect">
            <a:avLst/>
          </a:prstGeom>
        </p:spPr>
      </p:pic>
      <p:sp>
        <p:nvSpPr>
          <p:cNvPr id="622" name="T"/>
          <p:cNvSpPr txBox="1"/>
          <p:nvPr/>
        </p:nvSpPr>
        <p:spPr>
          <a:xfrm>
            <a:off x="11044604" y="5111496"/>
            <a:ext cx="4155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±520 KK</a:t>
            </a:r>
            <a:endParaRPr lang="id-ID" sz="700"/>
          </a:p>
        </p:txBody>
      </p:sp>
      <p:sp>
        <p:nvSpPr>
          <p:cNvPr id="623" name="K"/>
          <p:cNvSpPr/>
          <p:nvPr/>
        </p:nvSpPr>
        <p:spPr>
          <a:xfrm>
            <a:off x="10131245" y="5111496"/>
            <a:ext cx="7021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24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10188852" y="5144414"/>
            <a:ext cx="98755" cy="98755"/>
          </a:xfrm>
          <a:prstGeom prst="rect">
            <a:avLst/>
          </a:prstGeom>
        </p:spPr>
      </p:pic>
      <p:sp>
        <p:nvSpPr>
          <p:cNvPr id="625" name="T"/>
          <p:cNvSpPr txBox="1"/>
          <p:nvPr/>
        </p:nvSpPr>
        <p:spPr>
          <a:xfrm>
            <a:off x="10287607" y="5111496"/>
            <a:ext cx="54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±520 rumah</a:t>
            </a:r>
            <a:endParaRPr lang="id-ID" sz="700"/>
          </a:p>
        </p:txBody>
      </p:sp>
      <p:sp>
        <p:nvSpPr>
          <p:cNvPr id="626" name="K"/>
          <p:cNvSpPr/>
          <p:nvPr/>
        </p:nvSpPr>
        <p:spPr>
          <a:xfrm>
            <a:off x="7589520" y="5330952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2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357286"/>
            <a:ext cx="93634" cy="93634"/>
          </a:xfrm>
          <a:prstGeom prst="rect">
            <a:avLst/>
          </a:prstGeom>
        </p:spPr>
      </p:pic>
      <p:sp>
        <p:nvSpPr>
          <p:cNvPr id="628" name="K"/>
          <p:cNvSpPr/>
          <p:nvPr/>
        </p:nvSpPr>
        <p:spPr>
          <a:xfrm>
            <a:off x="7772400" y="5330952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629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7799832" y="5358384"/>
            <a:ext cx="91440" cy="91440"/>
          </a:xfrm>
          <a:prstGeom prst="rect">
            <a:avLst/>
          </a:prstGeom>
        </p:spPr>
      </p:pic>
      <p:sp>
        <p:nvSpPr>
          <p:cNvPr id="630" name="T"/>
          <p:cNvSpPr txBox="1"/>
          <p:nvPr/>
        </p:nvSpPr>
        <p:spPr>
          <a:xfrm>
            <a:off x="7971232" y="5312664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Utara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Asahan</a:t>
            </a:r>
            <a:endParaRPr lang="id-ID" sz="760"/>
          </a:p>
        </p:txBody>
      </p:sp>
      <p:sp>
        <p:nvSpPr>
          <p:cNvPr id="631" name="K"/>
          <p:cNvSpPr/>
          <p:nvPr/>
        </p:nvSpPr>
        <p:spPr>
          <a:xfrm>
            <a:off x="10888242" y="5321808"/>
            <a:ext cx="5719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32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945849" y="5354726"/>
            <a:ext cx="98755" cy="98755"/>
          </a:xfrm>
          <a:prstGeom prst="rect">
            <a:avLst/>
          </a:prstGeom>
        </p:spPr>
      </p:pic>
      <p:sp>
        <p:nvSpPr>
          <p:cNvPr id="633" name="T"/>
          <p:cNvSpPr txBox="1"/>
          <p:nvPr/>
        </p:nvSpPr>
        <p:spPr>
          <a:xfrm>
            <a:off x="11044604" y="5321808"/>
            <a:ext cx="4155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±405 KK</a:t>
            </a:r>
            <a:endParaRPr lang="id-ID" sz="700"/>
          </a:p>
        </p:txBody>
      </p:sp>
      <p:sp>
        <p:nvSpPr>
          <p:cNvPr id="634" name="K"/>
          <p:cNvSpPr/>
          <p:nvPr/>
        </p:nvSpPr>
        <p:spPr>
          <a:xfrm>
            <a:off x="10131245" y="5321808"/>
            <a:ext cx="7021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35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10188852" y="5354726"/>
            <a:ext cx="98755" cy="98755"/>
          </a:xfrm>
          <a:prstGeom prst="rect">
            <a:avLst/>
          </a:prstGeom>
        </p:spPr>
      </p:pic>
      <p:sp>
        <p:nvSpPr>
          <p:cNvPr id="636" name="T"/>
          <p:cNvSpPr txBox="1"/>
          <p:nvPr/>
        </p:nvSpPr>
        <p:spPr>
          <a:xfrm>
            <a:off x="10287607" y="5321808"/>
            <a:ext cx="54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±405 rumah</a:t>
            </a:r>
            <a:endParaRPr lang="id-ID" sz="700"/>
          </a:p>
        </p:txBody>
      </p:sp>
      <p:sp>
        <p:nvSpPr>
          <p:cNvPr id="637" name="K"/>
          <p:cNvSpPr/>
          <p:nvPr/>
        </p:nvSpPr>
        <p:spPr>
          <a:xfrm>
            <a:off x="7589520" y="5541264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3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567598"/>
            <a:ext cx="93634" cy="93634"/>
          </a:xfrm>
          <a:prstGeom prst="rect">
            <a:avLst/>
          </a:prstGeom>
        </p:spPr>
      </p:pic>
      <p:sp>
        <p:nvSpPr>
          <p:cNvPr id="639" name="K"/>
          <p:cNvSpPr/>
          <p:nvPr/>
        </p:nvSpPr>
        <p:spPr>
          <a:xfrm>
            <a:off x="7772400" y="5541264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640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7799832" y="5568696"/>
            <a:ext cx="91440" cy="91440"/>
          </a:xfrm>
          <a:prstGeom prst="rect">
            <a:avLst/>
          </a:prstGeom>
        </p:spPr>
      </p:pic>
      <p:sp>
        <p:nvSpPr>
          <p:cNvPr id="641" name="T"/>
          <p:cNvSpPr txBox="1"/>
          <p:nvPr/>
        </p:nvSpPr>
        <p:spPr>
          <a:xfrm>
            <a:off x="7971232" y="5522976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Utara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Deli Serdang</a:t>
            </a:r>
            <a:endParaRPr lang="id-ID" sz="760"/>
          </a:p>
        </p:txBody>
      </p:sp>
      <p:sp>
        <p:nvSpPr>
          <p:cNvPr id="642" name="K"/>
          <p:cNvSpPr/>
          <p:nvPr/>
        </p:nvSpPr>
        <p:spPr>
          <a:xfrm>
            <a:off x="10888242" y="5532120"/>
            <a:ext cx="5719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43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945849" y="5565038"/>
            <a:ext cx="98755" cy="98755"/>
          </a:xfrm>
          <a:prstGeom prst="rect">
            <a:avLst/>
          </a:prstGeom>
        </p:spPr>
      </p:pic>
      <p:sp>
        <p:nvSpPr>
          <p:cNvPr id="644" name="T"/>
          <p:cNvSpPr txBox="1"/>
          <p:nvPr/>
        </p:nvSpPr>
        <p:spPr>
          <a:xfrm>
            <a:off x="11044604" y="5532120"/>
            <a:ext cx="4155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±146 KK</a:t>
            </a:r>
            <a:endParaRPr lang="id-ID" sz="700"/>
          </a:p>
        </p:txBody>
      </p:sp>
      <p:sp>
        <p:nvSpPr>
          <p:cNvPr id="645" name="K"/>
          <p:cNvSpPr/>
          <p:nvPr/>
        </p:nvSpPr>
        <p:spPr>
          <a:xfrm>
            <a:off x="7589520" y="5751576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46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777910"/>
            <a:ext cx="93634" cy="93634"/>
          </a:xfrm>
          <a:prstGeom prst="rect">
            <a:avLst/>
          </a:prstGeom>
        </p:spPr>
      </p:pic>
      <p:sp>
        <p:nvSpPr>
          <p:cNvPr id="647" name="K"/>
          <p:cNvSpPr/>
          <p:nvPr/>
        </p:nvSpPr>
        <p:spPr>
          <a:xfrm>
            <a:off x="7772400" y="5751576"/>
            <a:ext cx="146304" cy="146304"/>
          </a:xfrm>
          <a:prstGeom prst="ellipse">
            <a:avLst/>
          </a:prstGeom>
          <a:solidFill>
            <a:srgbClr val="0E7490"/>
          </a:solidFill>
          <a:ln>
            <a:noFill/>
          </a:ln>
        </p:spPr>
      </p:sp>
      <p:pic>
        <p:nvPicPr>
          <p:cNvPr id="648" name="G"/>
          <p:cNvPicPr>
            <a:picLocks noChangeAspect="1"/>
          </p:cNvPicPr>
          <p:nvPr/>
        </p:nvPicPr>
        <p:blipFill>
          <a:blip r:embed="rIdM19"/>
          <a:stretch>
            <a:fillRect/>
          </a:stretch>
        </p:blipFill>
        <p:spPr>
          <a:xfrm>
            <a:off x="7799832" y="5779008"/>
            <a:ext cx="91440" cy="91440"/>
          </a:xfrm>
          <a:prstGeom prst="rect">
            <a:avLst/>
          </a:prstGeom>
        </p:spPr>
      </p:pic>
      <p:sp>
        <p:nvSpPr>
          <p:cNvPr id="649" name="T"/>
          <p:cNvSpPr txBox="1"/>
          <p:nvPr/>
        </p:nvSpPr>
        <p:spPr>
          <a:xfrm>
            <a:off x="7971232" y="5733288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Banjar</a:t>
            </a:r>
            <a:endParaRPr lang="id-ID" sz="760"/>
          </a:p>
        </p:txBody>
      </p:sp>
      <p:sp>
        <p:nvSpPr>
          <p:cNvPr id="650" name="K"/>
          <p:cNvSpPr/>
          <p:nvPr/>
        </p:nvSpPr>
        <p:spPr>
          <a:xfrm>
            <a:off x="10758042" y="5742432"/>
            <a:ext cx="7021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651" name="G"/>
          <p:cNvPicPr>
            <a:picLocks noChangeAspect="1"/>
          </p:cNvPicPr>
          <p:nvPr/>
        </p:nvPicPr>
        <p:blipFill>
          <a:blip r:embed="rIdM21"/>
          <a:stretch>
            <a:fillRect/>
          </a:stretch>
        </p:blipFill>
        <p:spPr>
          <a:xfrm>
            <a:off x="10815649" y="5775350"/>
            <a:ext cx="98755" cy="98755"/>
          </a:xfrm>
          <a:prstGeom prst="rect">
            <a:avLst/>
          </a:prstGeom>
        </p:spPr>
      </p:pic>
      <p:sp>
        <p:nvSpPr>
          <p:cNvPr id="652" name="T"/>
          <p:cNvSpPr txBox="1"/>
          <p:nvPr/>
        </p:nvSpPr>
        <p:spPr>
          <a:xfrm>
            <a:off x="10914404" y="5742432"/>
            <a:ext cx="54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penanganan</a:t>
            </a:r>
            <a:endParaRPr lang="id-ID" sz="700"/>
          </a:p>
        </p:txBody>
      </p:sp>
      <p:sp>
        <p:nvSpPr>
          <p:cNvPr id="653" name="K"/>
          <p:cNvSpPr/>
          <p:nvPr/>
        </p:nvSpPr>
        <p:spPr>
          <a:xfrm>
            <a:off x="10174645" y="5742432"/>
            <a:ext cx="5285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654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232252" y="5775350"/>
            <a:ext cx="98755" cy="98755"/>
          </a:xfrm>
          <a:prstGeom prst="rect">
            <a:avLst/>
          </a:prstGeom>
        </p:spPr>
      </p:pic>
      <p:sp>
        <p:nvSpPr>
          <p:cNvPr id="655" name="T"/>
          <p:cNvSpPr txBox="1"/>
          <p:nvPr/>
        </p:nvSpPr>
        <p:spPr>
          <a:xfrm>
            <a:off x="10331007" y="5742432"/>
            <a:ext cx="3721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±35 KK</a:t>
            </a:r>
            <a:endParaRPr lang="id-ID" sz="700"/>
          </a:p>
        </p:txBody>
      </p:sp>
      <p:sp>
        <p:nvSpPr>
          <p:cNvPr id="782" name="K"/>
          <p:cNvSpPr/>
          <p:nvPr/>
        </p:nvSpPr>
        <p:spPr>
          <a:xfrm>
            <a:off x="7406640" y="6080760"/>
            <a:ext cx="4236415" cy="27432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</p:spPr>
      </p:sp>
      <p:sp>
        <p:nvSpPr>
          <p:cNvPr id="783" name="T"/>
          <p:cNvSpPr txBox="1"/>
          <p:nvPr/>
        </p:nvSpPr>
        <p:spPr>
          <a:xfrm>
            <a:off x="7974025" y="608076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spc="10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KETERANGAN</a:t>
            </a:r>
            <a:endParaRPr lang="id-ID" sz="680"/>
          </a:p>
        </p:txBody>
      </p:sp>
      <p:sp>
        <p:nvSpPr>
          <p:cNvPr id="784" name="K"/>
          <p:cNvSpPr/>
          <p:nvPr/>
        </p:nvSpPr>
        <p:spPr>
          <a:xfrm>
            <a:off x="9117025" y="6140196"/>
            <a:ext cx="155448" cy="1554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785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9149029" y="6172200"/>
            <a:ext cx="91440" cy="91440"/>
          </a:xfrm>
          <a:prstGeom prst="rect">
            <a:avLst/>
          </a:prstGeom>
        </p:spPr>
      </p:pic>
      <p:sp>
        <p:nvSpPr>
          <p:cNvPr id="786" name="T"/>
          <p:cNvSpPr txBox="1"/>
          <p:nvPr/>
        </p:nvSpPr>
        <p:spPr>
          <a:xfrm>
            <a:off x="9327337" y="6080760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750"/>
          </a:p>
        </p:txBody>
      </p:sp>
      <p:sp>
        <p:nvSpPr>
          <p:cNvPr id="787" name="K"/>
          <p:cNvSpPr/>
          <p:nvPr/>
        </p:nvSpPr>
        <p:spPr>
          <a:xfrm>
            <a:off x="10011308" y="6140196"/>
            <a:ext cx="155448" cy="15544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78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10043312" y="6172200"/>
            <a:ext cx="91440" cy="91440"/>
          </a:xfrm>
          <a:prstGeom prst="rect">
            <a:avLst/>
          </a:prstGeom>
        </p:spPr>
      </p:pic>
      <p:sp>
        <p:nvSpPr>
          <p:cNvPr id="789" name="T"/>
          <p:cNvSpPr txBox="1"/>
          <p:nvPr/>
        </p:nvSpPr>
        <p:spPr>
          <a:xfrm>
            <a:off x="10221620" y="6080760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63854"/>
            <a:ext cx="542834" cy="68397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6" name="Shape 2"/>
          <p:cNvSpPr/>
          <p:nvPr/>
        </p:nvSpPr>
        <p:spPr>
          <a:xfrm>
            <a:off x="548640" y="3657600"/>
            <a:ext cx="475488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Harian, 27–28 Oktober 2026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Karhutla 6 Provinsi Prioritas</dc:title>
  <dc:subject>PptxGenJS Presentation</dc:subject>
  <dc:creator>BNPB</dc:creator>
  <cp:lastModifiedBy>BNPB</cp:lastModifiedBy>
  <cp:revision>1</cp:revision>
  <dcterms:created xsi:type="dcterms:W3CDTF">2026-10-22T07:37:45Z</dcterms:created>
  <dcterms:modified xsi:type="dcterms:W3CDTF">2026-10-22T07:37:45Z</dcterms:modified>
</cp:coreProperties>
</file>