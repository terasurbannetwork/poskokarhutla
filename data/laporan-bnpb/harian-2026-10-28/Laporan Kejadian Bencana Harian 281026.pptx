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2-1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2.xml"/><Relationship Id="rIdM1" Type="http://schemas.openxmlformats.org/officeDocument/2006/relationships/image" Target="../media/h-tpl-ppt-media-image-2-2.png"/><Relationship Id="rIdM2" Type="http://schemas.openxmlformats.org/officeDocument/2006/relationships/image" Target="../media/h-tpl-ppt-media-image-2-3.png"/><Relationship Id="rIdM3" Type="http://schemas.openxmlformats.org/officeDocument/2006/relationships/image" Target="../media/h-tpl-ppt-media-image-2-4.png"/><Relationship Id="rIdM4" Type="http://schemas.openxmlformats.org/officeDocument/2006/relationships/image" Target="../media/h-tpl-ppt-media-image-2-5.png"/><Relationship Id="rIdM5" Type="http://schemas.openxmlformats.org/officeDocument/2006/relationships/image" Target="../media/h-tpl-ppt-media-image-2-6.png"/><Relationship Id="rIdM6" Type="http://schemas.openxmlformats.org/officeDocument/2006/relationships/image" Target="../media/h-tpl-ppt-media-image-2-7.png"/><Relationship Id="rIdM7" Type="http://schemas.openxmlformats.org/officeDocument/2006/relationships/image" Target="../media/h-ik-awas-slate.png"/><Relationship Id="rIdM8" Type="http://schemas.openxmlformats.org/officeDocument/2006/relationships/image" Target="../media/h-ik-awas-merah.png"/><Relationship Id="rIdM9" Type="http://schemas.openxmlformats.org/officeDocument/2006/relationships/image" Target="../media/h-peta.png"/><Relationship Id="rIdM10" Type="http://schemas.openxmlformats.org/officeDocument/2006/relationships/image" Target="../media/h-tpl-ppt-media-image-2-10.png"/><Relationship Id="rIdM11" Type="http://schemas.openxmlformats.org/officeDocument/2006/relationships/image" Target="../media/h-tpl-ppt-media-image-2-11.png"/><Relationship Id="rIdM12" Type="http://schemas.openxmlformats.org/officeDocument/2006/relationships/image" Target="../media/h-tpl-ppt-media-image-2-12.png"/><Relationship Id="rIdM13" Type="http://schemas.openxmlformats.org/officeDocument/2006/relationships/image" Target="../media/h-tpl-ppt-media-image-2-13.png"/><Relationship Id="rIdM14" Type="http://schemas.openxmlformats.org/officeDocument/2006/relationships/image" Target="../media/h-tpl-ppt-media-image-2-32.png"/><Relationship Id="rIdM15" Type="http://schemas.openxmlformats.org/officeDocument/2006/relationships/image" Target="../media/h-tpl-ppt-media-image-3-37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orang-slate.png"/><Relationship Id="rIdM18" Type="http://schemas.openxmlformats.org/officeDocument/2006/relationships/image" Target="../media/h-ik-api-putih.png"/><Relationship Id="rIdM19" Type="http://schemas.openxmlformats.org/officeDocument/2006/relationships/image" Target="../media/h-ik-rumah-slate.png"/><Relationship Id="rIdM20" Type="http://schemas.openxmlformats.org/officeDocument/2006/relationships/image" Target="../media/h-ik-gempa-putih.png"/><Relationship Id="rIdM21" Type="http://schemas.openxmlformats.org/officeDocument/2006/relationships/image" Target="../media/h-ik-angin-putih.png"/><Relationship Id="rIdM22" Type="http://schemas.openxmlformats.org/officeDocument/2006/relationships/image" Target="../media/h-tpl-ppt-media-image-2-30.png"/><Relationship Id="rIdM23" Type="http://schemas.openxmlformats.org/officeDocument/2006/relationships/image" Target="../media/h-tpl-ppt-media-image-2-3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45" Type="http://schemas.openxmlformats.org/officeDocument/2006/relationships/slideLayout" Target="../slideLayouts/slideLayout2.xml"/><Relationship Id="rId46" Type="http://schemas.openxmlformats.org/officeDocument/2006/relationships/notesSlide" Target="../notesSlides/notesSlide3.xml"/><Relationship Id="rIdM1" Type="http://schemas.openxmlformats.org/officeDocument/2006/relationships/image" Target="../media/h-tpl-ppt-media-image-2-12.png"/><Relationship Id="rIdM2" Type="http://schemas.openxmlformats.org/officeDocument/2006/relationships/image" Target="../media/h-tpl-ppt-media-image-2-11.png"/><Relationship Id="rIdM3" Type="http://schemas.openxmlformats.org/officeDocument/2006/relationships/image" Target="../media/h-tpl-ppt-media-image-3-4.png"/><Relationship Id="rIdM4" Type="http://schemas.openxmlformats.org/officeDocument/2006/relationships/image" Target="../media/h-tpl-ppt-media-image-2-13.png"/><Relationship Id="rIdM5" Type="http://schemas.openxmlformats.org/officeDocument/2006/relationships/image" Target="../media/h-tpl-ppt-media-image-2-10.png"/><Relationship Id="rIdM6" Type="http://schemas.openxmlformats.org/officeDocument/2006/relationships/image" Target="../media/h-ik-gempa-putih.png"/><Relationship Id="rIdM7" Type="http://schemas.openxmlformats.org/officeDocument/2006/relationships/image" Target="../media/h-ik-gempa-slate.png"/><Relationship Id="rIdM8" Type="http://schemas.openxmlformats.org/officeDocument/2006/relationships/image" Target="../media/h-ik-kalender-oranye.png"/><Relationship Id="rIdM9" Type="http://schemas.openxmlformats.org/officeDocument/2006/relationships/image" Target="../media/h-ik-tenda-slate.png"/><Relationship Id="rIdM10" Type="http://schemas.openxmlformats.org/officeDocument/2006/relationships/image" Target="../media/h-ik-hati-merah.png"/><Relationship Id="rIdM11" Type="http://schemas.openxmlformats.org/officeDocument/2006/relationships/image" Target="../media/h-ik-orang-slate.png"/><Relationship Id="rIdM12" Type="http://schemas.openxmlformats.org/officeDocument/2006/relationships/image" Target="../media/h-ik-api-putih.png"/><Relationship Id="rIdM13" Type="http://schemas.openxmlformats.org/officeDocument/2006/relationships/image" Target="../media/h-ik-api-merah.png"/><Relationship Id="rIdM14" Type="http://schemas.openxmlformats.org/officeDocument/2006/relationships/image" Target="../media/h-ik-api-oranye.png"/><Relationship Id="rIdM15" Type="http://schemas.openxmlformats.org/officeDocument/2006/relationships/image" Target="../media/h-ik-sampah-slate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banjir-navy.png"/><Relationship Id="rIdM18" Type="http://schemas.openxmlformats.org/officeDocument/2006/relationships/image" Target="../media/h-ik-rumah-slate.png"/><Relationship Id="rIdM19" Type="http://schemas.openxmlformats.org/officeDocument/2006/relationships/image" Target="../media/h-ik-angin-putih.png"/><Relationship Id="rIdM20" Type="http://schemas.openxmlformats.org/officeDocument/2006/relationships/image" Target="../media/h-ik-angin-slate.png"/><Relationship Id="rIdM21" Type="http://schemas.openxmlformats.org/officeDocument/2006/relationships/image" Target="../media/h-ik-awas-oranye.png"/><Relationship Id="rIdM22" Type="http://schemas.openxmlformats.org/officeDocument/2006/relationships/image" Target="../media/h-tpl-ppt-media-image-3-34.png"/><Relationship Id="rIdM23" Type="http://schemas.openxmlformats.org/officeDocument/2006/relationships/image" Target="../media/h-tpl-ppt-media-image-3-38.png"/><Relationship Id="rIdM24" Type="http://schemas.openxmlformats.org/officeDocument/2006/relationships/image" Target="../media/h-ik-truk-kering.png"/><Relationship Id="rIdM25" Type="http://schemas.openxmlformats.org/officeDocument/2006/relationships/image" Target="../media/h-ik-awas-putih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18134"/>
            <a:ext cx="542834" cy="68397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28455" y="4572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2" descr="img/berakhla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615" y="530352"/>
            <a:ext cx="2240280" cy="85256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</a:t>
            </a:r>
            <a:endParaRPr lang="en-US" sz="3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3017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349300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/>
        </p:spPr>
      </p:sp>
      <p:sp>
        <p:nvSpPr>
          <p:cNvPr id="10" name="Shape 5"/>
          <p:cNvSpPr/>
          <p:nvPr/>
        </p:nvSpPr>
        <p:spPr>
          <a:xfrm>
            <a:off x="612648" y="3547872"/>
            <a:ext cx="274320" cy="274320"/>
          </a:xfrm>
          <a:prstGeom prst="ellipse">
            <a:avLst/>
          </a:prstGeom>
          <a:solidFill>
            <a:srgbClr val="D9600B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3607308"/>
            <a:ext cx="155448" cy="1554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3493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PERIODE   </a:t>
            </a:r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2026, 07.00  –  28 Okt 2026, 07.00 WIB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48640" y="4206240"/>
            <a:ext cx="51206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4864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DISAMPAIKAN OLEH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Letnan Jenderal TNI Kristomei Sianturi, S.Sos., M.Si., M.Si. (Han)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828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Kepala Badan Nasional Penanggulangan Bencana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5303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48640" y="5303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Rabu, 28 Oktober 2026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850" dirty="0"/>
          </a:p>
        </p:txBody>
      </p:sp>
      <p:sp>
        <p:nvSpPr>
          <p:cNvPr id="568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Laporan 27–28 Oktober 2026: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 di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18 provinsi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terdiri atas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kekeringan, dan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000"/>
          </a:p>
        </p:txBody>
      </p:sp>
      <p:sp>
        <p:nvSpPr>
          <p:cNvPr id="301" name="K"/>
          <p:cNvSpPr/>
          <p:nvPr/>
        </p:nvSpPr>
        <p:spPr>
          <a:xfrm>
            <a:off x="548640" y="1280160"/>
            <a:ext cx="8579267" cy="932688"/>
          </a:xfrm>
          <a:prstGeom prst="roundRect">
            <a:avLst>
              <a:gd name="adj" fmla="val 784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02" name="K"/>
          <p:cNvSpPr/>
          <p:nvPr/>
        </p:nvSpPr>
        <p:spPr>
          <a:xfrm>
            <a:off x="658368" y="1335024"/>
            <a:ext cx="152521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</p:sp>
      <p:pic>
        <p:nvPicPr>
          <p:cNvPr id="303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371600"/>
            <a:ext cx="109728" cy="109728"/>
          </a:xfrm>
          <a:prstGeom prst="rect">
            <a:avLst/>
          </a:prstGeom>
        </p:spPr>
      </p:pic>
      <p:sp>
        <p:nvSpPr>
          <p:cNvPr id="304" name="T"/>
          <p:cNvSpPr txBox="1"/>
          <p:nvPr/>
        </p:nvSpPr>
        <p:spPr>
          <a:xfrm>
            <a:off x="896112" y="1335024"/>
            <a:ext cx="1265219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KEJADIAN BENCANA</a:t>
            </a:r>
            <a:endParaRPr lang="id-ID" sz="660"/>
          </a:p>
        </p:txBody>
      </p:sp>
      <p:sp>
        <p:nvSpPr>
          <p:cNvPr id="305" name="K"/>
          <p:cNvSpPr/>
          <p:nvPr/>
        </p:nvSpPr>
        <p:spPr>
          <a:xfrm>
            <a:off x="9402227" y="1280160"/>
            <a:ext cx="2240829" cy="932688"/>
          </a:xfrm>
          <a:prstGeom prst="roundRect">
            <a:avLst>
              <a:gd name="adj" fmla="val 7843"/>
            </a:avLst>
          </a:prstGeom>
          <a:solidFill>
            <a:srgbClr val="FCF1F2"/>
          </a:solidFill>
          <a:ln>
            <a:noFill/>
          </a:ln>
        </p:spPr>
      </p:sp>
      <p:sp>
        <p:nvSpPr>
          <p:cNvPr id="306" name="K"/>
          <p:cNvSpPr/>
          <p:nvPr/>
        </p:nvSpPr>
        <p:spPr>
          <a:xfrm>
            <a:off x="9511955" y="1335024"/>
            <a:ext cx="1453896" cy="18288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</p:sp>
      <p:pic>
        <p:nvPicPr>
          <p:cNvPr id="30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9585107" y="1371600"/>
            <a:ext cx="109728" cy="109728"/>
          </a:xfrm>
          <a:prstGeom prst="rect">
            <a:avLst/>
          </a:prstGeom>
        </p:spPr>
      </p:pic>
      <p:sp>
        <p:nvSpPr>
          <p:cNvPr id="308" name="T"/>
          <p:cNvSpPr txBox="1"/>
          <p:nvPr/>
        </p:nvSpPr>
        <p:spPr>
          <a:xfrm>
            <a:off x="9749699" y="1335024"/>
            <a:ext cx="1193896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660"/>
          </a:p>
        </p:txBody>
      </p:sp>
      <p:sp>
        <p:nvSpPr>
          <p:cNvPr id="309" name="K"/>
          <p:cNvSpPr/>
          <p:nvPr/>
        </p:nvSpPr>
        <p:spPr>
          <a:xfrm>
            <a:off x="658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0" name="K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1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312" name="T"/>
          <p:cNvSpPr txBox="1"/>
          <p:nvPr/>
        </p:nvSpPr>
        <p:spPr>
          <a:xfrm>
            <a:off x="1170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26</a:t>
            </a:r>
            <a:endParaRPr lang="id-ID" sz="1700"/>
          </a:p>
        </p:txBody>
      </p:sp>
      <p:sp>
        <p:nvSpPr>
          <p:cNvPr id="313" name="T"/>
          <p:cNvSpPr txBox="1"/>
          <p:nvPr/>
        </p:nvSpPr>
        <p:spPr>
          <a:xfrm>
            <a:off x="1170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laporan kejadian</a:t>
            </a:r>
            <a:endParaRPr lang="id-ID" sz="750"/>
          </a:p>
        </p:txBody>
      </p:sp>
      <p:sp>
        <p:nvSpPr>
          <p:cNvPr id="314" name="K"/>
          <p:cNvSpPr/>
          <p:nvPr/>
        </p:nvSpPr>
        <p:spPr>
          <a:xfrm>
            <a:off x="23486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5" name="K"/>
          <p:cNvSpPr/>
          <p:nvPr/>
        </p:nvSpPr>
        <p:spPr>
          <a:xfrm>
            <a:off x="245834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531498" y="1755648"/>
            <a:ext cx="182880" cy="182880"/>
          </a:xfrm>
          <a:prstGeom prst="rect">
            <a:avLst/>
          </a:prstGeom>
        </p:spPr>
      </p:pic>
      <p:sp>
        <p:nvSpPr>
          <p:cNvPr id="317" name="T"/>
          <p:cNvSpPr txBox="1"/>
          <p:nvPr/>
        </p:nvSpPr>
        <p:spPr>
          <a:xfrm>
            <a:off x="28606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27</a:t>
            </a:r>
            <a:endParaRPr lang="id-ID" sz="1700"/>
          </a:p>
        </p:txBody>
      </p:sp>
      <p:sp>
        <p:nvSpPr>
          <p:cNvPr id="318" name="T"/>
          <p:cNvSpPr txBox="1"/>
          <p:nvPr/>
        </p:nvSpPr>
        <p:spPr>
          <a:xfrm>
            <a:off x="28606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menonjol</a:t>
            </a:r>
            <a:endParaRPr lang="id-ID" sz="750"/>
          </a:p>
        </p:txBody>
      </p:sp>
      <p:sp>
        <p:nvSpPr>
          <p:cNvPr id="319" name="K"/>
          <p:cNvSpPr/>
          <p:nvPr/>
        </p:nvSpPr>
        <p:spPr>
          <a:xfrm>
            <a:off x="40388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0" name="K"/>
          <p:cNvSpPr/>
          <p:nvPr/>
        </p:nvSpPr>
        <p:spPr>
          <a:xfrm>
            <a:off x="4148596" y="1682496"/>
            <a:ext cx="329184" cy="329184"/>
          </a:xfrm>
          <a:prstGeom prst="ellipse">
            <a:avLst/>
          </a:prstGeom>
          <a:solidFill>
            <a:srgbClr val="FBE7D6"/>
          </a:solidFill>
          <a:ln>
            <a:noFill/>
          </a:ln>
        </p:spPr>
      </p:sp>
      <p:pic>
        <p:nvPicPr>
          <p:cNvPr id="321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4221748" y="1755648"/>
            <a:ext cx="182880" cy="182880"/>
          </a:xfrm>
          <a:prstGeom prst="rect">
            <a:avLst/>
          </a:prstGeom>
        </p:spPr>
      </p:pic>
      <p:sp>
        <p:nvSpPr>
          <p:cNvPr id="322" name="T"/>
          <p:cNvSpPr txBox="1"/>
          <p:nvPr/>
        </p:nvSpPr>
        <p:spPr>
          <a:xfrm>
            <a:off x="45509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700"/>
          </a:p>
        </p:txBody>
      </p:sp>
      <p:sp>
        <p:nvSpPr>
          <p:cNvPr id="323" name="T"/>
          <p:cNvSpPr txBox="1"/>
          <p:nvPr/>
        </p:nvSpPr>
        <p:spPr>
          <a:xfrm>
            <a:off x="45509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324" name="K"/>
          <p:cNvSpPr/>
          <p:nvPr/>
        </p:nvSpPr>
        <p:spPr>
          <a:xfrm>
            <a:off x="57291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5" name="K"/>
          <p:cNvSpPr/>
          <p:nvPr/>
        </p:nvSpPr>
        <p:spPr>
          <a:xfrm>
            <a:off x="5838846" y="1682496"/>
            <a:ext cx="329184" cy="329184"/>
          </a:xfrm>
          <a:prstGeom prst="ellipse">
            <a:avLst/>
          </a:prstGeom>
          <a:solidFill>
            <a:srgbClr val="F4ECDC"/>
          </a:solidFill>
          <a:ln>
            <a:noFill/>
          </a:ln>
        </p:spPr>
      </p:sp>
      <p:pic>
        <p:nvPicPr>
          <p:cNvPr id="326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5911998" y="1755648"/>
            <a:ext cx="182880" cy="182880"/>
          </a:xfrm>
          <a:prstGeom prst="rect">
            <a:avLst/>
          </a:prstGeom>
        </p:spPr>
      </p:pic>
      <p:sp>
        <p:nvSpPr>
          <p:cNvPr id="327" name="T"/>
          <p:cNvSpPr txBox="1"/>
          <p:nvPr/>
        </p:nvSpPr>
        <p:spPr>
          <a:xfrm>
            <a:off x="62411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28" name="T"/>
          <p:cNvSpPr txBox="1"/>
          <p:nvPr/>
        </p:nvSpPr>
        <p:spPr>
          <a:xfrm>
            <a:off x="62411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329" name="K"/>
          <p:cNvSpPr/>
          <p:nvPr/>
        </p:nvSpPr>
        <p:spPr>
          <a:xfrm>
            <a:off x="7419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0" name="K"/>
          <p:cNvSpPr/>
          <p:nvPr/>
        </p:nvSpPr>
        <p:spPr>
          <a:xfrm>
            <a:off x="7529096" y="1682496"/>
            <a:ext cx="329184" cy="329184"/>
          </a:xfrm>
          <a:prstGeom prst="ellipse">
            <a:avLst/>
          </a:prstGeom>
          <a:solidFill>
            <a:srgbClr val="E3EAF1"/>
          </a:solidFill>
          <a:ln>
            <a:noFill/>
          </a:ln>
        </p:spPr>
      </p:sp>
      <p:pic>
        <p:nvPicPr>
          <p:cNvPr id="331" name="G"/>
          <p:cNvPicPr>
            <a:picLocks noChangeAspect="1"/>
          </p:cNvPicPr>
          <p:nvPr/>
        </p:nvPicPr>
        <p:blipFill>
          <a:blip r:embed="rIdM7"/>
          <a:stretch>
            <a:fillRect/>
          </a:stretch>
        </p:blipFill>
        <p:spPr>
          <a:xfrm>
            <a:off x="7602248" y="1755648"/>
            <a:ext cx="182880" cy="182880"/>
          </a:xfrm>
          <a:prstGeom prst="rect">
            <a:avLst/>
          </a:prstGeom>
        </p:spPr>
      </p:pic>
      <p:sp>
        <p:nvSpPr>
          <p:cNvPr id="332" name="T"/>
          <p:cNvSpPr txBox="1"/>
          <p:nvPr/>
        </p:nvSpPr>
        <p:spPr>
          <a:xfrm>
            <a:off x="7931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3" name="T"/>
          <p:cNvSpPr txBox="1"/>
          <p:nvPr/>
        </p:nvSpPr>
        <p:spPr>
          <a:xfrm>
            <a:off x="7931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750"/>
          </a:p>
        </p:txBody>
      </p:sp>
      <p:sp>
        <p:nvSpPr>
          <p:cNvPr id="334" name="K"/>
          <p:cNvSpPr/>
          <p:nvPr/>
        </p:nvSpPr>
        <p:spPr>
          <a:xfrm>
            <a:off x="9511955" y="1591056"/>
            <a:ext cx="2021373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5" name="K"/>
          <p:cNvSpPr/>
          <p:nvPr/>
        </p:nvSpPr>
        <p:spPr>
          <a:xfrm>
            <a:off x="9621683" y="1682496"/>
            <a:ext cx="329184" cy="329184"/>
          </a:xfrm>
          <a:prstGeom prst="ellipse">
            <a:avLst/>
          </a:prstGeom>
          <a:solidFill>
            <a:srgbClr val="F8DDE0"/>
          </a:solidFill>
          <a:ln>
            <a:noFill/>
          </a:ln>
        </p:spPr>
      </p:sp>
      <p:pic>
        <p:nvPicPr>
          <p:cNvPr id="336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9694835" y="1755648"/>
            <a:ext cx="182880" cy="182880"/>
          </a:xfrm>
          <a:prstGeom prst="rect">
            <a:avLst/>
          </a:prstGeom>
        </p:spPr>
      </p:pic>
      <p:sp>
        <p:nvSpPr>
          <p:cNvPr id="337" name="T"/>
          <p:cNvSpPr txBox="1"/>
          <p:nvPr/>
        </p:nvSpPr>
        <p:spPr>
          <a:xfrm>
            <a:off x="10024019" y="1627632"/>
            <a:ext cx="1472733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6</a:t>
            </a:r>
            <a:endParaRPr lang="id-ID" sz="1700"/>
          </a:p>
        </p:txBody>
      </p:sp>
      <p:sp>
        <p:nvSpPr>
          <p:cNvPr id="338" name="T"/>
          <p:cNvSpPr txBox="1"/>
          <p:nvPr/>
        </p:nvSpPr>
        <p:spPr>
          <a:xfrm>
            <a:off x="10024019" y="1892808"/>
            <a:ext cx="1472733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perlu perhatian</a:t>
            </a:r>
            <a:endParaRPr lang="id-ID" sz="750"/>
          </a:p>
        </p:txBody>
      </p:sp>
      <p:pic>
        <p:nvPicPr>
          <p:cNvPr id="339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502920" y="2331720"/>
            <a:ext cx="7680960" cy="2880360"/>
          </a:xfrm>
          <a:prstGeom prst="rect">
            <a:avLst/>
          </a:prstGeom>
        </p:spPr>
      </p:pic>
      <p:sp>
        <p:nvSpPr>
          <p:cNvPr id="340" name="K"/>
          <p:cNvSpPr/>
          <p:nvPr/>
        </p:nvSpPr>
        <p:spPr>
          <a:xfrm>
            <a:off x="3980367" y="318319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1" name="T"/>
          <p:cNvSpPr txBox="1"/>
          <p:nvPr/>
        </p:nvSpPr>
        <p:spPr>
          <a:xfrm>
            <a:off x="3980367" y="318319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2" name="T"/>
          <p:cNvSpPr txBox="1"/>
          <p:nvPr/>
        </p:nvSpPr>
        <p:spPr>
          <a:xfrm>
            <a:off x="4254687" y="321976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Timur</a:t>
            </a:r>
            <a:endParaRPr lang="id-ID" sz="750"/>
          </a:p>
        </p:txBody>
      </p:sp>
      <p:sp>
        <p:nvSpPr>
          <p:cNvPr id="343" name="K"/>
          <p:cNvSpPr/>
          <p:nvPr/>
        </p:nvSpPr>
        <p:spPr>
          <a:xfrm>
            <a:off x="7871081" y="4351809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4" name="T"/>
          <p:cNvSpPr txBox="1"/>
          <p:nvPr/>
        </p:nvSpPr>
        <p:spPr>
          <a:xfrm>
            <a:off x="7871081" y="4351809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5" name="K"/>
          <p:cNvSpPr/>
          <p:nvPr/>
        </p:nvSpPr>
        <p:spPr>
          <a:xfrm>
            <a:off x="8004400" y="430078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6" name="T"/>
          <p:cNvSpPr txBox="1"/>
          <p:nvPr/>
        </p:nvSpPr>
        <p:spPr>
          <a:xfrm>
            <a:off x="8004400" y="430078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7" name="T"/>
          <p:cNvSpPr txBox="1"/>
          <p:nvPr/>
        </p:nvSpPr>
        <p:spPr>
          <a:xfrm>
            <a:off x="6353177" y="4388385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50"/>
          </a:p>
        </p:txBody>
      </p:sp>
      <p:sp>
        <p:nvSpPr>
          <p:cNvPr id="348" name="K"/>
          <p:cNvSpPr/>
          <p:nvPr/>
        </p:nvSpPr>
        <p:spPr>
          <a:xfrm>
            <a:off x="4579153" y="3973437"/>
            <a:ext cx="265176" cy="26517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9" name="T"/>
          <p:cNvSpPr txBox="1"/>
          <p:nvPr/>
        </p:nvSpPr>
        <p:spPr>
          <a:xfrm>
            <a:off x="4579153" y="3973437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850"/>
          </a:p>
        </p:txBody>
      </p:sp>
      <p:sp>
        <p:nvSpPr>
          <p:cNvPr id="350" name="K"/>
          <p:cNvSpPr/>
          <p:nvPr/>
        </p:nvSpPr>
        <p:spPr>
          <a:xfrm>
            <a:off x="4745390" y="4139675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351" name="T"/>
          <p:cNvSpPr txBox="1"/>
          <p:nvPr/>
        </p:nvSpPr>
        <p:spPr>
          <a:xfrm>
            <a:off x="4745390" y="4139675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650"/>
          </a:p>
        </p:txBody>
      </p:sp>
      <p:sp>
        <p:nvSpPr>
          <p:cNvPr id="352" name="T"/>
          <p:cNvSpPr txBox="1"/>
          <p:nvPr/>
        </p:nvSpPr>
        <p:spPr>
          <a:xfrm>
            <a:off x="3980221" y="431341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Selatan</a:t>
            </a:r>
            <a:endParaRPr lang="id-ID" sz="750"/>
          </a:p>
        </p:txBody>
      </p:sp>
      <p:sp>
        <p:nvSpPr>
          <p:cNvPr id="353" name="K"/>
          <p:cNvSpPr/>
          <p:nvPr/>
        </p:nvSpPr>
        <p:spPr>
          <a:xfrm>
            <a:off x="4881742" y="3897704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4" name="T"/>
          <p:cNvSpPr txBox="1"/>
          <p:nvPr/>
        </p:nvSpPr>
        <p:spPr>
          <a:xfrm>
            <a:off x="4881742" y="389770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55" name="K"/>
          <p:cNvSpPr/>
          <p:nvPr/>
        </p:nvSpPr>
        <p:spPr>
          <a:xfrm>
            <a:off x="5015062" y="3846681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56" name="T"/>
          <p:cNvSpPr txBox="1"/>
          <p:nvPr/>
        </p:nvSpPr>
        <p:spPr>
          <a:xfrm>
            <a:off x="5015062" y="3846681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57" name="T"/>
          <p:cNvSpPr txBox="1"/>
          <p:nvPr/>
        </p:nvSpPr>
        <p:spPr>
          <a:xfrm>
            <a:off x="5156062" y="39342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Tenggara</a:t>
            </a:r>
            <a:endParaRPr lang="id-ID" sz="750"/>
          </a:p>
        </p:txBody>
      </p:sp>
      <p:sp>
        <p:nvSpPr>
          <p:cNvPr id="358" name="K"/>
          <p:cNvSpPr/>
          <p:nvPr/>
        </p:nvSpPr>
        <p:spPr>
          <a:xfrm>
            <a:off x="4675098" y="3427152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9" name="T"/>
          <p:cNvSpPr txBox="1"/>
          <p:nvPr/>
        </p:nvSpPr>
        <p:spPr>
          <a:xfrm>
            <a:off x="4675098" y="342715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0" name="T"/>
          <p:cNvSpPr txBox="1"/>
          <p:nvPr/>
        </p:nvSpPr>
        <p:spPr>
          <a:xfrm>
            <a:off x="4949418" y="3463728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Tengah</a:t>
            </a:r>
            <a:endParaRPr lang="id-ID" sz="750"/>
          </a:p>
        </p:txBody>
      </p:sp>
      <p:sp>
        <p:nvSpPr>
          <p:cNvPr id="361" name="K"/>
          <p:cNvSpPr/>
          <p:nvPr/>
        </p:nvSpPr>
        <p:spPr>
          <a:xfrm>
            <a:off x="3804910" y="375542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2" name="T"/>
          <p:cNvSpPr txBox="1"/>
          <p:nvPr/>
        </p:nvSpPr>
        <p:spPr>
          <a:xfrm>
            <a:off x="3804910" y="375542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3" name="K"/>
          <p:cNvSpPr/>
          <p:nvPr/>
        </p:nvSpPr>
        <p:spPr>
          <a:xfrm>
            <a:off x="3744742" y="3879598"/>
            <a:ext cx="155448" cy="15544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</a:ln>
        </p:spPr>
      </p:sp>
      <p:sp>
        <p:nvSpPr>
          <p:cNvPr id="364" name="T"/>
          <p:cNvSpPr txBox="1"/>
          <p:nvPr/>
        </p:nvSpPr>
        <p:spPr>
          <a:xfrm>
            <a:off x="3744742" y="3879598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365" name="T"/>
          <p:cNvSpPr txBox="1"/>
          <p:nvPr/>
        </p:nvSpPr>
        <p:spPr>
          <a:xfrm>
            <a:off x="3183118" y="405333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Selatan</a:t>
            </a:r>
            <a:endParaRPr lang="id-ID" sz="750"/>
          </a:p>
        </p:txBody>
      </p:sp>
      <p:sp>
        <p:nvSpPr>
          <p:cNvPr id="366" name="K"/>
          <p:cNvSpPr/>
          <p:nvPr/>
        </p:nvSpPr>
        <p:spPr>
          <a:xfrm>
            <a:off x="1927738" y="3798728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7" name="T"/>
          <p:cNvSpPr txBox="1"/>
          <p:nvPr/>
        </p:nvSpPr>
        <p:spPr>
          <a:xfrm>
            <a:off x="1927738" y="379872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8" name="K"/>
          <p:cNvSpPr/>
          <p:nvPr/>
        </p:nvSpPr>
        <p:spPr>
          <a:xfrm>
            <a:off x="2061058" y="374770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69" name="T"/>
          <p:cNvSpPr txBox="1"/>
          <p:nvPr/>
        </p:nvSpPr>
        <p:spPr>
          <a:xfrm>
            <a:off x="2061058" y="374770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70" name="T"/>
          <p:cNvSpPr txBox="1"/>
          <p:nvPr/>
        </p:nvSpPr>
        <p:spPr>
          <a:xfrm>
            <a:off x="409834" y="38353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Selatan</a:t>
            </a:r>
            <a:endParaRPr lang="id-ID" sz="750"/>
          </a:p>
        </p:txBody>
      </p:sp>
      <p:sp>
        <p:nvSpPr>
          <p:cNvPr id="371" name="K"/>
          <p:cNvSpPr/>
          <p:nvPr/>
        </p:nvSpPr>
        <p:spPr>
          <a:xfrm>
            <a:off x="1526329" y="3185000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2" name="T"/>
          <p:cNvSpPr txBox="1"/>
          <p:nvPr/>
        </p:nvSpPr>
        <p:spPr>
          <a:xfrm>
            <a:off x="1526329" y="318500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3" name="T"/>
          <p:cNvSpPr txBox="1"/>
          <p:nvPr/>
        </p:nvSpPr>
        <p:spPr>
          <a:xfrm>
            <a:off x="1800649" y="322157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750"/>
          </a:p>
        </p:txBody>
      </p:sp>
      <p:sp>
        <p:nvSpPr>
          <p:cNvPr id="374" name="K"/>
          <p:cNvSpPr/>
          <p:nvPr/>
        </p:nvSpPr>
        <p:spPr>
          <a:xfrm>
            <a:off x="1684296" y="354475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5" name="T"/>
          <p:cNvSpPr txBox="1"/>
          <p:nvPr/>
        </p:nvSpPr>
        <p:spPr>
          <a:xfrm>
            <a:off x="1684296" y="354475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6" name="T"/>
          <p:cNvSpPr txBox="1"/>
          <p:nvPr/>
        </p:nvSpPr>
        <p:spPr>
          <a:xfrm>
            <a:off x="166392" y="358132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750"/>
          </a:p>
        </p:txBody>
      </p:sp>
      <p:sp>
        <p:nvSpPr>
          <p:cNvPr id="377" name="K"/>
          <p:cNvSpPr/>
          <p:nvPr/>
        </p:nvSpPr>
        <p:spPr>
          <a:xfrm>
            <a:off x="2397970" y="3741407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8" name="T"/>
          <p:cNvSpPr txBox="1"/>
          <p:nvPr/>
        </p:nvSpPr>
        <p:spPr>
          <a:xfrm>
            <a:off x="2397970" y="374140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9" name="T"/>
          <p:cNvSpPr txBox="1"/>
          <p:nvPr/>
        </p:nvSpPr>
        <p:spPr>
          <a:xfrm>
            <a:off x="2672290" y="377798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Babel</a:t>
            </a:r>
            <a:endParaRPr lang="id-ID" sz="750"/>
          </a:p>
        </p:txBody>
      </p:sp>
      <p:sp>
        <p:nvSpPr>
          <p:cNvPr id="380" name="K"/>
          <p:cNvSpPr/>
          <p:nvPr/>
        </p:nvSpPr>
        <p:spPr>
          <a:xfrm>
            <a:off x="2069993" y="4083051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1" name="T"/>
          <p:cNvSpPr txBox="1"/>
          <p:nvPr/>
        </p:nvSpPr>
        <p:spPr>
          <a:xfrm>
            <a:off x="2069993" y="4083051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2" name="T"/>
          <p:cNvSpPr txBox="1"/>
          <p:nvPr/>
        </p:nvSpPr>
        <p:spPr>
          <a:xfrm>
            <a:off x="2344313" y="411962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endParaRPr lang="id-ID" sz="750"/>
          </a:p>
        </p:txBody>
      </p:sp>
      <p:sp>
        <p:nvSpPr>
          <p:cNvPr id="383" name="K"/>
          <p:cNvSpPr/>
          <p:nvPr/>
        </p:nvSpPr>
        <p:spPr>
          <a:xfrm>
            <a:off x="2502218" y="4460676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4" name="T"/>
          <p:cNvSpPr txBox="1"/>
          <p:nvPr/>
        </p:nvSpPr>
        <p:spPr>
          <a:xfrm>
            <a:off x="2502218" y="44606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5" name="T"/>
          <p:cNvSpPr txBox="1"/>
          <p:nvPr/>
        </p:nvSpPr>
        <p:spPr>
          <a:xfrm>
            <a:off x="984314" y="449725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Jabar</a:t>
            </a:r>
            <a:endParaRPr lang="id-ID" sz="750"/>
          </a:p>
        </p:txBody>
      </p:sp>
      <p:sp>
        <p:nvSpPr>
          <p:cNvPr id="386" name="K"/>
          <p:cNvSpPr/>
          <p:nvPr/>
        </p:nvSpPr>
        <p:spPr>
          <a:xfrm>
            <a:off x="718569" y="2542878"/>
            <a:ext cx="219456" cy="21945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87" name="T"/>
          <p:cNvSpPr txBox="1"/>
          <p:nvPr/>
        </p:nvSpPr>
        <p:spPr>
          <a:xfrm>
            <a:off x="718569" y="254287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8" name="K"/>
          <p:cNvSpPr/>
          <p:nvPr/>
        </p:nvSpPr>
        <p:spPr>
          <a:xfrm>
            <a:off x="851889" y="249185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89" name="T"/>
          <p:cNvSpPr txBox="1"/>
          <p:nvPr/>
        </p:nvSpPr>
        <p:spPr>
          <a:xfrm>
            <a:off x="851889" y="249185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0" name="T"/>
          <p:cNvSpPr txBox="1"/>
          <p:nvPr/>
        </p:nvSpPr>
        <p:spPr>
          <a:xfrm>
            <a:off x="992889" y="257945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endParaRPr lang="id-ID" sz="750"/>
          </a:p>
        </p:txBody>
      </p:sp>
      <p:sp>
        <p:nvSpPr>
          <p:cNvPr id="391" name="K"/>
          <p:cNvSpPr/>
          <p:nvPr/>
        </p:nvSpPr>
        <p:spPr>
          <a:xfrm>
            <a:off x="1066519" y="2852005"/>
            <a:ext cx="265176" cy="26517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92" name="T"/>
          <p:cNvSpPr txBox="1"/>
          <p:nvPr/>
        </p:nvSpPr>
        <p:spPr>
          <a:xfrm>
            <a:off x="1066519" y="285200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3" name="K"/>
          <p:cNvSpPr/>
          <p:nvPr/>
        </p:nvSpPr>
        <p:spPr>
          <a:xfrm>
            <a:off x="1241901" y="280463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4" name="T"/>
          <p:cNvSpPr txBox="1"/>
          <p:nvPr/>
        </p:nvSpPr>
        <p:spPr>
          <a:xfrm>
            <a:off x="1241901" y="280463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5" name="T"/>
          <p:cNvSpPr txBox="1"/>
          <p:nvPr/>
        </p:nvSpPr>
        <p:spPr>
          <a:xfrm>
            <a:off x="467587" y="314461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Utara</a:t>
            </a:r>
            <a:endParaRPr lang="id-ID" sz="750"/>
          </a:p>
        </p:txBody>
      </p:sp>
      <p:sp>
        <p:nvSpPr>
          <p:cNvPr id="396" name="K"/>
          <p:cNvSpPr/>
          <p:nvPr/>
        </p:nvSpPr>
        <p:spPr>
          <a:xfrm>
            <a:off x="2914900" y="4390635"/>
            <a:ext cx="265176" cy="26517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397" name="T"/>
          <p:cNvSpPr txBox="1"/>
          <p:nvPr/>
        </p:nvSpPr>
        <p:spPr>
          <a:xfrm>
            <a:off x="2914900" y="439063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8" name="T"/>
          <p:cNvSpPr txBox="1"/>
          <p:nvPr/>
        </p:nvSpPr>
        <p:spPr>
          <a:xfrm>
            <a:off x="2315968" y="46832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Jateng</a:t>
            </a:r>
            <a:endParaRPr lang="id-ID" sz="750"/>
          </a:p>
        </p:txBody>
      </p:sp>
      <p:sp>
        <p:nvSpPr>
          <p:cNvPr id="399" name="K"/>
          <p:cNvSpPr/>
          <p:nvPr/>
        </p:nvSpPr>
        <p:spPr>
          <a:xfrm>
            <a:off x="3484137" y="4546344"/>
            <a:ext cx="265176" cy="265176"/>
          </a:xfrm>
          <a:prstGeom prst="ellipse">
            <a:avLst/>
          </a:prstGeom>
          <a:solidFill>
            <a:srgbClr val="A23B2A"/>
          </a:solidFill>
          <a:ln w="19050">
            <a:solidFill>
              <a:srgbClr val="FFFFFF"/>
            </a:solidFill>
          </a:ln>
        </p:spPr>
      </p:sp>
      <p:sp>
        <p:nvSpPr>
          <p:cNvPr id="400" name="T"/>
          <p:cNvSpPr txBox="1"/>
          <p:nvPr/>
        </p:nvSpPr>
        <p:spPr>
          <a:xfrm>
            <a:off x="3484137" y="454634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1" name="K"/>
          <p:cNvSpPr/>
          <p:nvPr/>
        </p:nvSpPr>
        <p:spPr>
          <a:xfrm>
            <a:off x="3650375" y="4712581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402" name="T"/>
          <p:cNvSpPr txBox="1"/>
          <p:nvPr/>
        </p:nvSpPr>
        <p:spPr>
          <a:xfrm>
            <a:off x="3650375" y="4712581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403" name="T"/>
          <p:cNvSpPr txBox="1"/>
          <p:nvPr/>
        </p:nvSpPr>
        <p:spPr>
          <a:xfrm>
            <a:off x="3804177" y="46057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Jatim</a:t>
            </a:r>
            <a:endParaRPr lang="id-ID" sz="750"/>
          </a:p>
        </p:txBody>
      </p:sp>
      <p:sp>
        <p:nvSpPr>
          <p:cNvPr id="404" name="K"/>
          <p:cNvSpPr/>
          <p:nvPr/>
        </p:nvSpPr>
        <p:spPr>
          <a:xfrm>
            <a:off x="4767899" y="4701217"/>
            <a:ext cx="219456" cy="219456"/>
          </a:xfrm>
          <a:prstGeom prst="ellipse">
            <a:avLst/>
          </a:prstGeom>
          <a:solidFill>
            <a:srgbClr val="5B7A99"/>
          </a:solidFill>
          <a:ln w="19050">
            <a:solidFill>
              <a:srgbClr val="FFFFFF"/>
            </a:solidFill>
          </a:ln>
        </p:spPr>
      </p:sp>
      <p:sp>
        <p:nvSpPr>
          <p:cNvPr id="405" name="T"/>
          <p:cNvSpPr txBox="1"/>
          <p:nvPr/>
        </p:nvSpPr>
        <p:spPr>
          <a:xfrm>
            <a:off x="4767899" y="470121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6" name="T"/>
          <p:cNvSpPr txBox="1"/>
          <p:nvPr/>
        </p:nvSpPr>
        <p:spPr>
          <a:xfrm>
            <a:off x="5042219" y="473779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NTT</a:t>
            </a:r>
            <a:endParaRPr lang="id-ID" sz="750"/>
          </a:p>
        </p:txBody>
      </p:sp>
      <p:sp>
        <p:nvSpPr>
          <p:cNvPr id="407" name="K"/>
          <p:cNvSpPr/>
          <p:nvPr/>
        </p:nvSpPr>
        <p:spPr>
          <a:xfrm>
            <a:off x="6160213" y="3796350"/>
            <a:ext cx="219456" cy="21945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408" name="T"/>
          <p:cNvSpPr txBox="1"/>
          <p:nvPr/>
        </p:nvSpPr>
        <p:spPr>
          <a:xfrm>
            <a:off x="6160213" y="379635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9" name="T"/>
          <p:cNvSpPr txBox="1"/>
          <p:nvPr/>
        </p:nvSpPr>
        <p:spPr>
          <a:xfrm>
            <a:off x="6434533" y="383292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Maluku</a:t>
            </a:r>
            <a:endParaRPr lang="id-ID" sz="750"/>
          </a:p>
        </p:txBody>
      </p:sp>
      <p:sp>
        <p:nvSpPr>
          <p:cNvPr id="410" name="K"/>
          <p:cNvSpPr/>
          <p:nvPr/>
        </p:nvSpPr>
        <p:spPr>
          <a:xfrm>
            <a:off x="1371600" y="5216652"/>
            <a:ext cx="128016" cy="128016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11" name="T"/>
          <p:cNvSpPr txBox="1"/>
          <p:nvPr/>
        </p:nvSpPr>
        <p:spPr>
          <a:xfrm>
            <a:off x="155448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412" name="K"/>
          <p:cNvSpPr/>
          <p:nvPr/>
        </p:nvSpPr>
        <p:spPr>
          <a:xfrm>
            <a:off x="2199080" y="5207508"/>
            <a:ext cx="146304" cy="146304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sp>
        <p:nvSpPr>
          <p:cNvPr id="413" name="T"/>
          <p:cNvSpPr txBox="1"/>
          <p:nvPr/>
        </p:nvSpPr>
        <p:spPr>
          <a:xfrm>
            <a:off x="240024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414" name="K"/>
          <p:cNvSpPr/>
          <p:nvPr/>
        </p:nvSpPr>
        <p:spPr>
          <a:xfrm>
            <a:off x="3148848" y="5207508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sp>
        <p:nvSpPr>
          <p:cNvPr id="415" name="T"/>
          <p:cNvSpPr txBox="1"/>
          <p:nvPr/>
        </p:nvSpPr>
        <p:spPr>
          <a:xfrm>
            <a:off x="3350016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50"/>
          </a:p>
        </p:txBody>
      </p:sp>
      <p:sp>
        <p:nvSpPr>
          <p:cNvPr id="416" name="K"/>
          <p:cNvSpPr/>
          <p:nvPr/>
        </p:nvSpPr>
        <p:spPr>
          <a:xfrm>
            <a:off x="4098616" y="5207508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sp>
        <p:nvSpPr>
          <p:cNvPr id="417" name="T"/>
          <p:cNvSpPr txBox="1"/>
          <p:nvPr/>
        </p:nvSpPr>
        <p:spPr>
          <a:xfrm>
            <a:off x="4299784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50"/>
          </a:p>
        </p:txBody>
      </p:sp>
      <p:sp>
        <p:nvSpPr>
          <p:cNvPr id="418" name="K"/>
          <p:cNvSpPr/>
          <p:nvPr/>
        </p:nvSpPr>
        <p:spPr>
          <a:xfrm>
            <a:off x="5204384" y="520750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sp>
        <p:nvSpPr>
          <p:cNvPr id="419" name="T"/>
          <p:cNvSpPr txBox="1"/>
          <p:nvPr/>
        </p:nvSpPr>
        <p:spPr>
          <a:xfrm>
            <a:off x="5405552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50"/>
          </a:p>
        </p:txBody>
      </p:sp>
      <p:sp>
        <p:nvSpPr>
          <p:cNvPr id="420" name="K"/>
          <p:cNvSpPr/>
          <p:nvPr/>
        </p:nvSpPr>
        <p:spPr>
          <a:xfrm>
            <a:off x="5946152" y="5207508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21" name="T"/>
          <p:cNvSpPr txBox="1"/>
          <p:nvPr/>
        </p:nvSpPr>
        <p:spPr>
          <a:xfrm>
            <a:off x="614732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50"/>
          </a:p>
        </p:txBody>
      </p:sp>
      <p:sp>
        <p:nvSpPr>
          <p:cNvPr id="422" name="K"/>
          <p:cNvSpPr/>
          <p:nvPr/>
        </p:nvSpPr>
        <p:spPr>
          <a:xfrm>
            <a:off x="7051920" y="5207508"/>
            <a:ext cx="146304" cy="1463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23" name="T"/>
          <p:cNvSpPr txBox="1"/>
          <p:nvPr/>
        </p:nvSpPr>
        <p:spPr>
          <a:xfrm>
            <a:off x="7051920" y="520750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50"/>
          </a:p>
        </p:txBody>
      </p:sp>
      <p:sp>
        <p:nvSpPr>
          <p:cNvPr id="424" name="T"/>
          <p:cNvSpPr txBox="1"/>
          <p:nvPr/>
        </p:nvSpPr>
        <p:spPr>
          <a:xfrm>
            <a:off x="725308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750"/>
          </a:p>
        </p:txBody>
      </p:sp>
      <p:sp>
        <p:nvSpPr>
          <p:cNvPr id="425" name="K"/>
          <p:cNvSpPr/>
          <p:nvPr/>
        </p:nvSpPr>
        <p:spPr>
          <a:xfrm>
            <a:off x="8503920" y="2331720"/>
            <a:ext cx="313913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426" name="T"/>
          <p:cNvSpPr txBox="1"/>
          <p:nvPr/>
        </p:nvSpPr>
        <p:spPr>
          <a:xfrm>
            <a:off x="8668512" y="2441448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STATUS PENANGANAN</a:t>
            </a:r>
            <a:endParaRPr lang="id-ID" sz="750"/>
          </a:p>
        </p:txBody>
      </p:sp>
      <p:sp>
        <p:nvSpPr>
          <p:cNvPr id="427" name="K"/>
          <p:cNvSpPr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solidFill>
            <a:srgbClr val="051C2C"/>
          </a:solidFill>
          <a:ln>
            <a:noFill/>
          </a:ln>
        </p:spPr>
      </p:sp>
      <p:sp>
        <p:nvSpPr>
          <p:cNvPr id="428" name="T"/>
          <p:cNvSpPr txBox="1"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26%</a:t>
            </a:r>
            <a:endParaRPr lang="id-ID" sz="750"/>
          </a:p>
        </p:txBody>
      </p:sp>
      <p:sp>
        <p:nvSpPr>
          <p:cNvPr id="429" name="K"/>
          <p:cNvSpPr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30" name="T"/>
          <p:cNvSpPr txBox="1"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74%</a:t>
            </a:r>
            <a:endParaRPr lang="id-ID" sz="750"/>
          </a:p>
        </p:txBody>
      </p:sp>
      <p:sp>
        <p:nvSpPr>
          <p:cNvPr id="431" name="K"/>
          <p:cNvSpPr/>
          <p:nvPr/>
        </p:nvSpPr>
        <p:spPr>
          <a:xfrm>
            <a:off x="8668512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E6EAF0"/>
          </a:solidFill>
          <a:ln>
            <a:noFill/>
          </a:ln>
        </p:spPr>
      </p:sp>
      <p:sp>
        <p:nvSpPr>
          <p:cNvPr id="432" name="K"/>
          <p:cNvSpPr/>
          <p:nvPr/>
        </p:nvSpPr>
        <p:spPr>
          <a:xfrm>
            <a:off x="8778240" y="3063240"/>
            <a:ext cx="329184" cy="32918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3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8860536" y="3145536"/>
            <a:ext cx="164592" cy="164592"/>
          </a:xfrm>
          <a:prstGeom prst="rect">
            <a:avLst/>
          </a:prstGeom>
        </p:spPr>
      </p:pic>
      <p:sp>
        <p:nvSpPr>
          <p:cNvPr id="434" name="T"/>
          <p:cNvSpPr txBox="1"/>
          <p:nvPr/>
        </p:nvSpPr>
        <p:spPr>
          <a:xfrm>
            <a:off x="9180576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35" name="T"/>
          <p:cNvSpPr txBox="1"/>
          <p:nvPr/>
        </p:nvSpPr>
        <p:spPr>
          <a:xfrm>
            <a:off x="9180576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680"/>
          </a:p>
        </p:txBody>
      </p:sp>
      <p:sp>
        <p:nvSpPr>
          <p:cNvPr id="436" name="K"/>
          <p:cNvSpPr/>
          <p:nvPr/>
        </p:nvSpPr>
        <p:spPr>
          <a:xfrm>
            <a:off x="10110064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437" name="K"/>
          <p:cNvSpPr/>
          <p:nvPr/>
        </p:nvSpPr>
        <p:spPr>
          <a:xfrm>
            <a:off x="10219792" y="3063240"/>
            <a:ext cx="329184" cy="32918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302088" y="3145536"/>
            <a:ext cx="164592" cy="164592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10622128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20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40" name="T"/>
          <p:cNvSpPr txBox="1"/>
          <p:nvPr/>
        </p:nvSpPr>
        <p:spPr>
          <a:xfrm>
            <a:off x="10622128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680"/>
          </a:p>
        </p:txBody>
      </p:sp>
      <p:cxnSp>
        <p:nvCxnSpPr>
          <p:cNvPr id="441" name="L"/>
          <p:cNvCxnSpPr/>
          <p:nvPr/>
        </p:nvCxnSpPr>
        <p:spPr>
          <a:xfrm>
            <a:off x="8668512" y="3557016"/>
            <a:ext cx="2809951" cy="0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442" name="T"/>
          <p:cNvSpPr txBox="1"/>
          <p:nvPr/>
        </p:nvSpPr>
        <p:spPr>
          <a:xfrm>
            <a:off x="8668512" y="3621024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BENCANA DALAM PENANGANAN (20)</a:t>
            </a:r>
            <a:endParaRPr lang="id-ID" sz="750"/>
          </a:p>
        </p:txBody>
      </p:sp>
      <p:sp>
        <p:nvSpPr>
          <p:cNvPr id="443" name="K"/>
          <p:cNvSpPr/>
          <p:nvPr/>
        </p:nvSpPr>
        <p:spPr>
          <a:xfrm>
            <a:off x="8668512" y="384048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858967"/>
            <a:ext cx="60326" cy="60326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8869680" y="380683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760"/>
          </a:p>
        </p:txBody>
      </p:sp>
      <p:sp>
        <p:nvSpPr>
          <p:cNvPr id="446" name="K"/>
          <p:cNvSpPr/>
          <p:nvPr/>
        </p:nvSpPr>
        <p:spPr>
          <a:xfrm>
            <a:off x="10470000" y="384048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4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856048"/>
            <a:ext cx="66164" cy="66164"/>
          </a:xfrm>
          <a:prstGeom prst="rect">
            <a:avLst/>
          </a:prstGeom>
        </p:spPr>
      </p:pic>
      <p:sp>
        <p:nvSpPr>
          <p:cNvPr id="448" name="T"/>
          <p:cNvSpPr txBox="1"/>
          <p:nvPr/>
        </p:nvSpPr>
        <p:spPr>
          <a:xfrm>
            <a:off x="10650000" y="384048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49" name="T"/>
          <p:cNvSpPr txBox="1"/>
          <p:nvPr/>
        </p:nvSpPr>
        <p:spPr>
          <a:xfrm>
            <a:off x="10800000" y="384048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20"/>
          </a:p>
        </p:txBody>
      </p:sp>
      <p:sp>
        <p:nvSpPr>
          <p:cNvPr id="450" name="T"/>
          <p:cNvSpPr txBox="1"/>
          <p:nvPr/>
        </p:nvSpPr>
        <p:spPr>
          <a:xfrm>
            <a:off x="11201600" y="384048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51" name="L"/>
          <p:cNvCxnSpPr/>
          <p:nvPr/>
        </p:nvCxnSpPr>
        <p:spPr>
          <a:xfrm>
            <a:off x="8668512" y="394994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52" name="K"/>
          <p:cNvSpPr/>
          <p:nvPr/>
        </p:nvSpPr>
        <p:spPr>
          <a:xfrm>
            <a:off x="8668512" y="396210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5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980593"/>
            <a:ext cx="60326" cy="60326"/>
          </a:xfrm>
          <a:prstGeom prst="rect">
            <a:avLst/>
          </a:prstGeom>
        </p:spPr>
      </p:pic>
      <p:sp>
        <p:nvSpPr>
          <p:cNvPr id="454" name="K"/>
          <p:cNvSpPr/>
          <p:nvPr/>
        </p:nvSpPr>
        <p:spPr>
          <a:xfrm>
            <a:off x="8736622" y="394264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55" name="T"/>
          <p:cNvSpPr txBox="1"/>
          <p:nvPr/>
        </p:nvSpPr>
        <p:spPr>
          <a:xfrm>
            <a:off x="8736622" y="394264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56" name="T"/>
          <p:cNvSpPr txBox="1"/>
          <p:nvPr/>
        </p:nvSpPr>
        <p:spPr>
          <a:xfrm>
            <a:off x="8869680" y="392846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60"/>
          </a:p>
        </p:txBody>
      </p:sp>
      <p:sp>
        <p:nvSpPr>
          <p:cNvPr id="457" name="K"/>
          <p:cNvSpPr/>
          <p:nvPr/>
        </p:nvSpPr>
        <p:spPr>
          <a:xfrm>
            <a:off x="10470000" y="396210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5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977674"/>
            <a:ext cx="66164" cy="66164"/>
          </a:xfrm>
          <a:prstGeom prst="rect">
            <a:avLst/>
          </a:prstGeom>
        </p:spPr>
      </p:pic>
      <p:sp>
        <p:nvSpPr>
          <p:cNvPr id="459" name="T"/>
          <p:cNvSpPr txBox="1"/>
          <p:nvPr/>
        </p:nvSpPr>
        <p:spPr>
          <a:xfrm>
            <a:off x="10650000" y="396210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0" name="T"/>
          <p:cNvSpPr txBox="1"/>
          <p:nvPr/>
        </p:nvSpPr>
        <p:spPr>
          <a:xfrm>
            <a:off x="10800000" y="396210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20"/>
          </a:p>
        </p:txBody>
      </p:sp>
      <p:sp>
        <p:nvSpPr>
          <p:cNvPr id="461" name="T"/>
          <p:cNvSpPr txBox="1"/>
          <p:nvPr/>
        </p:nvSpPr>
        <p:spPr>
          <a:xfrm>
            <a:off x="11201600" y="396210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62" name="L"/>
          <p:cNvCxnSpPr/>
          <p:nvPr/>
        </p:nvCxnSpPr>
        <p:spPr>
          <a:xfrm>
            <a:off x="8668512" y="407156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63" name="K"/>
          <p:cNvSpPr/>
          <p:nvPr/>
        </p:nvSpPr>
        <p:spPr>
          <a:xfrm>
            <a:off x="8668512" y="4083732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6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102219"/>
            <a:ext cx="60326" cy="60326"/>
          </a:xfrm>
          <a:prstGeom prst="rect">
            <a:avLst/>
          </a:prstGeom>
        </p:spPr>
      </p:pic>
      <p:sp>
        <p:nvSpPr>
          <p:cNvPr id="465" name="T"/>
          <p:cNvSpPr txBox="1"/>
          <p:nvPr/>
        </p:nvSpPr>
        <p:spPr>
          <a:xfrm>
            <a:off x="8869680" y="405008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760"/>
          </a:p>
        </p:txBody>
      </p:sp>
      <p:sp>
        <p:nvSpPr>
          <p:cNvPr id="466" name="K"/>
          <p:cNvSpPr/>
          <p:nvPr/>
        </p:nvSpPr>
        <p:spPr>
          <a:xfrm>
            <a:off x="10470000" y="408373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6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099300"/>
            <a:ext cx="66164" cy="66164"/>
          </a:xfrm>
          <a:prstGeom prst="rect">
            <a:avLst/>
          </a:prstGeom>
        </p:spPr>
      </p:pic>
      <p:sp>
        <p:nvSpPr>
          <p:cNvPr id="468" name="T"/>
          <p:cNvSpPr txBox="1"/>
          <p:nvPr/>
        </p:nvSpPr>
        <p:spPr>
          <a:xfrm>
            <a:off x="10650000" y="4083732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9" name="T"/>
          <p:cNvSpPr txBox="1"/>
          <p:nvPr/>
        </p:nvSpPr>
        <p:spPr>
          <a:xfrm>
            <a:off x="10800000" y="4083732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20"/>
          </a:p>
        </p:txBody>
      </p:sp>
      <p:sp>
        <p:nvSpPr>
          <p:cNvPr id="470" name="T"/>
          <p:cNvSpPr txBox="1"/>
          <p:nvPr/>
        </p:nvSpPr>
        <p:spPr>
          <a:xfrm>
            <a:off x="11201600" y="4083732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71" name="L"/>
          <p:cNvCxnSpPr/>
          <p:nvPr/>
        </p:nvCxnSpPr>
        <p:spPr>
          <a:xfrm>
            <a:off x="8668512" y="419319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72" name="K"/>
          <p:cNvSpPr/>
          <p:nvPr/>
        </p:nvSpPr>
        <p:spPr>
          <a:xfrm>
            <a:off x="8668512" y="4205358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7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223845"/>
            <a:ext cx="60326" cy="60326"/>
          </a:xfrm>
          <a:prstGeom prst="rect">
            <a:avLst/>
          </a:prstGeom>
        </p:spPr>
      </p:pic>
      <p:sp>
        <p:nvSpPr>
          <p:cNvPr id="474" name="K"/>
          <p:cNvSpPr/>
          <p:nvPr/>
        </p:nvSpPr>
        <p:spPr>
          <a:xfrm>
            <a:off x="8736622" y="418589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75" name="T"/>
          <p:cNvSpPr txBox="1"/>
          <p:nvPr/>
        </p:nvSpPr>
        <p:spPr>
          <a:xfrm>
            <a:off x="8736622" y="418589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76" name="T"/>
          <p:cNvSpPr txBox="1"/>
          <p:nvPr/>
        </p:nvSpPr>
        <p:spPr>
          <a:xfrm>
            <a:off x="8869680" y="417171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760"/>
          </a:p>
        </p:txBody>
      </p:sp>
      <p:sp>
        <p:nvSpPr>
          <p:cNvPr id="477" name="K"/>
          <p:cNvSpPr/>
          <p:nvPr/>
        </p:nvSpPr>
        <p:spPr>
          <a:xfrm>
            <a:off x="10470000" y="420535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7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220926"/>
            <a:ext cx="66164" cy="66164"/>
          </a:xfrm>
          <a:prstGeom prst="rect">
            <a:avLst/>
          </a:prstGeom>
        </p:spPr>
      </p:pic>
      <p:sp>
        <p:nvSpPr>
          <p:cNvPr id="479" name="T"/>
          <p:cNvSpPr txBox="1"/>
          <p:nvPr/>
        </p:nvSpPr>
        <p:spPr>
          <a:xfrm>
            <a:off x="10650000" y="4205358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0" name="T"/>
          <p:cNvSpPr txBox="1"/>
          <p:nvPr/>
        </p:nvSpPr>
        <p:spPr>
          <a:xfrm>
            <a:off x="10800000" y="4205358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20"/>
          </a:p>
        </p:txBody>
      </p:sp>
      <p:sp>
        <p:nvSpPr>
          <p:cNvPr id="481" name="T"/>
          <p:cNvSpPr txBox="1"/>
          <p:nvPr/>
        </p:nvSpPr>
        <p:spPr>
          <a:xfrm>
            <a:off x="11201600" y="4205358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82" name="L"/>
          <p:cNvCxnSpPr/>
          <p:nvPr/>
        </p:nvCxnSpPr>
        <p:spPr>
          <a:xfrm>
            <a:off x="8668512" y="431482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83" name="K"/>
          <p:cNvSpPr/>
          <p:nvPr/>
        </p:nvSpPr>
        <p:spPr>
          <a:xfrm>
            <a:off x="8668512" y="4326984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8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345471"/>
            <a:ext cx="60326" cy="60326"/>
          </a:xfrm>
          <a:prstGeom prst="rect">
            <a:avLst/>
          </a:prstGeom>
        </p:spPr>
      </p:pic>
      <p:sp>
        <p:nvSpPr>
          <p:cNvPr id="485" name="T"/>
          <p:cNvSpPr txBox="1"/>
          <p:nvPr/>
        </p:nvSpPr>
        <p:spPr>
          <a:xfrm>
            <a:off x="8869680" y="429333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760"/>
          </a:p>
        </p:txBody>
      </p:sp>
      <p:sp>
        <p:nvSpPr>
          <p:cNvPr id="486" name="K"/>
          <p:cNvSpPr/>
          <p:nvPr/>
        </p:nvSpPr>
        <p:spPr>
          <a:xfrm>
            <a:off x="10470000" y="432698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8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342552"/>
            <a:ext cx="66164" cy="66164"/>
          </a:xfrm>
          <a:prstGeom prst="rect">
            <a:avLst/>
          </a:prstGeom>
        </p:spPr>
      </p:pic>
      <p:sp>
        <p:nvSpPr>
          <p:cNvPr id="488" name="T"/>
          <p:cNvSpPr txBox="1"/>
          <p:nvPr/>
        </p:nvSpPr>
        <p:spPr>
          <a:xfrm>
            <a:off x="10650000" y="432698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9" name="T"/>
          <p:cNvSpPr txBox="1"/>
          <p:nvPr/>
        </p:nvSpPr>
        <p:spPr>
          <a:xfrm>
            <a:off x="10800000" y="432698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20"/>
          </a:p>
        </p:txBody>
      </p:sp>
      <p:sp>
        <p:nvSpPr>
          <p:cNvPr id="490" name="T"/>
          <p:cNvSpPr txBox="1"/>
          <p:nvPr/>
        </p:nvSpPr>
        <p:spPr>
          <a:xfrm>
            <a:off x="11201600" y="432698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91" name="L"/>
          <p:cNvCxnSpPr/>
          <p:nvPr/>
        </p:nvCxnSpPr>
        <p:spPr>
          <a:xfrm>
            <a:off x="8668512" y="443644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92" name="K"/>
          <p:cNvSpPr/>
          <p:nvPr/>
        </p:nvSpPr>
        <p:spPr>
          <a:xfrm>
            <a:off x="8668512" y="444861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9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467097"/>
            <a:ext cx="60326" cy="60326"/>
          </a:xfrm>
          <a:prstGeom prst="rect">
            <a:avLst/>
          </a:prstGeom>
        </p:spPr>
      </p:pic>
      <p:sp>
        <p:nvSpPr>
          <p:cNvPr id="494" name="T"/>
          <p:cNvSpPr txBox="1"/>
          <p:nvPr/>
        </p:nvSpPr>
        <p:spPr>
          <a:xfrm>
            <a:off x="8869680" y="441496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760"/>
          </a:p>
        </p:txBody>
      </p:sp>
      <p:sp>
        <p:nvSpPr>
          <p:cNvPr id="495" name="K"/>
          <p:cNvSpPr/>
          <p:nvPr/>
        </p:nvSpPr>
        <p:spPr>
          <a:xfrm>
            <a:off x="10470000" y="444861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96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464178"/>
            <a:ext cx="66164" cy="66164"/>
          </a:xfrm>
          <a:prstGeom prst="rect">
            <a:avLst/>
          </a:prstGeom>
        </p:spPr>
      </p:pic>
      <p:sp>
        <p:nvSpPr>
          <p:cNvPr id="497" name="T"/>
          <p:cNvSpPr txBox="1"/>
          <p:nvPr/>
        </p:nvSpPr>
        <p:spPr>
          <a:xfrm>
            <a:off x="10650000" y="444861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98" name="T"/>
          <p:cNvSpPr txBox="1"/>
          <p:nvPr/>
        </p:nvSpPr>
        <p:spPr>
          <a:xfrm>
            <a:off x="10800000" y="444861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20"/>
          </a:p>
        </p:txBody>
      </p:sp>
      <p:sp>
        <p:nvSpPr>
          <p:cNvPr id="499" name="T"/>
          <p:cNvSpPr txBox="1"/>
          <p:nvPr/>
        </p:nvSpPr>
        <p:spPr>
          <a:xfrm>
            <a:off x="11201600" y="444861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00" name="L"/>
          <p:cNvCxnSpPr/>
          <p:nvPr/>
        </p:nvCxnSpPr>
        <p:spPr>
          <a:xfrm>
            <a:off x="8668512" y="455807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01" name="K"/>
          <p:cNvSpPr/>
          <p:nvPr/>
        </p:nvSpPr>
        <p:spPr>
          <a:xfrm>
            <a:off x="8668512" y="457023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02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588723"/>
            <a:ext cx="60326" cy="60326"/>
          </a:xfrm>
          <a:prstGeom prst="rect">
            <a:avLst/>
          </a:prstGeom>
        </p:spPr>
      </p:pic>
      <p:sp>
        <p:nvSpPr>
          <p:cNvPr id="503" name="K"/>
          <p:cNvSpPr/>
          <p:nvPr/>
        </p:nvSpPr>
        <p:spPr>
          <a:xfrm>
            <a:off x="8736622" y="455077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04" name="T"/>
          <p:cNvSpPr txBox="1"/>
          <p:nvPr/>
        </p:nvSpPr>
        <p:spPr>
          <a:xfrm>
            <a:off x="8736622" y="455077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05" name="T"/>
          <p:cNvSpPr txBox="1"/>
          <p:nvPr/>
        </p:nvSpPr>
        <p:spPr>
          <a:xfrm>
            <a:off x="8869680" y="453659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760"/>
          </a:p>
        </p:txBody>
      </p:sp>
      <p:sp>
        <p:nvSpPr>
          <p:cNvPr id="506" name="K"/>
          <p:cNvSpPr/>
          <p:nvPr/>
        </p:nvSpPr>
        <p:spPr>
          <a:xfrm>
            <a:off x="10470000" y="457023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0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585804"/>
            <a:ext cx="66164" cy="66164"/>
          </a:xfrm>
          <a:prstGeom prst="rect">
            <a:avLst/>
          </a:prstGeom>
        </p:spPr>
      </p:pic>
      <p:sp>
        <p:nvSpPr>
          <p:cNvPr id="508" name="T"/>
          <p:cNvSpPr txBox="1"/>
          <p:nvPr/>
        </p:nvSpPr>
        <p:spPr>
          <a:xfrm>
            <a:off x="10650000" y="457023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09" name="T"/>
          <p:cNvSpPr txBox="1"/>
          <p:nvPr/>
        </p:nvSpPr>
        <p:spPr>
          <a:xfrm>
            <a:off x="10800000" y="457023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20"/>
          </a:p>
        </p:txBody>
      </p:sp>
      <p:sp>
        <p:nvSpPr>
          <p:cNvPr id="510" name="T"/>
          <p:cNvSpPr txBox="1"/>
          <p:nvPr/>
        </p:nvSpPr>
        <p:spPr>
          <a:xfrm>
            <a:off x="11201600" y="457023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11" name="L"/>
          <p:cNvCxnSpPr/>
          <p:nvPr/>
        </p:nvCxnSpPr>
        <p:spPr>
          <a:xfrm>
            <a:off x="8668512" y="467969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12" name="K"/>
          <p:cNvSpPr/>
          <p:nvPr/>
        </p:nvSpPr>
        <p:spPr>
          <a:xfrm>
            <a:off x="8668512" y="4691862"/>
            <a:ext cx="97300" cy="97300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513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8686999" y="4710349"/>
            <a:ext cx="60326" cy="60326"/>
          </a:xfrm>
          <a:prstGeom prst="rect">
            <a:avLst/>
          </a:prstGeom>
        </p:spPr>
      </p:pic>
      <p:sp>
        <p:nvSpPr>
          <p:cNvPr id="514" name="T"/>
          <p:cNvSpPr txBox="1"/>
          <p:nvPr/>
        </p:nvSpPr>
        <p:spPr>
          <a:xfrm>
            <a:off x="8869680" y="465821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7 kab/kota di 4 provinsi</a:t>
            </a:r>
            <a:endParaRPr lang="id-ID" sz="760"/>
          </a:p>
        </p:txBody>
      </p:sp>
      <p:sp>
        <p:nvSpPr>
          <p:cNvPr id="515" name="K"/>
          <p:cNvSpPr/>
          <p:nvPr/>
        </p:nvSpPr>
        <p:spPr>
          <a:xfrm>
            <a:off x="10470000" y="469186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4ECDC"/>
          </a:solidFill>
          <a:ln>
            <a:noFill/>
          </a:ln>
        </p:spPr>
      </p:sp>
      <p:pic>
        <p:nvPicPr>
          <p:cNvPr id="516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10520000" y="4707430"/>
            <a:ext cx="66164" cy="66164"/>
          </a:xfrm>
          <a:prstGeom prst="rect">
            <a:avLst/>
          </a:prstGeom>
        </p:spPr>
      </p:pic>
      <p:sp>
        <p:nvSpPr>
          <p:cNvPr id="517" name="T"/>
          <p:cNvSpPr txBox="1"/>
          <p:nvPr/>
        </p:nvSpPr>
        <p:spPr>
          <a:xfrm>
            <a:off x="10680000" y="4691862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720"/>
          </a:p>
        </p:txBody>
      </p:sp>
      <p:sp>
        <p:nvSpPr>
          <p:cNvPr id="518" name="T"/>
          <p:cNvSpPr txBox="1"/>
          <p:nvPr/>
        </p:nvSpPr>
        <p:spPr>
          <a:xfrm>
            <a:off x="11201600" y="4691862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19" name="L"/>
          <p:cNvCxnSpPr/>
          <p:nvPr/>
        </p:nvCxnSpPr>
        <p:spPr>
          <a:xfrm>
            <a:off x="8668512" y="480132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20" name="K"/>
          <p:cNvSpPr/>
          <p:nvPr/>
        </p:nvSpPr>
        <p:spPr>
          <a:xfrm>
            <a:off x="8668512" y="4813488"/>
            <a:ext cx="97300" cy="97300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21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8686999" y="4831975"/>
            <a:ext cx="60326" cy="60326"/>
          </a:xfrm>
          <a:prstGeom prst="rect">
            <a:avLst/>
          </a:prstGeom>
        </p:spPr>
      </p:pic>
      <p:sp>
        <p:nvSpPr>
          <p:cNvPr id="522" name="K"/>
          <p:cNvSpPr/>
          <p:nvPr/>
        </p:nvSpPr>
        <p:spPr>
          <a:xfrm>
            <a:off x="8736622" y="479402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23" name="T"/>
          <p:cNvSpPr txBox="1"/>
          <p:nvPr/>
        </p:nvSpPr>
        <p:spPr>
          <a:xfrm>
            <a:off x="8736622" y="479402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24" name="T"/>
          <p:cNvSpPr txBox="1"/>
          <p:nvPr/>
        </p:nvSpPr>
        <p:spPr>
          <a:xfrm>
            <a:off x="8869680" y="477984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3 kab/kota di 2 provinsi</a:t>
            </a:r>
            <a:endParaRPr lang="id-ID" sz="760"/>
          </a:p>
        </p:txBody>
      </p:sp>
      <p:sp>
        <p:nvSpPr>
          <p:cNvPr id="525" name="K"/>
          <p:cNvSpPr/>
          <p:nvPr/>
        </p:nvSpPr>
        <p:spPr>
          <a:xfrm>
            <a:off x="10470000" y="481348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>
            <a:noFill/>
          </a:ln>
        </p:spPr>
      </p:sp>
      <p:pic>
        <p:nvPicPr>
          <p:cNvPr id="526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4829056"/>
            <a:ext cx="66164" cy="66164"/>
          </a:xfrm>
          <a:prstGeom prst="rect">
            <a:avLst/>
          </a:prstGeom>
        </p:spPr>
      </p:pic>
      <p:sp>
        <p:nvSpPr>
          <p:cNvPr id="527" name="T"/>
          <p:cNvSpPr txBox="1"/>
          <p:nvPr/>
        </p:nvSpPr>
        <p:spPr>
          <a:xfrm>
            <a:off x="10680000" y="4813488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1.020</a:t>
            </a:r>
            <a:endParaRPr lang="id-ID" sz="720"/>
          </a:p>
        </p:txBody>
      </p:sp>
      <p:sp>
        <p:nvSpPr>
          <p:cNvPr id="528" name="T"/>
          <p:cNvSpPr txBox="1"/>
          <p:nvPr/>
        </p:nvSpPr>
        <p:spPr>
          <a:xfrm>
            <a:off x="11201600" y="4813488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29" name="L"/>
          <p:cNvCxnSpPr/>
          <p:nvPr/>
        </p:nvCxnSpPr>
        <p:spPr>
          <a:xfrm>
            <a:off x="8668512" y="492295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0" name="K"/>
          <p:cNvSpPr/>
          <p:nvPr/>
        </p:nvSpPr>
        <p:spPr>
          <a:xfrm>
            <a:off x="8668512" y="4935114"/>
            <a:ext cx="97300" cy="97300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31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8686999" y="4953601"/>
            <a:ext cx="60326" cy="60326"/>
          </a:xfrm>
          <a:prstGeom prst="rect">
            <a:avLst/>
          </a:prstGeom>
        </p:spPr>
      </p:pic>
      <p:sp>
        <p:nvSpPr>
          <p:cNvPr id="532" name="T"/>
          <p:cNvSpPr txBox="1"/>
          <p:nvPr/>
        </p:nvSpPr>
        <p:spPr>
          <a:xfrm>
            <a:off x="8869680" y="490146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33" name="K"/>
          <p:cNvSpPr/>
          <p:nvPr/>
        </p:nvSpPr>
        <p:spPr>
          <a:xfrm>
            <a:off x="10470000" y="493511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5E1DD"/>
          </a:solidFill>
          <a:ln>
            <a:noFill/>
          </a:ln>
        </p:spPr>
      </p:sp>
      <p:pic>
        <p:nvPicPr>
          <p:cNvPr id="534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10520000" y="4950682"/>
            <a:ext cx="66164" cy="66164"/>
          </a:xfrm>
          <a:prstGeom prst="rect">
            <a:avLst/>
          </a:prstGeom>
        </p:spPr>
      </p:pic>
      <p:sp>
        <p:nvSpPr>
          <p:cNvPr id="535" name="T"/>
          <p:cNvSpPr txBox="1"/>
          <p:nvPr/>
        </p:nvSpPr>
        <p:spPr>
          <a:xfrm>
            <a:off x="10545775" y="4935114"/>
            <a:ext cx="932688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620"/>
          </a:p>
        </p:txBody>
      </p:sp>
      <p:cxnSp>
        <p:nvCxnSpPr>
          <p:cNvPr id="536" name="L"/>
          <p:cNvCxnSpPr/>
          <p:nvPr/>
        </p:nvCxnSpPr>
        <p:spPr>
          <a:xfrm>
            <a:off x="8668512" y="504457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7" name="K"/>
          <p:cNvSpPr/>
          <p:nvPr/>
        </p:nvSpPr>
        <p:spPr>
          <a:xfrm>
            <a:off x="8668512" y="5056740"/>
            <a:ext cx="97300" cy="97300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38" name="G"/>
          <p:cNvPicPr>
            <a:picLocks noChangeAspect="1"/>
          </p:cNvPicPr>
          <p:nvPr/>
        </p:nvPicPr>
        <p:blipFill>
          <a:blip r:embed="rIdM20"/>
          <a:stretch>
            <a:fillRect/>
          </a:stretch>
        </p:blipFill>
        <p:spPr>
          <a:xfrm>
            <a:off x="8686999" y="5075227"/>
            <a:ext cx="60326" cy="60326"/>
          </a:xfrm>
          <a:prstGeom prst="rect">
            <a:avLst/>
          </a:prstGeom>
        </p:spPr>
      </p:pic>
      <p:sp>
        <p:nvSpPr>
          <p:cNvPr id="539" name="T"/>
          <p:cNvSpPr txBox="1"/>
          <p:nvPr/>
        </p:nvSpPr>
        <p:spPr>
          <a:xfrm>
            <a:off x="8869680" y="502309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40" name="K"/>
          <p:cNvSpPr/>
          <p:nvPr/>
        </p:nvSpPr>
        <p:spPr>
          <a:xfrm>
            <a:off x="10470000" y="505674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E3EAF1"/>
          </a:solidFill>
          <a:ln>
            <a:noFill/>
          </a:ln>
        </p:spPr>
      </p:sp>
      <p:pic>
        <p:nvPicPr>
          <p:cNvPr id="541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072308"/>
            <a:ext cx="66164" cy="66164"/>
          </a:xfrm>
          <a:prstGeom prst="rect">
            <a:avLst/>
          </a:prstGeom>
        </p:spPr>
      </p:pic>
      <p:sp>
        <p:nvSpPr>
          <p:cNvPr id="542" name="T"/>
          <p:cNvSpPr txBox="1"/>
          <p:nvPr/>
        </p:nvSpPr>
        <p:spPr>
          <a:xfrm>
            <a:off x="10680000" y="5056740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17.707</a:t>
            </a:r>
            <a:endParaRPr lang="id-ID" sz="720"/>
          </a:p>
        </p:txBody>
      </p:sp>
      <p:sp>
        <p:nvSpPr>
          <p:cNvPr id="543" name="T"/>
          <p:cNvSpPr txBox="1"/>
          <p:nvPr/>
        </p:nvSpPr>
        <p:spPr>
          <a:xfrm>
            <a:off x="11201600" y="5056740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44" name="L"/>
          <p:cNvCxnSpPr/>
          <p:nvPr/>
        </p:nvCxnSpPr>
        <p:spPr>
          <a:xfrm>
            <a:off x="8668512" y="516620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45" name="K"/>
          <p:cNvSpPr/>
          <p:nvPr/>
        </p:nvSpPr>
        <p:spPr>
          <a:xfrm>
            <a:off x="8668512" y="5178366"/>
            <a:ext cx="97300" cy="973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46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8686999" y="5196853"/>
            <a:ext cx="60326" cy="60326"/>
          </a:xfrm>
          <a:prstGeom prst="rect">
            <a:avLst/>
          </a:prstGeom>
        </p:spPr>
      </p:pic>
      <p:sp>
        <p:nvSpPr>
          <p:cNvPr id="547" name="T"/>
          <p:cNvSpPr txBox="1"/>
          <p:nvPr/>
        </p:nvSpPr>
        <p:spPr>
          <a:xfrm>
            <a:off x="8869680" y="514472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548" name="K"/>
          <p:cNvSpPr/>
          <p:nvPr/>
        </p:nvSpPr>
        <p:spPr>
          <a:xfrm>
            <a:off x="10470000" y="517836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5EEF2"/>
          </a:solidFill>
          <a:ln>
            <a:noFill/>
          </a:ln>
        </p:spPr>
      </p:sp>
      <p:pic>
        <p:nvPicPr>
          <p:cNvPr id="549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193934"/>
            <a:ext cx="66164" cy="66164"/>
          </a:xfrm>
          <a:prstGeom prst="rect">
            <a:avLst/>
          </a:prstGeom>
        </p:spPr>
      </p:pic>
      <p:sp>
        <p:nvSpPr>
          <p:cNvPr id="550" name="T"/>
          <p:cNvSpPr txBox="1"/>
          <p:nvPr/>
        </p:nvSpPr>
        <p:spPr>
          <a:xfrm>
            <a:off x="10680000" y="5178366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35</a:t>
            </a:r>
            <a:endParaRPr lang="id-ID" sz="720"/>
          </a:p>
        </p:txBody>
      </p:sp>
      <p:sp>
        <p:nvSpPr>
          <p:cNvPr id="551" name="T"/>
          <p:cNvSpPr txBox="1"/>
          <p:nvPr/>
        </p:nvSpPr>
        <p:spPr>
          <a:xfrm>
            <a:off x="11201600" y="5178366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sp>
        <p:nvSpPr>
          <p:cNvPr id="552" name="K"/>
          <p:cNvSpPr/>
          <p:nvPr/>
        </p:nvSpPr>
        <p:spPr>
          <a:xfrm>
            <a:off x="548640" y="546811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DF4EC"/>
          </a:solidFill>
          <a:ln>
            <a:noFill/>
          </a:ln>
        </p:spPr>
      </p:sp>
      <p:sp>
        <p:nvSpPr>
          <p:cNvPr id="553" name="T"/>
          <p:cNvSpPr txBox="1"/>
          <p:nvPr/>
        </p:nvSpPr>
        <p:spPr>
          <a:xfrm>
            <a:off x="694944" y="55412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YANG AKAN DILAKUKAN BNPB</a:t>
            </a:r>
            <a:endParaRPr lang="id-ID" sz="750"/>
          </a:p>
        </p:txBody>
      </p:sp>
      <p:sp>
        <p:nvSpPr>
          <p:cNvPr id="554" name="K"/>
          <p:cNvSpPr/>
          <p:nvPr/>
        </p:nvSpPr>
        <p:spPr>
          <a:xfrm>
            <a:off x="694944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55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77240" y="5888736"/>
            <a:ext cx="201168" cy="201168"/>
          </a:xfrm>
          <a:prstGeom prst="rect">
            <a:avLst/>
          </a:prstGeom>
        </p:spPr>
      </p:pic>
      <p:sp>
        <p:nvSpPr>
          <p:cNvPr id="556" name="T"/>
          <p:cNvSpPr txBox="1"/>
          <p:nvPr/>
        </p:nvSpPr>
        <p:spPr>
          <a:xfrm>
            <a:off x="1152144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Pemadaman prioritas</a:t>
            </a:r>
            <a:endParaRPr lang="id-ID" sz="950"/>
          </a:p>
        </p:txBody>
      </p:sp>
      <p:sp>
        <p:nvSpPr>
          <p:cNvPr id="557" name="T"/>
          <p:cNvSpPr txBox="1"/>
          <p:nvPr/>
        </p:nvSpPr>
        <p:spPr>
          <a:xfrm>
            <a:off x="1152144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Kalimantan Timur sisa ±461 ha belum padam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Papua Selatan sisa ±373 ha belum padam</a:t>
            </a:r>
            <a:endParaRPr lang="id-ID" sz="820"/>
          </a:p>
        </p:txBody>
      </p:sp>
      <p:cxnSp>
        <p:nvCxnSpPr>
          <p:cNvPr id="558" name="L"/>
          <p:cNvCxnSpPr/>
          <p:nvPr/>
        </p:nvCxnSpPr>
        <p:spPr>
          <a:xfrm>
            <a:off x="4222394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59" name="K"/>
          <p:cNvSpPr/>
          <p:nvPr/>
        </p:nvSpPr>
        <p:spPr>
          <a:xfrm>
            <a:off x="4295546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0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4377842" y="5888736"/>
            <a:ext cx="201168" cy="201168"/>
          </a:xfrm>
          <a:prstGeom prst="rect">
            <a:avLst/>
          </a:prstGeom>
        </p:spPr>
      </p:pic>
      <p:sp>
        <p:nvSpPr>
          <p:cNvPr id="561" name="T"/>
          <p:cNvSpPr txBox="1"/>
          <p:nvPr/>
        </p:nvSpPr>
        <p:spPr>
          <a:xfrm>
            <a:off x="4752746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Keselamatan warga</a:t>
            </a:r>
            <a:endParaRPr lang="id-ID" sz="950"/>
          </a:p>
        </p:txBody>
      </p:sp>
      <p:sp>
        <p:nvSpPr>
          <p:cNvPr id="562" name="T"/>
          <p:cNvSpPr txBox="1"/>
          <p:nvPr/>
        </p:nvSpPr>
        <p:spPr>
          <a:xfrm>
            <a:off x="4752746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Masker dan layanan ISPA: Pekanbaru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PM2.5 tingkat Berbahaya (BMKG)</a:t>
            </a:r>
            <a:endParaRPr lang="id-ID" sz="820"/>
          </a:p>
        </p:txBody>
      </p:sp>
      <p:cxnSp>
        <p:nvCxnSpPr>
          <p:cNvPr id="563" name="L"/>
          <p:cNvCxnSpPr/>
          <p:nvPr/>
        </p:nvCxnSpPr>
        <p:spPr>
          <a:xfrm>
            <a:off x="7822996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4" name="K"/>
          <p:cNvSpPr/>
          <p:nvPr/>
        </p:nvSpPr>
        <p:spPr>
          <a:xfrm>
            <a:off x="7896148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7978444" y="5888736"/>
            <a:ext cx="201168" cy="201168"/>
          </a:xfrm>
          <a:prstGeom prst="rect">
            <a:avLst/>
          </a:prstGeom>
        </p:spPr>
      </p:pic>
      <p:sp>
        <p:nvSpPr>
          <p:cNvPr id="566" name="T"/>
          <p:cNvSpPr txBox="1"/>
          <p:nvPr/>
        </p:nvSpPr>
        <p:spPr>
          <a:xfrm>
            <a:off x="8353348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Air bersih</a:t>
            </a:r>
            <a:endParaRPr lang="id-ID" sz="950"/>
          </a:p>
        </p:txBody>
      </p:sp>
      <p:sp>
        <p:nvSpPr>
          <p:cNvPr id="567" name="T"/>
          <p:cNvSpPr txBox="1"/>
          <p:nvPr/>
        </p:nvSpPr>
        <p:spPr>
          <a:xfrm>
            <a:off x="8353348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Air bersih untuk ±24.400 KK di 7 kab/kota, 4 provinsi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Tersalur 407.700 liter, 52 tangki</a:t>
            </a:r>
            <a:endParaRPr lang="id-ID" sz="8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850" dirty="0"/>
          </a:p>
        </p:txBody>
      </p:sp>
      <p:sp>
        <p:nvSpPr>
          <p:cNvPr id="790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Rincian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menonjol: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 di 4 provinsi, dan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200"/>
          </a:p>
        </p:txBody>
      </p:sp>
      <p:sp>
        <p:nvSpPr>
          <p:cNvPr id="301" name="K"/>
          <p:cNvSpPr/>
          <p:nvPr/>
        </p:nvSpPr>
        <p:spPr>
          <a:xfrm>
            <a:off x="548640" y="1325880"/>
            <a:ext cx="672084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02" name="K"/>
          <p:cNvSpPr/>
          <p:nvPr/>
        </p:nvSpPr>
        <p:spPr>
          <a:xfrm>
            <a:off x="548640" y="1325880"/>
            <a:ext cx="6720840" cy="457200"/>
          </a:xfrm>
          <a:prstGeom prst="roundRect">
            <a:avLst>
              <a:gd name="adj" fmla="val 16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303" name="K"/>
          <p:cNvSpPr/>
          <p:nvPr/>
        </p:nvSpPr>
        <p:spPr>
          <a:xfrm>
            <a:off x="548640" y="1600200"/>
            <a:ext cx="6720840" cy="182880"/>
          </a:xfrm>
          <a:prstGeom prst="rect">
            <a:avLst/>
          </a:prstGeom>
          <a:solidFill>
            <a:srgbClr val="FBE7D6"/>
          </a:solidFill>
          <a:ln>
            <a:noFill/>
          </a:ln>
        </p:spPr>
      </p:sp>
      <p:sp>
        <p:nvSpPr>
          <p:cNvPr id="304" name="K"/>
          <p:cNvSpPr/>
          <p:nvPr/>
        </p:nvSpPr>
        <p:spPr>
          <a:xfrm>
            <a:off x="676656" y="1408176"/>
            <a:ext cx="292608" cy="2926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05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306" name="T"/>
          <p:cNvSpPr txBox="1"/>
          <p:nvPr/>
        </p:nvSpPr>
        <p:spPr>
          <a:xfrm>
            <a:off x="1051560" y="1325880"/>
            <a:ext cx="56208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1100"/>
          </a:p>
        </p:txBody>
      </p:sp>
      <p:sp>
        <p:nvSpPr>
          <p:cNvPr id="307" name="T"/>
          <p:cNvSpPr txBox="1"/>
          <p:nvPr/>
        </p:nvSpPr>
        <p:spPr>
          <a:xfrm>
            <a:off x="6629400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800"/>
          </a:p>
        </p:txBody>
      </p:sp>
      <p:sp>
        <p:nvSpPr>
          <p:cNvPr id="308" name="T"/>
          <p:cNvSpPr txBox="1"/>
          <p:nvPr/>
        </p:nvSpPr>
        <p:spPr>
          <a:xfrm>
            <a:off x="676656" y="185623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50"/>
          </a:p>
        </p:txBody>
      </p:sp>
      <p:sp>
        <p:nvSpPr>
          <p:cNvPr id="309" name="T"/>
          <p:cNvSpPr txBox="1"/>
          <p:nvPr/>
        </p:nvSpPr>
        <p:spPr>
          <a:xfrm>
            <a:off x="3291840" y="185623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TERBAKAR 1 JAN–27 OKT</a:t>
            </a:r>
            <a:endParaRPr lang="id-ID" sz="650"/>
          </a:p>
        </p:txBody>
      </p:sp>
      <p:sp>
        <p:nvSpPr>
          <p:cNvPr id="310" name="T"/>
          <p:cNvSpPr txBox="1"/>
          <p:nvPr/>
        </p:nvSpPr>
        <p:spPr>
          <a:xfrm>
            <a:off x="4617720" y="1856232"/>
            <a:ext cx="2523744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FIRESPOT DAN SISA 27 OKT</a:t>
            </a:r>
            <a:endParaRPr lang="id-ID" sz="650"/>
          </a:p>
        </p:txBody>
      </p:sp>
      <p:cxnSp>
        <p:nvCxnSpPr>
          <p:cNvPr id="311" name="L"/>
          <p:cNvCxnSpPr/>
          <p:nvPr/>
        </p:nvCxnSpPr>
        <p:spPr>
          <a:xfrm>
            <a:off x="676656" y="2039112"/>
            <a:ext cx="6464808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2" name="K"/>
          <p:cNvSpPr/>
          <p:nvPr/>
        </p:nvSpPr>
        <p:spPr>
          <a:xfrm>
            <a:off x="676656" y="211743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13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149856"/>
            <a:ext cx="115271" cy="115271"/>
          </a:xfrm>
          <a:prstGeom prst="rect">
            <a:avLst/>
          </a:prstGeom>
        </p:spPr>
      </p:pic>
      <p:sp>
        <p:nvSpPr>
          <p:cNvPr id="314" name="T"/>
          <p:cNvSpPr txBox="1"/>
          <p:nvPr/>
        </p:nvSpPr>
        <p:spPr>
          <a:xfrm>
            <a:off x="990000" y="205740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919"/>
          </a:p>
        </p:txBody>
      </p:sp>
      <p:sp>
        <p:nvSpPr>
          <p:cNvPr id="315" name="T"/>
          <p:cNvSpPr txBox="1"/>
          <p:nvPr/>
        </p:nvSpPr>
        <p:spPr>
          <a:xfrm>
            <a:off x="3291840" y="205740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125.188</a:t>
            </a:r>
            <a:endParaRPr lang="id-ID" sz="900"/>
          </a:p>
        </p:txBody>
      </p:sp>
      <p:sp>
        <p:nvSpPr>
          <p:cNvPr id="316" name="T"/>
          <p:cNvSpPr txBox="1"/>
          <p:nvPr/>
        </p:nvSpPr>
        <p:spPr>
          <a:xfrm>
            <a:off x="4138840" y="205740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17" name="K"/>
          <p:cNvSpPr/>
          <p:nvPr/>
        </p:nvSpPr>
        <p:spPr>
          <a:xfrm>
            <a:off x="4739006" y="210843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18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146075"/>
            <a:ext cx="122835" cy="122835"/>
          </a:xfrm>
          <a:prstGeom prst="rect">
            <a:avLst/>
          </a:prstGeom>
        </p:spPr>
      </p:pic>
      <p:sp>
        <p:nvSpPr>
          <p:cNvPr id="319" name="T"/>
          <p:cNvSpPr txBox="1"/>
          <p:nvPr/>
        </p:nvSpPr>
        <p:spPr>
          <a:xfrm>
            <a:off x="4995894" y="210843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433</a:t>
            </a:r>
            <a:endParaRPr lang="id-ID" sz="759"/>
          </a:p>
        </p:txBody>
      </p:sp>
      <p:sp>
        <p:nvSpPr>
          <p:cNvPr id="320" name="T"/>
          <p:cNvSpPr txBox="1"/>
          <p:nvPr/>
        </p:nvSpPr>
        <p:spPr>
          <a:xfrm>
            <a:off x="5378664" y="210843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21" name="K"/>
          <p:cNvSpPr/>
          <p:nvPr/>
        </p:nvSpPr>
        <p:spPr>
          <a:xfrm>
            <a:off x="5964742" y="210843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22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146075"/>
            <a:ext cx="122835" cy="122835"/>
          </a:xfrm>
          <a:prstGeom prst="rect">
            <a:avLst/>
          </a:prstGeom>
        </p:spPr>
      </p:pic>
      <p:sp>
        <p:nvSpPr>
          <p:cNvPr id="323" name="T"/>
          <p:cNvSpPr txBox="1"/>
          <p:nvPr/>
        </p:nvSpPr>
        <p:spPr>
          <a:xfrm>
            <a:off x="6211630" y="210843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24" name="T"/>
          <p:cNvSpPr txBox="1"/>
          <p:nvPr/>
        </p:nvSpPr>
        <p:spPr>
          <a:xfrm>
            <a:off x="6481630" y="210843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59"/>
          </a:p>
        </p:txBody>
      </p:sp>
      <p:sp>
        <p:nvSpPr>
          <p:cNvPr id="325" name="T"/>
          <p:cNvSpPr txBox="1"/>
          <p:nvPr/>
        </p:nvSpPr>
        <p:spPr>
          <a:xfrm>
            <a:off x="6924400" y="210843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26" name="L"/>
          <p:cNvCxnSpPr/>
          <p:nvPr/>
        </p:nvCxnSpPr>
        <p:spPr>
          <a:xfrm>
            <a:off x="676656" y="235758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27" name="K"/>
          <p:cNvSpPr/>
          <p:nvPr/>
        </p:nvSpPr>
        <p:spPr>
          <a:xfrm>
            <a:off x="676656" y="241762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2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450041"/>
            <a:ext cx="115271" cy="115271"/>
          </a:xfrm>
          <a:prstGeom prst="rect">
            <a:avLst/>
          </a:prstGeom>
        </p:spPr>
      </p:pic>
      <p:sp>
        <p:nvSpPr>
          <p:cNvPr id="329" name="T"/>
          <p:cNvSpPr txBox="1"/>
          <p:nvPr/>
        </p:nvSpPr>
        <p:spPr>
          <a:xfrm>
            <a:off x="990000" y="235758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919"/>
          </a:p>
        </p:txBody>
      </p:sp>
      <p:sp>
        <p:nvSpPr>
          <p:cNvPr id="330" name="T"/>
          <p:cNvSpPr txBox="1"/>
          <p:nvPr/>
        </p:nvSpPr>
        <p:spPr>
          <a:xfrm>
            <a:off x="3291840" y="235758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291.200</a:t>
            </a:r>
            <a:endParaRPr lang="id-ID" sz="900"/>
          </a:p>
        </p:txBody>
      </p:sp>
      <p:sp>
        <p:nvSpPr>
          <p:cNvPr id="331" name="T"/>
          <p:cNvSpPr txBox="1"/>
          <p:nvPr/>
        </p:nvSpPr>
        <p:spPr>
          <a:xfrm>
            <a:off x="4138840" y="235758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32" name="K"/>
          <p:cNvSpPr/>
          <p:nvPr/>
        </p:nvSpPr>
        <p:spPr>
          <a:xfrm>
            <a:off x="4739006" y="240861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33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446260"/>
            <a:ext cx="122835" cy="122835"/>
          </a:xfrm>
          <a:prstGeom prst="rect">
            <a:avLst/>
          </a:prstGeom>
        </p:spPr>
      </p:pic>
      <p:sp>
        <p:nvSpPr>
          <p:cNvPr id="334" name="T"/>
          <p:cNvSpPr txBox="1"/>
          <p:nvPr/>
        </p:nvSpPr>
        <p:spPr>
          <a:xfrm>
            <a:off x="4995894" y="240861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292</a:t>
            </a:r>
            <a:endParaRPr lang="id-ID" sz="759"/>
          </a:p>
        </p:txBody>
      </p:sp>
      <p:sp>
        <p:nvSpPr>
          <p:cNvPr id="335" name="T"/>
          <p:cNvSpPr txBox="1"/>
          <p:nvPr/>
        </p:nvSpPr>
        <p:spPr>
          <a:xfrm>
            <a:off x="5378664" y="240861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36" name="K"/>
          <p:cNvSpPr/>
          <p:nvPr/>
        </p:nvSpPr>
        <p:spPr>
          <a:xfrm>
            <a:off x="5964742" y="240861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3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446260"/>
            <a:ext cx="122835" cy="122835"/>
          </a:xfrm>
          <a:prstGeom prst="rect">
            <a:avLst/>
          </a:prstGeom>
        </p:spPr>
      </p:pic>
      <p:sp>
        <p:nvSpPr>
          <p:cNvPr id="338" name="T"/>
          <p:cNvSpPr txBox="1"/>
          <p:nvPr/>
        </p:nvSpPr>
        <p:spPr>
          <a:xfrm>
            <a:off x="6211630" y="240861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39" name="T"/>
          <p:cNvSpPr txBox="1"/>
          <p:nvPr/>
        </p:nvSpPr>
        <p:spPr>
          <a:xfrm>
            <a:off x="6481630" y="240861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59"/>
          </a:p>
        </p:txBody>
      </p:sp>
      <p:sp>
        <p:nvSpPr>
          <p:cNvPr id="340" name="T"/>
          <p:cNvSpPr txBox="1"/>
          <p:nvPr/>
        </p:nvSpPr>
        <p:spPr>
          <a:xfrm>
            <a:off x="6924400" y="240861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sp>
        <p:nvSpPr>
          <p:cNvPr id="341" name="K"/>
          <p:cNvSpPr/>
          <p:nvPr/>
        </p:nvSpPr>
        <p:spPr>
          <a:xfrm>
            <a:off x="676656" y="2675781"/>
            <a:ext cx="6464808" cy="264162"/>
          </a:xfrm>
          <a:prstGeom prst="rect">
            <a:avLst/>
          </a:prstGeom>
          <a:solidFill>
            <a:srgbClr val="F7F8FA"/>
          </a:solidFill>
          <a:ln>
            <a:noFill/>
          </a:ln>
        </p:spPr>
      </p:sp>
      <p:sp>
        <p:nvSpPr>
          <p:cNvPr id="342" name="T"/>
          <p:cNvSpPr txBox="1"/>
          <p:nvPr/>
        </p:nvSpPr>
        <p:spPr>
          <a:xfrm>
            <a:off x="749808" y="2657770"/>
            <a:ext cx="1645920" cy="30018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919"/>
          </a:p>
        </p:txBody>
      </p:sp>
      <p:sp>
        <p:nvSpPr>
          <p:cNvPr id="343" name="K"/>
          <p:cNvSpPr/>
          <p:nvPr/>
        </p:nvSpPr>
        <p:spPr>
          <a:xfrm>
            <a:off x="2315728" y="2714805"/>
            <a:ext cx="638251" cy="18611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44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380867" y="2752028"/>
            <a:ext cx="111668" cy="111668"/>
          </a:xfrm>
          <a:prstGeom prst="rect">
            <a:avLst/>
          </a:prstGeom>
        </p:spPr>
      </p:pic>
      <p:sp>
        <p:nvSpPr>
          <p:cNvPr id="345" name="T"/>
          <p:cNvSpPr txBox="1"/>
          <p:nvPr/>
        </p:nvSpPr>
        <p:spPr>
          <a:xfrm>
            <a:off x="2464619" y="2714805"/>
            <a:ext cx="489359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 kejadian</a:t>
            </a:r>
            <a:endParaRPr lang="id-ID" sz="683"/>
          </a:p>
        </p:txBody>
      </p:sp>
      <p:sp>
        <p:nvSpPr>
          <p:cNvPr id="346" name="K"/>
          <p:cNvSpPr/>
          <p:nvPr/>
        </p:nvSpPr>
        <p:spPr>
          <a:xfrm>
            <a:off x="3291840" y="2714805"/>
            <a:ext cx="1005840" cy="1861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C9A8"/>
            </a:solidFill>
          </a:ln>
        </p:spPr>
      </p:sp>
      <p:pic>
        <p:nvPicPr>
          <p:cNvPr id="34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3366285" y="2752028"/>
            <a:ext cx="111668" cy="111668"/>
          </a:xfrm>
          <a:prstGeom prst="rect">
            <a:avLst/>
          </a:prstGeom>
        </p:spPr>
      </p:pic>
      <p:sp>
        <p:nvSpPr>
          <p:cNvPr id="348" name="T"/>
          <p:cNvSpPr txBox="1"/>
          <p:nvPr/>
        </p:nvSpPr>
        <p:spPr>
          <a:xfrm>
            <a:off x="3440731" y="2714805"/>
            <a:ext cx="856948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21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total ± 33.140 ha</a:t>
            </a:r>
            <a:endParaRPr lang="id-ID" sz="721"/>
          </a:p>
        </p:txBody>
      </p:sp>
      <p:cxnSp>
        <p:nvCxnSpPr>
          <p:cNvPr id="349" name="L"/>
          <p:cNvCxnSpPr/>
          <p:nvPr/>
        </p:nvCxnSpPr>
        <p:spPr>
          <a:xfrm>
            <a:off x="676656" y="295795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50" name="K"/>
          <p:cNvSpPr/>
          <p:nvPr/>
        </p:nvSpPr>
        <p:spPr>
          <a:xfrm>
            <a:off x="841248" y="301799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51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873667" y="3050411"/>
            <a:ext cx="115271" cy="115271"/>
          </a:xfrm>
          <a:prstGeom prst="rect">
            <a:avLst/>
          </a:prstGeom>
        </p:spPr>
      </p:pic>
      <p:sp>
        <p:nvSpPr>
          <p:cNvPr id="352" name="T"/>
          <p:cNvSpPr txBox="1"/>
          <p:nvPr/>
        </p:nvSpPr>
        <p:spPr>
          <a:xfrm>
            <a:off x="1154592" y="2957955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Tingkat provinsi</a:t>
            </a:r>
            <a:endParaRPr lang="id-ID" sz="919"/>
          </a:p>
        </p:txBody>
      </p:sp>
      <p:sp>
        <p:nvSpPr>
          <p:cNvPr id="353" name="T"/>
          <p:cNvSpPr txBox="1"/>
          <p:nvPr/>
        </p:nvSpPr>
        <p:spPr>
          <a:xfrm>
            <a:off x="3291840" y="295795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33.140</a:t>
            </a:r>
            <a:endParaRPr lang="id-ID" sz="900"/>
          </a:p>
        </p:txBody>
      </p:sp>
      <p:sp>
        <p:nvSpPr>
          <p:cNvPr id="354" name="T"/>
          <p:cNvSpPr txBox="1"/>
          <p:nvPr/>
        </p:nvSpPr>
        <p:spPr>
          <a:xfrm>
            <a:off x="4138840" y="295795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55" name="K"/>
          <p:cNvSpPr/>
          <p:nvPr/>
        </p:nvSpPr>
        <p:spPr>
          <a:xfrm>
            <a:off x="4739006" y="300898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56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046630"/>
            <a:ext cx="122835" cy="122835"/>
          </a:xfrm>
          <a:prstGeom prst="rect">
            <a:avLst/>
          </a:prstGeom>
        </p:spPr>
      </p:pic>
      <p:sp>
        <p:nvSpPr>
          <p:cNvPr id="357" name="T"/>
          <p:cNvSpPr txBox="1"/>
          <p:nvPr/>
        </p:nvSpPr>
        <p:spPr>
          <a:xfrm>
            <a:off x="4995894" y="300898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47</a:t>
            </a:r>
            <a:endParaRPr lang="id-ID" sz="759"/>
          </a:p>
        </p:txBody>
      </p:sp>
      <p:sp>
        <p:nvSpPr>
          <p:cNvPr id="358" name="T"/>
          <p:cNvSpPr txBox="1"/>
          <p:nvPr/>
        </p:nvSpPr>
        <p:spPr>
          <a:xfrm>
            <a:off x="5378664" y="300898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59" name="K"/>
          <p:cNvSpPr/>
          <p:nvPr/>
        </p:nvSpPr>
        <p:spPr>
          <a:xfrm>
            <a:off x="5964742" y="300898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60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046630"/>
            <a:ext cx="122835" cy="122835"/>
          </a:xfrm>
          <a:prstGeom prst="rect">
            <a:avLst/>
          </a:prstGeom>
        </p:spPr>
      </p:pic>
      <p:sp>
        <p:nvSpPr>
          <p:cNvPr id="361" name="T"/>
          <p:cNvSpPr txBox="1"/>
          <p:nvPr/>
        </p:nvSpPr>
        <p:spPr>
          <a:xfrm>
            <a:off x="6211630" y="300898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62" name="T"/>
          <p:cNvSpPr txBox="1"/>
          <p:nvPr/>
        </p:nvSpPr>
        <p:spPr>
          <a:xfrm>
            <a:off x="6481630" y="300898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59"/>
          </a:p>
        </p:txBody>
      </p:sp>
      <p:sp>
        <p:nvSpPr>
          <p:cNvPr id="363" name="T"/>
          <p:cNvSpPr txBox="1"/>
          <p:nvPr/>
        </p:nvSpPr>
        <p:spPr>
          <a:xfrm>
            <a:off x="6924400" y="300898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64" name="L"/>
          <p:cNvCxnSpPr/>
          <p:nvPr/>
        </p:nvCxnSpPr>
        <p:spPr>
          <a:xfrm>
            <a:off x="676656" y="325814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65" name="K"/>
          <p:cNvSpPr/>
          <p:nvPr/>
        </p:nvSpPr>
        <p:spPr>
          <a:xfrm>
            <a:off x="841248" y="331817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36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873667" y="3350596"/>
            <a:ext cx="115271" cy="115271"/>
          </a:xfrm>
          <a:prstGeom prst="rect">
            <a:avLst/>
          </a:prstGeom>
        </p:spPr>
      </p:pic>
      <p:sp>
        <p:nvSpPr>
          <p:cNvPr id="367" name="T"/>
          <p:cNvSpPr txBox="1"/>
          <p:nvPr/>
        </p:nvSpPr>
        <p:spPr>
          <a:xfrm>
            <a:off x="1154592" y="3258140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Toraja Utara</a:t>
            </a:r>
            <a:endParaRPr lang="id-ID" sz="919"/>
          </a:p>
        </p:txBody>
      </p:sp>
      <p:sp>
        <p:nvSpPr>
          <p:cNvPr id="368" name="T"/>
          <p:cNvSpPr txBox="1"/>
          <p:nvPr/>
        </p:nvSpPr>
        <p:spPr>
          <a:xfrm>
            <a:off x="3291840" y="325814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644</a:t>
            </a:r>
            <a:endParaRPr lang="id-ID" sz="900"/>
          </a:p>
        </p:txBody>
      </p:sp>
      <p:sp>
        <p:nvSpPr>
          <p:cNvPr id="369" name="T"/>
          <p:cNvSpPr txBox="1"/>
          <p:nvPr/>
        </p:nvSpPr>
        <p:spPr>
          <a:xfrm>
            <a:off x="4138840" y="325814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370" name="L"/>
          <p:cNvCxnSpPr/>
          <p:nvPr/>
        </p:nvCxnSpPr>
        <p:spPr>
          <a:xfrm>
            <a:off x="676656" y="355832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71" name="K"/>
          <p:cNvSpPr/>
          <p:nvPr/>
        </p:nvSpPr>
        <p:spPr>
          <a:xfrm>
            <a:off x="676656" y="361836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7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650781"/>
            <a:ext cx="115271" cy="115271"/>
          </a:xfrm>
          <a:prstGeom prst="rect">
            <a:avLst/>
          </a:prstGeom>
        </p:spPr>
      </p:pic>
      <p:sp>
        <p:nvSpPr>
          <p:cNvPr id="373" name="T"/>
          <p:cNvSpPr txBox="1"/>
          <p:nvPr/>
        </p:nvSpPr>
        <p:spPr>
          <a:xfrm>
            <a:off x="990000" y="355832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919"/>
          </a:p>
        </p:txBody>
      </p:sp>
      <p:sp>
        <p:nvSpPr>
          <p:cNvPr id="374" name="T"/>
          <p:cNvSpPr txBox="1"/>
          <p:nvPr/>
        </p:nvSpPr>
        <p:spPr>
          <a:xfrm>
            <a:off x="3291840" y="355832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27.667</a:t>
            </a:r>
            <a:endParaRPr lang="id-ID" sz="900"/>
          </a:p>
        </p:txBody>
      </p:sp>
      <p:sp>
        <p:nvSpPr>
          <p:cNvPr id="375" name="T"/>
          <p:cNvSpPr txBox="1"/>
          <p:nvPr/>
        </p:nvSpPr>
        <p:spPr>
          <a:xfrm>
            <a:off x="4138840" y="355832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76" name="K"/>
          <p:cNvSpPr/>
          <p:nvPr/>
        </p:nvSpPr>
        <p:spPr>
          <a:xfrm>
            <a:off x="4739006" y="360935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7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647000"/>
            <a:ext cx="122835" cy="122835"/>
          </a:xfrm>
          <a:prstGeom prst="rect">
            <a:avLst/>
          </a:prstGeom>
        </p:spPr>
      </p:pic>
      <p:sp>
        <p:nvSpPr>
          <p:cNvPr id="378" name="T"/>
          <p:cNvSpPr txBox="1"/>
          <p:nvPr/>
        </p:nvSpPr>
        <p:spPr>
          <a:xfrm>
            <a:off x="4995894" y="360935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93</a:t>
            </a:r>
            <a:endParaRPr lang="id-ID" sz="759"/>
          </a:p>
        </p:txBody>
      </p:sp>
      <p:sp>
        <p:nvSpPr>
          <p:cNvPr id="379" name="T"/>
          <p:cNvSpPr txBox="1"/>
          <p:nvPr/>
        </p:nvSpPr>
        <p:spPr>
          <a:xfrm>
            <a:off x="5378664" y="360935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80" name="K"/>
          <p:cNvSpPr/>
          <p:nvPr/>
        </p:nvSpPr>
        <p:spPr>
          <a:xfrm>
            <a:off x="5964742" y="360935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8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647000"/>
            <a:ext cx="122835" cy="122835"/>
          </a:xfrm>
          <a:prstGeom prst="rect">
            <a:avLst/>
          </a:prstGeom>
        </p:spPr>
      </p:pic>
      <p:sp>
        <p:nvSpPr>
          <p:cNvPr id="382" name="T"/>
          <p:cNvSpPr txBox="1"/>
          <p:nvPr/>
        </p:nvSpPr>
        <p:spPr>
          <a:xfrm>
            <a:off x="6211630" y="360935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83" name="T"/>
          <p:cNvSpPr txBox="1"/>
          <p:nvPr/>
        </p:nvSpPr>
        <p:spPr>
          <a:xfrm>
            <a:off x="6481630" y="360935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59"/>
          </a:p>
        </p:txBody>
      </p:sp>
      <p:sp>
        <p:nvSpPr>
          <p:cNvPr id="384" name="T"/>
          <p:cNvSpPr txBox="1"/>
          <p:nvPr/>
        </p:nvSpPr>
        <p:spPr>
          <a:xfrm>
            <a:off x="6924400" y="360935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85" name="L"/>
          <p:cNvCxnSpPr/>
          <p:nvPr/>
        </p:nvCxnSpPr>
        <p:spPr>
          <a:xfrm>
            <a:off x="676656" y="385851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86" name="K"/>
          <p:cNvSpPr/>
          <p:nvPr/>
        </p:nvSpPr>
        <p:spPr>
          <a:xfrm>
            <a:off x="676656" y="391854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8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950966"/>
            <a:ext cx="115271" cy="115271"/>
          </a:xfrm>
          <a:prstGeom prst="rect">
            <a:avLst/>
          </a:prstGeom>
        </p:spPr>
      </p:pic>
      <p:sp>
        <p:nvSpPr>
          <p:cNvPr id="388" name="T"/>
          <p:cNvSpPr txBox="1"/>
          <p:nvPr/>
        </p:nvSpPr>
        <p:spPr>
          <a:xfrm>
            <a:off x="990000" y="385851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919"/>
          </a:p>
        </p:txBody>
      </p:sp>
      <p:sp>
        <p:nvSpPr>
          <p:cNvPr id="389" name="T"/>
          <p:cNvSpPr txBox="1"/>
          <p:nvPr/>
        </p:nvSpPr>
        <p:spPr>
          <a:xfrm>
            <a:off x="3291840" y="385851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43.686</a:t>
            </a:r>
            <a:endParaRPr lang="id-ID" sz="900"/>
          </a:p>
        </p:txBody>
      </p:sp>
      <p:sp>
        <p:nvSpPr>
          <p:cNvPr id="390" name="T"/>
          <p:cNvSpPr txBox="1"/>
          <p:nvPr/>
        </p:nvSpPr>
        <p:spPr>
          <a:xfrm>
            <a:off x="4138840" y="385851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91" name="K"/>
          <p:cNvSpPr/>
          <p:nvPr/>
        </p:nvSpPr>
        <p:spPr>
          <a:xfrm>
            <a:off x="4739006" y="390954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9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947185"/>
            <a:ext cx="122835" cy="122835"/>
          </a:xfrm>
          <a:prstGeom prst="rect">
            <a:avLst/>
          </a:prstGeom>
        </p:spPr>
      </p:pic>
      <p:sp>
        <p:nvSpPr>
          <p:cNvPr id="393" name="T"/>
          <p:cNvSpPr txBox="1"/>
          <p:nvPr/>
        </p:nvSpPr>
        <p:spPr>
          <a:xfrm>
            <a:off x="4995894" y="390954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91</a:t>
            </a:r>
            <a:endParaRPr lang="id-ID" sz="759"/>
          </a:p>
        </p:txBody>
      </p:sp>
      <p:sp>
        <p:nvSpPr>
          <p:cNvPr id="394" name="T"/>
          <p:cNvSpPr txBox="1"/>
          <p:nvPr/>
        </p:nvSpPr>
        <p:spPr>
          <a:xfrm>
            <a:off x="5378664" y="390954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95" name="K"/>
          <p:cNvSpPr/>
          <p:nvPr/>
        </p:nvSpPr>
        <p:spPr>
          <a:xfrm>
            <a:off x="5964742" y="390954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9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947185"/>
            <a:ext cx="122835" cy="122835"/>
          </a:xfrm>
          <a:prstGeom prst="rect">
            <a:avLst/>
          </a:prstGeom>
        </p:spPr>
      </p:pic>
      <p:sp>
        <p:nvSpPr>
          <p:cNvPr id="397" name="T"/>
          <p:cNvSpPr txBox="1"/>
          <p:nvPr/>
        </p:nvSpPr>
        <p:spPr>
          <a:xfrm>
            <a:off x="6211630" y="390954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98" name="T"/>
          <p:cNvSpPr txBox="1"/>
          <p:nvPr/>
        </p:nvSpPr>
        <p:spPr>
          <a:xfrm>
            <a:off x="6481630" y="390954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59"/>
          </a:p>
        </p:txBody>
      </p:sp>
      <p:sp>
        <p:nvSpPr>
          <p:cNvPr id="399" name="T"/>
          <p:cNvSpPr txBox="1"/>
          <p:nvPr/>
        </p:nvSpPr>
        <p:spPr>
          <a:xfrm>
            <a:off x="6924400" y="390954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00" name="L"/>
          <p:cNvCxnSpPr/>
          <p:nvPr/>
        </p:nvCxnSpPr>
        <p:spPr>
          <a:xfrm>
            <a:off x="676656" y="415869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01" name="K"/>
          <p:cNvSpPr/>
          <p:nvPr/>
        </p:nvSpPr>
        <p:spPr>
          <a:xfrm>
            <a:off x="676656" y="421873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0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251151"/>
            <a:ext cx="115271" cy="115271"/>
          </a:xfrm>
          <a:prstGeom prst="rect">
            <a:avLst/>
          </a:prstGeom>
        </p:spPr>
      </p:pic>
      <p:sp>
        <p:nvSpPr>
          <p:cNvPr id="403" name="T"/>
          <p:cNvSpPr txBox="1"/>
          <p:nvPr/>
        </p:nvSpPr>
        <p:spPr>
          <a:xfrm>
            <a:off x="990000" y="415869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919"/>
          </a:p>
        </p:txBody>
      </p:sp>
      <p:sp>
        <p:nvSpPr>
          <p:cNvPr id="404" name="T"/>
          <p:cNvSpPr txBox="1"/>
          <p:nvPr/>
        </p:nvSpPr>
        <p:spPr>
          <a:xfrm>
            <a:off x="3291840" y="415869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105.022</a:t>
            </a:r>
            <a:endParaRPr lang="id-ID" sz="900"/>
          </a:p>
        </p:txBody>
      </p:sp>
      <p:sp>
        <p:nvSpPr>
          <p:cNvPr id="405" name="T"/>
          <p:cNvSpPr txBox="1"/>
          <p:nvPr/>
        </p:nvSpPr>
        <p:spPr>
          <a:xfrm>
            <a:off x="4138840" y="415869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06" name="K"/>
          <p:cNvSpPr/>
          <p:nvPr/>
        </p:nvSpPr>
        <p:spPr>
          <a:xfrm>
            <a:off x="4739006" y="420972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0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247370"/>
            <a:ext cx="122835" cy="122835"/>
          </a:xfrm>
          <a:prstGeom prst="rect">
            <a:avLst/>
          </a:prstGeom>
        </p:spPr>
      </p:pic>
      <p:sp>
        <p:nvSpPr>
          <p:cNvPr id="408" name="T"/>
          <p:cNvSpPr txBox="1"/>
          <p:nvPr/>
        </p:nvSpPr>
        <p:spPr>
          <a:xfrm>
            <a:off x="4995894" y="420972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28</a:t>
            </a:r>
            <a:endParaRPr lang="id-ID" sz="759"/>
          </a:p>
        </p:txBody>
      </p:sp>
      <p:sp>
        <p:nvSpPr>
          <p:cNvPr id="409" name="T"/>
          <p:cNvSpPr txBox="1"/>
          <p:nvPr/>
        </p:nvSpPr>
        <p:spPr>
          <a:xfrm>
            <a:off x="5378664" y="420972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10" name="K"/>
          <p:cNvSpPr/>
          <p:nvPr/>
        </p:nvSpPr>
        <p:spPr>
          <a:xfrm>
            <a:off x="5964742" y="420972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1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247370"/>
            <a:ext cx="122835" cy="122835"/>
          </a:xfrm>
          <a:prstGeom prst="rect">
            <a:avLst/>
          </a:prstGeom>
        </p:spPr>
      </p:pic>
      <p:sp>
        <p:nvSpPr>
          <p:cNvPr id="412" name="T"/>
          <p:cNvSpPr txBox="1"/>
          <p:nvPr/>
        </p:nvSpPr>
        <p:spPr>
          <a:xfrm>
            <a:off x="6211630" y="420972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13" name="T"/>
          <p:cNvSpPr txBox="1"/>
          <p:nvPr/>
        </p:nvSpPr>
        <p:spPr>
          <a:xfrm>
            <a:off x="6481630" y="420972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59"/>
          </a:p>
        </p:txBody>
      </p:sp>
      <p:sp>
        <p:nvSpPr>
          <p:cNvPr id="414" name="T"/>
          <p:cNvSpPr txBox="1"/>
          <p:nvPr/>
        </p:nvSpPr>
        <p:spPr>
          <a:xfrm>
            <a:off x="6924400" y="420972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15" name="L"/>
          <p:cNvCxnSpPr/>
          <p:nvPr/>
        </p:nvCxnSpPr>
        <p:spPr>
          <a:xfrm>
            <a:off x="676656" y="445888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16" name="K"/>
          <p:cNvSpPr/>
          <p:nvPr/>
        </p:nvSpPr>
        <p:spPr>
          <a:xfrm>
            <a:off x="676656" y="451891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551336"/>
            <a:ext cx="115271" cy="115271"/>
          </a:xfrm>
          <a:prstGeom prst="rect">
            <a:avLst/>
          </a:prstGeom>
        </p:spPr>
      </p:pic>
      <p:sp>
        <p:nvSpPr>
          <p:cNvPr id="418" name="T"/>
          <p:cNvSpPr txBox="1"/>
          <p:nvPr/>
        </p:nvSpPr>
        <p:spPr>
          <a:xfrm>
            <a:off x="990000" y="445888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919"/>
          </a:p>
        </p:txBody>
      </p:sp>
      <p:sp>
        <p:nvSpPr>
          <p:cNvPr id="419" name="T"/>
          <p:cNvSpPr txBox="1"/>
          <p:nvPr/>
        </p:nvSpPr>
        <p:spPr>
          <a:xfrm>
            <a:off x="3291840" y="445888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212.726</a:t>
            </a:r>
            <a:endParaRPr lang="id-ID" sz="900"/>
          </a:p>
        </p:txBody>
      </p:sp>
      <p:sp>
        <p:nvSpPr>
          <p:cNvPr id="420" name="T"/>
          <p:cNvSpPr txBox="1"/>
          <p:nvPr/>
        </p:nvSpPr>
        <p:spPr>
          <a:xfrm>
            <a:off x="4138840" y="445888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21" name="K"/>
          <p:cNvSpPr/>
          <p:nvPr/>
        </p:nvSpPr>
        <p:spPr>
          <a:xfrm>
            <a:off x="4739006" y="450991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2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547555"/>
            <a:ext cx="122835" cy="122835"/>
          </a:xfrm>
          <a:prstGeom prst="rect">
            <a:avLst/>
          </a:prstGeom>
        </p:spPr>
      </p:pic>
      <p:sp>
        <p:nvSpPr>
          <p:cNvPr id="423" name="T"/>
          <p:cNvSpPr txBox="1"/>
          <p:nvPr/>
        </p:nvSpPr>
        <p:spPr>
          <a:xfrm>
            <a:off x="4995894" y="450991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70</a:t>
            </a:r>
            <a:endParaRPr lang="id-ID" sz="759"/>
          </a:p>
        </p:txBody>
      </p:sp>
      <p:sp>
        <p:nvSpPr>
          <p:cNvPr id="424" name="T"/>
          <p:cNvSpPr txBox="1"/>
          <p:nvPr/>
        </p:nvSpPr>
        <p:spPr>
          <a:xfrm>
            <a:off x="5378664" y="450991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25" name="K"/>
          <p:cNvSpPr/>
          <p:nvPr/>
        </p:nvSpPr>
        <p:spPr>
          <a:xfrm>
            <a:off x="5964742" y="450991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2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547555"/>
            <a:ext cx="122835" cy="122835"/>
          </a:xfrm>
          <a:prstGeom prst="rect">
            <a:avLst/>
          </a:prstGeom>
        </p:spPr>
      </p:pic>
      <p:sp>
        <p:nvSpPr>
          <p:cNvPr id="427" name="T"/>
          <p:cNvSpPr txBox="1"/>
          <p:nvPr/>
        </p:nvSpPr>
        <p:spPr>
          <a:xfrm>
            <a:off x="6211630" y="450991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28" name="T"/>
          <p:cNvSpPr txBox="1"/>
          <p:nvPr/>
        </p:nvSpPr>
        <p:spPr>
          <a:xfrm>
            <a:off x="6481630" y="450991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59"/>
          </a:p>
        </p:txBody>
      </p:sp>
      <p:sp>
        <p:nvSpPr>
          <p:cNvPr id="429" name="T"/>
          <p:cNvSpPr txBox="1"/>
          <p:nvPr/>
        </p:nvSpPr>
        <p:spPr>
          <a:xfrm>
            <a:off x="6924400" y="450991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30" name="L"/>
          <p:cNvCxnSpPr/>
          <p:nvPr/>
        </p:nvCxnSpPr>
        <p:spPr>
          <a:xfrm>
            <a:off x="676656" y="475906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1" name="K"/>
          <p:cNvSpPr/>
          <p:nvPr/>
        </p:nvSpPr>
        <p:spPr>
          <a:xfrm>
            <a:off x="676656" y="481910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2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4851521"/>
            <a:ext cx="115271" cy="115271"/>
          </a:xfrm>
          <a:prstGeom prst="rect">
            <a:avLst/>
          </a:prstGeom>
        </p:spPr>
      </p:pic>
      <p:sp>
        <p:nvSpPr>
          <p:cNvPr id="433" name="T"/>
          <p:cNvSpPr txBox="1"/>
          <p:nvPr/>
        </p:nvSpPr>
        <p:spPr>
          <a:xfrm>
            <a:off x="990000" y="475906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919"/>
          </a:p>
        </p:txBody>
      </p:sp>
      <p:sp>
        <p:nvSpPr>
          <p:cNvPr id="434" name="T"/>
          <p:cNvSpPr txBox="1"/>
          <p:nvPr/>
        </p:nvSpPr>
        <p:spPr>
          <a:xfrm>
            <a:off x="3291840" y="475906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26.943</a:t>
            </a:r>
            <a:endParaRPr lang="id-ID" sz="900"/>
          </a:p>
        </p:txBody>
      </p:sp>
      <p:sp>
        <p:nvSpPr>
          <p:cNvPr id="435" name="T"/>
          <p:cNvSpPr txBox="1"/>
          <p:nvPr/>
        </p:nvSpPr>
        <p:spPr>
          <a:xfrm>
            <a:off x="4138840" y="475906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36" name="L"/>
          <p:cNvCxnSpPr/>
          <p:nvPr/>
        </p:nvCxnSpPr>
        <p:spPr>
          <a:xfrm>
            <a:off x="676656" y="505925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7" name="K"/>
          <p:cNvSpPr/>
          <p:nvPr/>
        </p:nvSpPr>
        <p:spPr>
          <a:xfrm>
            <a:off x="676656" y="511928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151706"/>
            <a:ext cx="115271" cy="115271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990000" y="505925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919"/>
          </a:p>
        </p:txBody>
      </p:sp>
      <p:sp>
        <p:nvSpPr>
          <p:cNvPr id="440" name="T"/>
          <p:cNvSpPr txBox="1"/>
          <p:nvPr/>
        </p:nvSpPr>
        <p:spPr>
          <a:xfrm>
            <a:off x="3291840" y="505925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35.248</a:t>
            </a:r>
            <a:endParaRPr lang="id-ID" sz="900"/>
          </a:p>
        </p:txBody>
      </p:sp>
      <p:sp>
        <p:nvSpPr>
          <p:cNvPr id="441" name="T"/>
          <p:cNvSpPr txBox="1"/>
          <p:nvPr/>
        </p:nvSpPr>
        <p:spPr>
          <a:xfrm>
            <a:off x="4138840" y="505925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2" name="L"/>
          <p:cNvCxnSpPr/>
          <p:nvPr/>
        </p:nvCxnSpPr>
        <p:spPr>
          <a:xfrm>
            <a:off x="676656" y="535943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3" name="K"/>
          <p:cNvSpPr/>
          <p:nvPr/>
        </p:nvSpPr>
        <p:spPr>
          <a:xfrm>
            <a:off x="676656" y="541947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451891"/>
            <a:ext cx="115271" cy="115271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990000" y="535943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Bangka Belitung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Bangka Selatan</a:t>
            </a:r>
            <a:endParaRPr lang="id-ID" sz="919"/>
          </a:p>
        </p:txBody>
      </p:sp>
      <p:sp>
        <p:nvSpPr>
          <p:cNvPr id="446" name="T"/>
          <p:cNvSpPr txBox="1"/>
          <p:nvPr/>
        </p:nvSpPr>
        <p:spPr>
          <a:xfrm>
            <a:off x="3291840" y="535943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12.805</a:t>
            </a:r>
            <a:endParaRPr lang="id-ID" sz="900"/>
          </a:p>
        </p:txBody>
      </p:sp>
      <p:sp>
        <p:nvSpPr>
          <p:cNvPr id="447" name="T"/>
          <p:cNvSpPr txBox="1"/>
          <p:nvPr/>
        </p:nvSpPr>
        <p:spPr>
          <a:xfrm>
            <a:off x="4138840" y="535943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8" name="L"/>
          <p:cNvCxnSpPr/>
          <p:nvPr/>
        </p:nvCxnSpPr>
        <p:spPr>
          <a:xfrm>
            <a:off x="676656" y="565962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9" name="K"/>
          <p:cNvSpPr/>
          <p:nvPr/>
        </p:nvSpPr>
        <p:spPr>
          <a:xfrm>
            <a:off x="676656" y="571965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0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752076"/>
            <a:ext cx="115271" cy="115271"/>
          </a:xfrm>
          <a:prstGeom prst="rect">
            <a:avLst/>
          </a:prstGeom>
        </p:spPr>
      </p:pic>
      <p:sp>
        <p:nvSpPr>
          <p:cNvPr id="451" name="T"/>
          <p:cNvSpPr txBox="1"/>
          <p:nvPr/>
        </p:nvSpPr>
        <p:spPr>
          <a:xfrm>
            <a:off x="990000" y="565962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Lampung Selatan</a:t>
            </a:r>
            <a:endParaRPr lang="id-ID" sz="919"/>
          </a:p>
        </p:txBody>
      </p:sp>
      <p:sp>
        <p:nvSpPr>
          <p:cNvPr id="452" name="T"/>
          <p:cNvSpPr txBox="1"/>
          <p:nvPr/>
        </p:nvSpPr>
        <p:spPr>
          <a:xfrm>
            <a:off x="3291840" y="565962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1.339</a:t>
            </a:r>
            <a:endParaRPr lang="id-ID" sz="900"/>
          </a:p>
        </p:txBody>
      </p:sp>
      <p:sp>
        <p:nvSpPr>
          <p:cNvPr id="453" name="T"/>
          <p:cNvSpPr txBox="1"/>
          <p:nvPr/>
        </p:nvSpPr>
        <p:spPr>
          <a:xfrm>
            <a:off x="4138840" y="565962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54" name="L"/>
          <p:cNvCxnSpPr/>
          <p:nvPr/>
        </p:nvCxnSpPr>
        <p:spPr>
          <a:xfrm>
            <a:off x="676656" y="595980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55" name="K"/>
          <p:cNvSpPr/>
          <p:nvPr/>
        </p:nvSpPr>
        <p:spPr>
          <a:xfrm>
            <a:off x="676656" y="601984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6052261"/>
            <a:ext cx="115271" cy="115271"/>
          </a:xfrm>
          <a:prstGeom prst="rect">
            <a:avLst/>
          </a:prstGeom>
        </p:spPr>
      </p:pic>
      <p:sp>
        <p:nvSpPr>
          <p:cNvPr id="457" name="T"/>
          <p:cNvSpPr txBox="1"/>
          <p:nvPr/>
        </p:nvSpPr>
        <p:spPr>
          <a:xfrm>
            <a:off x="990000" y="595980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Barat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Kuningan</a:t>
            </a:r>
            <a:endParaRPr lang="id-ID" sz="919"/>
          </a:p>
        </p:txBody>
      </p:sp>
      <p:sp>
        <p:nvSpPr>
          <p:cNvPr id="458" name="T"/>
          <p:cNvSpPr txBox="1"/>
          <p:nvPr/>
        </p:nvSpPr>
        <p:spPr>
          <a:xfrm>
            <a:off x="3291840" y="595980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251</a:t>
            </a:r>
            <a:endParaRPr lang="id-ID" sz="900"/>
          </a:p>
        </p:txBody>
      </p:sp>
      <p:sp>
        <p:nvSpPr>
          <p:cNvPr id="459" name="T"/>
          <p:cNvSpPr txBox="1"/>
          <p:nvPr/>
        </p:nvSpPr>
        <p:spPr>
          <a:xfrm>
            <a:off x="4138840" y="595980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656" name="K"/>
          <p:cNvSpPr/>
          <p:nvPr/>
        </p:nvSpPr>
        <p:spPr>
          <a:xfrm>
            <a:off x="7406640" y="1325880"/>
            <a:ext cx="4236415" cy="24505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657" name="K"/>
          <p:cNvSpPr/>
          <p:nvPr/>
        </p:nvSpPr>
        <p:spPr>
          <a:xfrm>
            <a:off x="7406640" y="1325880"/>
            <a:ext cx="4236415" cy="457200"/>
          </a:xfrm>
          <a:prstGeom prst="roundRect">
            <a:avLst>
              <a:gd name="adj" fmla="val 16000"/>
            </a:avLst>
          </a:prstGeom>
          <a:solidFill>
            <a:srgbClr val="F4ECDC"/>
          </a:solidFill>
          <a:ln>
            <a:noFill/>
          </a:ln>
        </p:spPr>
      </p:sp>
      <p:sp>
        <p:nvSpPr>
          <p:cNvPr id="658" name="K"/>
          <p:cNvSpPr/>
          <p:nvPr/>
        </p:nvSpPr>
        <p:spPr>
          <a:xfrm>
            <a:off x="7406640" y="1600200"/>
            <a:ext cx="4236415" cy="182880"/>
          </a:xfrm>
          <a:prstGeom prst="rect">
            <a:avLst/>
          </a:prstGeom>
          <a:solidFill>
            <a:srgbClr val="F4ECDC"/>
          </a:solidFill>
          <a:ln>
            <a:noFill/>
          </a:ln>
        </p:spPr>
      </p:sp>
      <p:sp>
        <p:nvSpPr>
          <p:cNvPr id="659" name="K"/>
          <p:cNvSpPr/>
          <p:nvPr/>
        </p:nvSpPr>
        <p:spPr>
          <a:xfrm>
            <a:off x="7534656" y="1408176"/>
            <a:ext cx="292608" cy="292608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6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589520" y="1463040"/>
            <a:ext cx="182880" cy="182880"/>
          </a:xfrm>
          <a:prstGeom prst="rect">
            <a:avLst/>
          </a:prstGeom>
        </p:spPr>
      </p:pic>
      <p:sp>
        <p:nvSpPr>
          <p:cNvPr id="661" name="T"/>
          <p:cNvSpPr txBox="1"/>
          <p:nvPr/>
        </p:nvSpPr>
        <p:spPr>
          <a:xfrm>
            <a:off x="7909560" y="1325880"/>
            <a:ext cx="313641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1100"/>
          </a:p>
        </p:txBody>
      </p:sp>
      <p:sp>
        <p:nvSpPr>
          <p:cNvPr id="662" name="T"/>
          <p:cNvSpPr txBox="1"/>
          <p:nvPr/>
        </p:nvSpPr>
        <p:spPr>
          <a:xfrm>
            <a:off x="11002975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663" name="T"/>
          <p:cNvSpPr txBox="1"/>
          <p:nvPr/>
        </p:nvSpPr>
        <p:spPr>
          <a:xfrm>
            <a:off x="7571232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20"/>
          </a:p>
        </p:txBody>
      </p:sp>
      <p:sp>
        <p:nvSpPr>
          <p:cNvPr id="664" name="T"/>
          <p:cNvSpPr txBox="1"/>
          <p:nvPr/>
        </p:nvSpPr>
        <p:spPr>
          <a:xfrm>
            <a:off x="865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TERDAMPAK</a:t>
            </a:r>
            <a:endParaRPr lang="id-ID" sz="620"/>
          </a:p>
        </p:txBody>
      </p:sp>
      <p:sp>
        <p:nvSpPr>
          <p:cNvPr id="665" name="T"/>
          <p:cNvSpPr txBox="1"/>
          <p:nvPr/>
        </p:nvSpPr>
        <p:spPr>
          <a:xfrm>
            <a:off x="993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BANTUAN AIR</a:t>
            </a:r>
            <a:endParaRPr lang="id-ID" sz="620"/>
          </a:p>
        </p:txBody>
      </p:sp>
      <p:cxnSp>
        <p:nvCxnSpPr>
          <p:cNvPr id="666" name="L"/>
          <p:cNvCxnSpPr/>
          <p:nvPr/>
        </p:nvCxnSpPr>
        <p:spPr>
          <a:xfrm>
            <a:off x="7571232" y="2020824"/>
            <a:ext cx="3907231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67" name="K"/>
          <p:cNvSpPr/>
          <p:nvPr/>
        </p:nvSpPr>
        <p:spPr>
          <a:xfrm>
            <a:off x="7571232" y="2055571"/>
            <a:ext cx="3907231" cy="172821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68" name="T"/>
          <p:cNvSpPr txBox="1"/>
          <p:nvPr/>
        </p:nvSpPr>
        <p:spPr>
          <a:xfrm>
            <a:off x="7662672" y="2039112"/>
            <a:ext cx="10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TOTAL</a:t>
            </a:r>
            <a:endParaRPr lang="id-ID" sz="700"/>
          </a:p>
        </p:txBody>
      </p:sp>
      <p:sp>
        <p:nvSpPr>
          <p:cNvPr id="669" name="T"/>
          <p:cNvSpPr txBox="1"/>
          <p:nvPr/>
        </p:nvSpPr>
        <p:spPr>
          <a:xfrm>
            <a:off x="8620000" y="20391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800"/>
          </a:p>
        </p:txBody>
      </p:sp>
      <p:sp>
        <p:nvSpPr>
          <p:cNvPr id="670" name="T"/>
          <p:cNvSpPr txBox="1"/>
          <p:nvPr/>
        </p:nvSpPr>
        <p:spPr>
          <a:xfrm>
            <a:off x="9024000" y="20391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71" name="T"/>
          <p:cNvSpPr txBox="1"/>
          <p:nvPr/>
        </p:nvSpPr>
        <p:spPr>
          <a:xfrm>
            <a:off x="9240000" y="20391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99.952</a:t>
            </a:r>
            <a:endParaRPr lang="id-ID" sz="800"/>
          </a:p>
        </p:txBody>
      </p:sp>
      <p:sp>
        <p:nvSpPr>
          <p:cNvPr id="672" name="T"/>
          <p:cNvSpPr txBox="1"/>
          <p:nvPr/>
        </p:nvSpPr>
        <p:spPr>
          <a:xfrm>
            <a:off x="9664000" y="20391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73" name="K"/>
          <p:cNvSpPr/>
          <p:nvPr/>
        </p:nvSpPr>
        <p:spPr>
          <a:xfrm>
            <a:off x="9930000" y="20596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4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091686"/>
            <a:ext cx="100584" cy="100584"/>
          </a:xfrm>
          <a:prstGeom prst="rect">
            <a:avLst/>
          </a:prstGeom>
        </p:spPr>
      </p:pic>
      <p:sp>
        <p:nvSpPr>
          <p:cNvPr id="675" name="T"/>
          <p:cNvSpPr txBox="1"/>
          <p:nvPr/>
        </p:nvSpPr>
        <p:spPr>
          <a:xfrm>
            <a:off x="10120000" y="20596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407.700</a:t>
            </a:r>
            <a:endParaRPr lang="id-ID" sz="720"/>
          </a:p>
        </p:txBody>
      </p:sp>
      <p:sp>
        <p:nvSpPr>
          <p:cNvPr id="676" name="T"/>
          <p:cNvSpPr txBox="1"/>
          <p:nvPr/>
        </p:nvSpPr>
        <p:spPr>
          <a:xfrm>
            <a:off x="10571600" y="20596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77" name="K"/>
          <p:cNvSpPr/>
          <p:nvPr/>
        </p:nvSpPr>
        <p:spPr>
          <a:xfrm>
            <a:off x="10870000" y="205968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8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087118"/>
            <a:ext cx="109728" cy="109728"/>
          </a:xfrm>
          <a:prstGeom prst="rect">
            <a:avLst/>
          </a:prstGeom>
        </p:spPr>
      </p:pic>
      <p:sp>
        <p:nvSpPr>
          <p:cNvPr id="679" name="T"/>
          <p:cNvSpPr txBox="1"/>
          <p:nvPr/>
        </p:nvSpPr>
        <p:spPr>
          <a:xfrm>
            <a:off x="11050000" y="205968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52</a:t>
            </a:r>
            <a:endParaRPr lang="id-ID" sz="720"/>
          </a:p>
        </p:txBody>
      </p:sp>
      <p:sp>
        <p:nvSpPr>
          <p:cNvPr id="680" name="T"/>
          <p:cNvSpPr txBox="1"/>
          <p:nvPr/>
        </p:nvSpPr>
        <p:spPr>
          <a:xfrm>
            <a:off x="11191600" y="205968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sp>
        <p:nvSpPr>
          <p:cNvPr id="681" name="K"/>
          <p:cNvSpPr/>
          <p:nvPr/>
        </p:nvSpPr>
        <p:spPr>
          <a:xfrm>
            <a:off x="7571232" y="22654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8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295052"/>
            <a:ext cx="105338" cy="105338"/>
          </a:xfrm>
          <a:prstGeom prst="rect">
            <a:avLst/>
          </a:prstGeom>
        </p:spPr>
      </p:pic>
      <p:sp>
        <p:nvSpPr>
          <p:cNvPr id="683" name="T"/>
          <p:cNvSpPr txBox="1"/>
          <p:nvPr/>
        </p:nvSpPr>
        <p:spPr>
          <a:xfrm>
            <a:off x="7799832" y="22448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Sragen</a:t>
            </a:r>
            <a:endParaRPr lang="id-ID" sz="850"/>
          </a:p>
        </p:txBody>
      </p:sp>
      <p:sp>
        <p:nvSpPr>
          <p:cNvPr id="684" name="T"/>
          <p:cNvSpPr txBox="1"/>
          <p:nvPr/>
        </p:nvSpPr>
        <p:spPr>
          <a:xfrm>
            <a:off x="8620000" y="22448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5.500</a:t>
            </a:r>
            <a:endParaRPr lang="id-ID" sz="800"/>
          </a:p>
        </p:txBody>
      </p:sp>
      <p:sp>
        <p:nvSpPr>
          <p:cNvPr id="685" name="T"/>
          <p:cNvSpPr txBox="1"/>
          <p:nvPr/>
        </p:nvSpPr>
        <p:spPr>
          <a:xfrm>
            <a:off x="9024000" y="22448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86" name="T"/>
          <p:cNvSpPr txBox="1"/>
          <p:nvPr/>
        </p:nvSpPr>
        <p:spPr>
          <a:xfrm>
            <a:off x="9240000" y="22448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18.495</a:t>
            </a:r>
            <a:endParaRPr lang="id-ID" sz="800"/>
          </a:p>
        </p:txBody>
      </p:sp>
      <p:sp>
        <p:nvSpPr>
          <p:cNvPr id="687" name="T"/>
          <p:cNvSpPr txBox="1"/>
          <p:nvPr/>
        </p:nvSpPr>
        <p:spPr>
          <a:xfrm>
            <a:off x="9664000" y="22448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88" name="K"/>
          <p:cNvSpPr/>
          <p:nvPr/>
        </p:nvSpPr>
        <p:spPr>
          <a:xfrm>
            <a:off x="9930000" y="22654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8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297426"/>
            <a:ext cx="100584" cy="100584"/>
          </a:xfrm>
          <a:prstGeom prst="rect">
            <a:avLst/>
          </a:prstGeom>
        </p:spPr>
      </p:pic>
      <p:sp>
        <p:nvSpPr>
          <p:cNvPr id="690" name="T"/>
          <p:cNvSpPr txBox="1"/>
          <p:nvPr/>
        </p:nvSpPr>
        <p:spPr>
          <a:xfrm>
            <a:off x="10120000" y="22654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56.000</a:t>
            </a:r>
            <a:endParaRPr lang="id-ID" sz="720"/>
          </a:p>
        </p:txBody>
      </p:sp>
      <p:sp>
        <p:nvSpPr>
          <p:cNvPr id="691" name="T"/>
          <p:cNvSpPr txBox="1"/>
          <p:nvPr/>
        </p:nvSpPr>
        <p:spPr>
          <a:xfrm>
            <a:off x="10571600" y="22654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92" name="K"/>
          <p:cNvSpPr/>
          <p:nvPr/>
        </p:nvSpPr>
        <p:spPr>
          <a:xfrm>
            <a:off x="10870000" y="226542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93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292858"/>
            <a:ext cx="109728" cy="109728"/>
          </a:xfrm>
          <a:prstGeom prst="rect">
            <a:avLst/>
          </a:prstGeom>
        </p:spPr>
      </p:pic>
      <p:sp>
        <p:nvSpPr>
          <p:cNvPr id="694" name="T"/>
          <p:cNvSpPr txBox="1"/>
          <p:nvPr/>
        </p:nvSpPr>
        <p:spPr>
          <a:xfrm>
            <a:off x="11050000" y="226542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</a:t>
            </a:r>
            <a:endParaRPr lang="id-ID" sz="720"/>
          </a:p>
        </p:txBody>
      </p:sp>
      <p:sp>
        <p:nvSpPr>
          <p:cNvPr id="695" name="T"/>
          <p:cNvSpPr txBox="1"/>
          <p:nvPr/>
        </p:nvSpPr>
        <p:spPr>
          <a:xfrm>
            <a:off x="11191600" y="226542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696" name="L"/>
          <p:cNvCxnSpPr/>
          <p:nvPr/>
        </p:nvCxnSpPr>
        <p:spPr>
          <a:xfrm>
            <a:off x="7571232" y="24505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697" name="K"/>
          <p:cNvSpPr/>
          <p:nvPr/>
        </p:nvSpPr>
        <p:spPr>
          <a:xfrm>
            <a:off x="7571232" y="24711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9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500792"/>
            <a:ext cx="105338" cy="105338"/>
          </a:xfrm>
          <a:prstGeom prst="rect">
            <a:avLst/>
          </a:prstGeom>
        </p:spPr>
      </p:pic>
      <p:sp>
        <p:nvSpPr>
          <p:cNvPr id="699" name="T"/>
          <p:cNvSpPr txBox="1"/>
          <p:nvPr/>
        </p:nvSpPr>
        <p:spPr>
          <a:xfrm>
            <a:off x="7799832" y="24505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Boyolali</a:t>
            </a:r>
            <a:endParaRPr lang="id-ID" sz="850"/>
          </a:p>
        </p:txBody>
      </p:sp>
      <p:sp>
        <p:nvSpPr>
          <p:cNvPr id="700" name="T"/>
          <p:cNvSpPr txBox="1"/>
          <p:nvPr/>
        </p:nvSpPr>
        <p:spPr>
          <a:xfrm>
            <a:off x="8620000" y="24505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12.022</a:t>
            </a:r>
            <a:endParaRPr lang="id-ID" sz="800"/>
          </a:p>
        </p:txBody>
      </p:sp>
      <p:sp>
        <p:nvSpPr>
          <p:cNvPr id="701" name="T"/>
          <p:cNvSpPr txBox="1"/>
          <p:nvPr/>
        </p:nvSpPr>
        <p:spPr>
          <a:xfrm>
            <a:off x="9024000" y="24505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02" name="T"/>
          <p:cNvSpPr txBox="1"/>
          <p:nvPr/>
        </p:nvSpPr>
        <p:spPr>
          <a:xfrm>
            <a:off x="9240000" y="24505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57.311</a:t>
            </a:r>
            <a:endParaRPr lang="id-ID" sz="800"/>
          </a:p>
        </p:txBody>
      </p:sp>
      <p:sp>
        <p:nvSpPr>
          <p:cNvPr id="703" name="T"/>
          <p:cNvSpPr txBox="1"/>
          <p:nvPr/>
        </p:nvSpPr>
        <p:spPr>
          <a:xfrm>
            <a:off x="9664000" y="24505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04" name="K"/>
          <p:cNvSpPr/>
          <p:nvPr/>
        </p:nvSpPr>
        <p:spPr>
          <a:xfrm>
            <a:off x="9930000" y="24711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503166"/>
            <a:ext cx="100584" cy="100584"/>
          </a:xfrm>
          <a:prstGeom prst="rect">
            <a:avLst/>
          </a:prstGeom>
        </p:spPr>
      </p:pic>
      <p:sp>
        <p:nvSpPr>
          <p:cNvPr id="706" name="T"/>
          <p:cNvSpPr txBox="1"/>
          <p:nvPr/>
        </p:nvSpPr>
        <p:spPr>
          <a:xfrm>
            <a:off x="10120000" y="247116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122.000</a:t>
            </a:r>
            <a:endParaRPr lang="id-ID" sz="720"/>
          </a:p>
        </p:txBody>
      </p:sp>
      <p:sp>
        <p:nvSpPr>
          <p:cNvPr id="707" name="T"/>
          <p:cNvSpPr txBox="1"/>
          <p:nvPr/>
        </p:nvSpPr>
        <p:spPr>
          <a:xfrm>
            <a:off x="10571600" y="247116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08" name="K"/>
          <p:cNvSpPr/>
          <p:nvPr/>
        </p:nvSpPr>
        <p:spPr>
          <a:xfrm>
            <a:off x="10870000" y="247116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9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498598"/>
            <a:ext cx="109728" cy="109728"/>
          </a:xfrm>
          <a:prstGeom prst="rect">
            <a:avLst/>
          </a:prstGeom>
        </p:spPr>
      </p:pic>
      <p:sp>
        <p:nvSpPr>
          <p:cNvPr id="710" name="T"/>
          <p:cNvSpPr txBox="1"/>
          <p:nvPr/>
        </p:nvSpPr>
        <p:spPr>
          <a:xfrm>
            <a:off x="11050000" y="247116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22</a:t>
            </a:r>
            <a:endParaRPr lang="id-ID" sz="720"/>
          </a:p>
        </p:txBody>
      </p:sp>
      <p:sp>
        <p:nvSpPr>
          <p:cNvPr id="711" name="T"/>
          <p:cNvSpPr txBox="1"/>
          <p:nvPr/>
        </p:nvSpPr>
        <p:spPr>
          <a:xfrm>
            <a:off x="11191600" y="247116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12" name="L"/>
          <p:cNvCxnSpPr/>
          <p:nvPr/>
        </p:nvCxnSpPr>
        <p:spPr>
          <a:xfrm>
            <a:off x="7571232" y="265633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13" name="K"/>
          <p:cNvSpPr/>
          <p:nvPr/>
        </p:nvSpPr>
        <p:spPr>
          <a:xfrm>
            <a:off x="7571232" y="267690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1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706532"/>
            <a:ext cx="105338" cy="105338"/>
          </a:xfrm>
          <a:prstGeom prst="rect">
            <a:avLst/>
          </a:prstGeom>
        </p:spPr>
      </p:pic>
      <p:sp>
        <p:nvSpPr>
          <p:cNvPr id="715" name="T"/>
          <p:cNvSpPr txBox="1"/>
          <p:nvPr/>
        </p:nvSpPr>
        <p:spPr>
          <a:xfrm>
            <a:off x="7799832" y="265633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Klaten</a:t>
            </a:r>
            <a:endParaRPr lang="id-ID" sz="850"/>
          </a:p>
        </p:txBody>
      </p:sp>
      <p:sp>
        <p:nvSpPr>
          <p:cNvPr id="716" name="T"/>
          <p:cNvSpPr txBox="1"/>
          <p:nvPr/>
        </p:nvSpPr>
        <p:spPr>
          <a:xfrm>
            <a:off x="8620000" y="265633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5.136</a:t>
            </a:r>
            <a:endParaRPr lang="id-ID" sz="800"/>
          </a:p>
        </p:txBody>
      </p:sp>
      <p:sp>
        <p:nvSpPr>
          <p:cNvPr id="717" name="T"/>
          <p:cNvSpPr txBox="1"/>
          <p:nvPr/>
        </p:nvSpPr>
        <p:spPr>
          <a:xfrm>
            <a:off x="9024000" y="265633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18" name="T"/>
          <p:cNvSpPr txBox="1"/>
          <p:nvPr/>
        </p:nvSpPr>
        <p:spPr>
          <a:xfrm>
            <a:off x="9240000" y="265633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17.127</a:t>
            </a:r>
            <a:endParaRPr lang="id-ID" sz="800"/>
          </a:p>
        </p:txBody>
      </p:sp>
      <p:sp>
        <p:nvSpPr>
          <p:cNvPr id="719" name="T"/>
          <p:cNvSpPr txBox="1"/>
          <p:nvPr/>
        </p:nvSpPr>
        <p:spPr>
          <a:xfrm>
            <a:off x="9664000" y="265633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20" name="K"/>
          <p:cNvSpPr/>
          <p:nvPr/>
        </p:nvSpPr>
        <p:spPr>
          <a:xfrm>
            <a:off x="9930000" y="267690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708906"/>
            <a:ext cx="100584" cy="100584"/>
          </a:xfrm>
          <a:prstGeom prst="rect">
            <a:avLst/>
          </a:prstGeom>
        </p:spPr>
      </p:pic>
      <p:sp>
        <p:nvSpPr>
          <p:cNvPr id="722" name="T"/>
          <p:cNvSpPr txBox="1"/>
          <p:nvPr/>
        </p:nvSpPr>
        <p:spPr>
          <a:xfrm>
            <a:off x="10120000" y="267690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90.000</a:t>
            </a:r>
            <a:endParaRPr lang="id-ID" sz="720"/>
          </a:p>
        </p:txBody>
      </p:sp>
      <p:sp>
        <p:nvSpPr>
          <p:cNvPr id="723" name="T"/>
          <p:cNvSpPr txBox="1"/>
          <p:nvPr/>
        </p:nvSpPr>
        <p:spPr>
          <a:xfrm>
            <a:off x="10571600" y="267690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24" name="K"/>
          <p:cNvSpPr/>
          <p:nvPr/>
        </p:nvSpPr>
        <p:spPr>
          <a:xfrm>
            <a:off x="10870000" y="267690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5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704338"/>
            <a:ext cx="109728" cy="109728"/>
          </a:xfrm>
          <a:prstGeom prst="rect">
            <a:avLst/>
          </a:prstGeom>
        </p:spPr>
      </p:pic>
      <p:sp>
        <p:nvSpPr>
          <p:cNvPr id="726" name="T"/>
          <p:cNvSpPr txBox="1"/>
          <p:nvPr/>
        </p:nvSpPr>
        <p:spPr>
          <a:xfrm>
            <a:off x="11050000" y="267690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18</a:t>
            </a:r>
            <a:endParaRPr lang="id-ID" sz="720"/>
          </a:p>
        </p:txBody>
      </p:sp>
      <p:sp>
        <p:nvSpPr>
          <p:cNvPr id="727" name="T"/>
          <p:cNvSpPr txBox="1"/>
          <p:nvPr/>
        </p:nvSpPr>
        <p:spPr>
          <a:xfrm>
            <a:off x="11191600" y="267690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28" name="L"/>
          <p:cNvCxnSpPr/>
          <p:nvPr/>
        </p:nvCxnSpPr>
        <p:spPr>
          <a:xfrm>
            <a:off x="7571232" y="286207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29" name="K"/>
          <p:cNvSpPr/>
          <p:nvPr/>
        </p:nvSpPr>
        <p:spPr>
          <a:xfrm>
            <a:off x="7571232" y="288264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3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912272"/>
            <a:ext cx="105338" cy="105338"/>
          </a:xfrm>
          <a:prstGeom prst="rect">
            <a:avLst/>
          </a:prstGeom>
        </p:spPr>
      </p:pic>
      <p:sp>
        <p:nvSpPr>
          <p:cNvPr id="731" name="T"/>
          <p:cNvSpPr txBox="1"/>
          <p:nvPr/>
        </p:nvSpPr>
        <p:spPr>
          <a:xfrm>
            <a:off x="7799832" y="286207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Nganjuk</a:t>
            </a:r>
            <a:endParaRPr lang="id-ID" sz="850"/>
          </a:p>
        </p:txBody>
      </p:sp>
      <p:sp>
        <p:nvSpPr>
          <p:cNvPr id="732" name="T"/>
          <p:cNvSpPr txBox="1"/>
          <p:nvPr/>
        </p:nvSpPr>
        <p:spPr>
          <a:xfrm>
            <a:off x="8620000" y="286207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397</a:t>
            </a:r>
            <a:endParaRPr lang="id-ID" sz="800"/>
          </a:p>
        </p:txBody>
      </p:sp>
      <p:sp>
        <p:nvSpPr>
          <p:cNvPr id="733" name="T"/>
          <p:cNvSpPr txBox="1"/>
          <p:nvPr/>
        </p:nvSpPr>
        <p:spPr>
          <a:xfrm>
            <a:off x="9024000" y="286207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34" name="T"/>
          <p:cNvSpPr txBox="1"/>
          <p:nvPr/>
        </p:nvSpPr>
        <p:spPr>
          <a:xfrm>
            <a:off x="9240000" y="286207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1.269</a:t>
            </a:r>
            <a:endParaRPr lang="id-ID" sz="800"/>
          </a:p>
        </p:txBody>
      </p:sp>
      <p:sp>
        <p:nvSpPr>
          <p:cNvPr id="735" name="T"/>
          <p:cNvSpPr txBox="1"/>
          <p:nvPr/>
        </p:nvSpPr>
        <p:spPr>
          <a:xfrm>
            <a:off x="9664000" y="286207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36" name="K"/>
          <p:cNvSpPr/>
          <p:nvPr/>
        </p:nvSpPr>
        <p:spPr>
          <a:xfrm>
            <a:off x="9930000" y="288264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7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914646"/>
            <a:ext cx="100584" cy="100584"/>
          </a:xfrm>
          <a:prstGeom prst="rect">
            <a:avLst/>
          </a:prstGeom>
        </p:spPr>
      </p:pic>
      <p:sp>
        <p:nvSpPr>
          <p:cNvPr id="738" name="T"/>
          <p:cNvSpPr txBox="1"/>
          <p:nvPr/>
        </p:nvSpPr>
        <p:spPr>
          <a:xfrm>
            <a:off x="10120000" y="288264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8.000</a:t>
            </a:r>
            <a:endParaRPr lang="id-ID" sz="720"/>
          </a:p>
        </p:txBody>
      </p:sp>
      <p:sp>
        <p:nvSpPr>
          <p:cNvPr id="739" name="T"/>
          <p:cNvSpPr txBox="1"/>
          <p:nvPr/>
        </p:nvSpPr>
        <p:spPr>
          <a:xfrm>
            <a:off x="10571600" y="288264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40" name="L"/>
          <p:cNvCxnSpPr/>
          <p:nvPr/>
        </p:nvCxnSpPr>
        <p:spPr>
          <a:xfrm>
            <a:off x="7571232" y="306781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41" name="K"/>
          <p:cNvSpPr/>
          <p:nvPr/>
        </p:nvSpPr>
        <p:spPr>
          <a:xfrm>
            <a:off x="7571232" y="308838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4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118012"/>
            <a:ext cx="105338" cy="105338"/>
          </a:xfrm>
          <a:prstGeom prst="rect">
            <a:avLst/>
          </a:prstGeom>
        </p:spPr>
      </p:pic>
      <p:sp>
        <p:nvSpPr>
          <p:cNvPr id="743" name="T"/>
          <p:cNvSpPr txBox="1"/>
          <p:nvPr/>
        </p:nvSpPr>
        <p:spPr>
          <a:xfrm>
            <a:off x="7799832" y="306781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Bulukumba</a:t>
            </a:r>
            <a:endParaRPr lang="id-ID" sz="850"/>
          </a:p>
        </p:txBody>
      </p:sp>
      <p:sp>
        <p:nvSpPr>
          <p:cNvPr id="744" name="T"/>
          <p:cNvSpPr txBox="1"/>
          <p:nvPr/>
        </p:nvSpPr>
        <p:spPr>
          <a:xfrm>
            <a:off x="8620000" y="30678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445</a:t>
            </a:r>
            <a:endParaRPr lang="id-ID" sz="800"/>
          </a:p>
        </p:txBody>
      </p:sp>
      <p:sp>
        <p:nvSpPr>
          <p:cNvPr id="745" name="T"/>
          <p:cNvSpPr txBox="1"/>
          <p:nvPr/>
        </p:nvSpPr>
        <p:spPr>
          <a:xfrm>
            <a:off x="9024000" y="30678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46" name="T"/>
          <p:cNvSpPr txBox="1"/>
          <p:nvPr/>
        </p:nvSpPr>
        <p:spPr>
          <a:xfrm>
            <a:off x="9240000" y="30678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1.730</a:t>
            </a:r>
            <a:endParaRPr lang="id-ID" sz="800"/>
          </a:p>
        </p:txBody>
      </p:sp>
      <p:sp>
        <p:nvSpPr>
          <p:cNvPr id="747" name="T"/>
          <p:cNvSpPr txBox="1"/>
          <p:nvPr/>
        </p:nvSpPr>
        <p:spPr>
          <a:xfrm>
            <a:off x="9664000" y="30678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48" name="K"/>
          <p:cNvSpPr/>
          <p:nvPr/>
        </p:nvSpPr>
        <p:spPr>
          <a:xfrm>
            <a:off x="9930000" y="30883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4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120386"/>
            <a:ext cx="100584" cy="100584"/>
          </a:xfrm>
          <a:prstGeom prst="rect">
            <a:avLst/>
          </a:prstGeom>
        </p:spPr>
      </p:pic>
      <p:sp>
        <p:nvSpPr>
          <p:cNvPr id="750" name="T"/>
          <p:cNvSpPr txBox="1"/>
          <p:nvPr/>
        </p:nvSpPr>
        <p:spPr>
          <a:xfrm>
            <a:off x="10120000" y="30883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46.600</a:t>
            </a:r>
            <a:endParaRPr lang="id-ID" sz="720"/>
          </a:p>
        </p:txBody>
      </p:sp>
      <p:sp>
        <p:nvSpPr>
          <p:cNvPr id="751" name="T"/>
          <p:cNvSpPr txBox="1"/>
          <p:nvPr/>
        </p:nvSpPr>
        <p:spPr>
          <a:xfrm>
            <a:off x="10571600" y="30883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52" name="L"/>
          <p:cNvCxnSpPr/>
          <p:nvPr/>
        </p:nvCxnSpPr>
        <p:spPr>
          <a:xfrm>
            <a:off x="7571232" y="327355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53" name="K"/>
          <p:cNvSpPr/>
          <p:nvPr/>
        </p:nvSpPr>
        <p:spPr>
          <a:xfrm>
            <a:off x="7571232" y="32941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5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323752"/>
            <a:ext cx="105338" cy="105338"/>
          </a:xfrm>
          <a:prstGeom prst="rect">
            <a:avLst/>
          </a:prstGeom>
        </p:spPr>
      </p:pic>
      <p:sp>
        <p:nvSpPr>
          <p:cNvPr id="755" name="T"/>
          <p:cNvSpPr txBox="1"/>
          <p:nvPr/>
        </p:nvSpPr>
        <p:spPr>
          <a:xfrm>
            <a:off x="7799832" y="32735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Bone</a:t>
            </a:r>
            <a:endParaRPr lang="id-ID" sz="850"/>
          </a:p>
        </p:txBody>
      </p:sp>
      <p:sp>
        <p:nvSpPr>
          <p:cNvPr id="756" name="T"/>
          <p:cNvSpPr txBox="1"/>
          <p:nvPr/>
        </p:nvSpPr>
        <p:spPr>
          <a:xfrm>
            <a:off x="8620000" y="32735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805</a:t>
            </a:r>
            <a:endParaRPr lang="id-ID" sz="800"/>
          </a:p>
        </p:txBody>
      </p:sp>
      <p:sp>
        <p:nvSpPr>
          <p:cNvPr id="757" name="T"/>
          <p:cNvSpPr txBox="1"/>
          <p:nvPr/>
        </p:nvSpPr>
        <p:spPr>
          <a:xfrm>
            <a:off x="9024000" y="32735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58" name="T"/>
          <p:cNvSpPr txBox="1"/>
          <p:nvPr/>
        </p:nvSpPr>
        <p:spPr>
          <a:xfrm>
            <a:off x="9240000" y="32735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3.723</a:t>
            </a:r>
            <a:endParaRPr lang="id-ID" sz="800"/>
          </a:p>
        </p:txBody>
      </p:sp>
      <p:sp>
        <p:nvSpPr>
          <p:cNvPr id="759" name="T"/>
          <p:cNvSpPr txBox="1"/>
          <p:nvPr/>
        </p:nvSpPr>
        <p:spPr>
          <a:xfrm>
            <a:off x="9664000" y="32735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60" name="K"/>
          <p:cNvSpPr/>
          <p:nvPr/>
        </p:nvSpPr>
        <p:spPr>
          <a:xfrm>
            <a:off x="9930000" y="32941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326126"/>
            <a:ext cx="100584" cy="100584"/>
          </a:xfrm>
          <a:prstGeom prst="rect">
            <a:avLst/>
          </a:prstGeom>
        </p:spPr>
      </p:pic>
      <p:sp>
        <p:nvSpPr>
          <p:cNvPr id="762" name="T"/>
          <p:cNvSpPr txBox="1"/>
          <p:nvPr/>
        </p:nvSpPr>
        <p:spPr>
          <a:xfrm>
            <a:off x="10120000" y="32941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85.100</a:t>
            </a:r>
            <a:endParaRPr lang="id-ID" sz="720"/>
          </a:p>
        </p:txBody>
      </p:sp>
      <p:sp>
        <p:nvSpPr>
          <p:cNvPr id="763" name="T"/>
          <p:cNvSpPr txBox="1"/>
          <p:nvPr/>
        </p:nvSpPr>
        <p:spPr>
          <a:xfrm>
            <a:off x="10571600" y="32941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64" name="L"/>
          <p:cNvCxnSpPr/>
          <p:nvPr/>
        </p:nvCxnSpPr>
        <p:spPr>
          <a:xfrm>
            <a:off x="7571232" y="34792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65" name="K"/>
          <p:cNvSpPr/>
          <p:nvPr/>
        </p:nvSpPr>
        <p:spPr>
          <a:xfrm>
            <a:off x="7571232" y="34998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6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529492"/>
            <a:ext cx="105338" cy="105338"/>
          </a:xfrm>
          <a:prstGeom prst="rect">
            <a:avLst/>
          </a:prstGeom>
        </p:spPr>
      </p:pic>
      <p:sp>
        <p:nvSpPr>
          <p:cNvPr id="767" name="T"/>
          <p:cNvSpPr txBox="1"/>
          <p:nvPr/>
        </p:nvSpPr>
        <p:spPr>
          <a:xfrm>
            <a:off x="7799832" y="34792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Seram Bagian Barat</a:t>
            </a:r>
            <a:endParaRPr lang="id-ID" sz="750"/>
          </a:p>
        </p:txBody>
      </p:sp>
      <p:sp>
        <p:nvSpPr>
          <p:cNvPr id="768" name="T"/>
          <p:cNvSpPr txBox="1"/>
          <p:nvPr/>
        </p:nvSpPr>
        <p:spPr>
          <a:xfrm>
            <a:off x="8620000" y="34792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95</a:t>
            </a:r>
            <a:endParaRPr lang="id-ID" sz="800"/>
          </a:p>
        </p:txBody>
      </p:sp>
      <p:sp>
        <p:nvSpPr>
          <p:cNvPr id="769" name="T"/>
          <p:cNvSpPr txBox="1"/>
          <p:nvPr/>
        </p:nvSpPr>
        <p:spPr>
          <a:xfrm>
            <a:off x="9024000" y="34792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70" name="T"/>
          <p:cNvSpPr txBox="1"/>
          <p:nvPr/>
        </p:nvSpPr>
        <p:spPr>
          <a:xfrm>
            <a:off x="9240000" y="34792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297</a:t>
            </a:r>
            <a:endParaRPr lang="id-ID" sz="800"/>
          </a:p>
        </p:txBody>
      </p:sp>
      <p:sp>
        <p:nvSpPr>
          <p:cNvPr id="771" name="T"/>
          <p:cNvSpPr txBox="1"/>
          <p:nvPr/>
        </p:nvSpPr>
        <p:spPr>
          <a:xfrm>
            <a:off x="9664000" y="34792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72" name="K"/>
          <p:cNvSpPr/>
          <p:nvPr/>
        </p:nvSpPr>
        <p:spPr>
          <a:xfrm>
            <a:off x="9930000" y="34998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7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531866"/>
            <a:ext cx="100584" cy="100584"/>
          </a:xfrm>
          <a:prstGeom prst="rect">
            <a:avLst/>
          </a:prstGeom>
        </p:spPr>
      </p:pic>
      <p:sp>
        <p:nvSpPr>
          <p:cNvPr id="774" name="T"/>
          <p:cNvSpPr txBox="1"/>
          <p:nvPr/>
        </p:nvSpPr>
        <p:spPr>
          <a:xfrm>
            <a:off x="10110000" y="3499866"/>
            <a:ext cx="65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belum dilaporkan</a:t>
            </a:r>
            <a:endParaRPr lang="id-ID" sz="720"/>
          </a:p>
        </p:txBody>
      </p:sp>
      <p:sp>
        <p:nvSpPr>
          <p:cNvPr id="775" name="K"/>
          <p:cNvSpPr/>
          <p:nvPr/>
        </p:nvSpPr>
        <p:spPr>
          <a:xfrm>
            <a:off x="7406640" y="3867912"/>
            <a:ext cx="4236415" cy="21396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776" name="K"/>
          <p:cNvSpPr/>
          <p:nvPr/>
        </p:nvSpPr>
        <p:spPr>
          <a:xfrm>
            <a:off x="7406640" y="3867912"/>
            <a:ext cx="4236415" cy="365760"/>
          </a:xfrm>
          <a:prstGeom prst="roundRect">
            <a:avLst>
              <a:gd name="adj" fmla="val 16000"/>
            </a:avLst>
          </a:prstGeom>
          <a:solidFill>
            <a:srgbClr val="E3EAF1"/>
          </a:solidFill>
          <a:ln>
            <a:noFill/>
          </a:ln>
        </p:spPr>
      </p:sp>
      <p:sp>
        <p:nvSpPr>
          <p:cNvPr id="777" name="K"/>
          <p:cNvSpPr/>
          <p:nvPr/>
        </p:nvSpPr>
        <p:spPr>
          <a:xfrm>
            <a:off x="7406640" y="4087368"/>
            <a:ext cx="4236415" cy="146304"/>
          </a:xfrm>
          <a:prstGeom prst="rect">
            <a:avLst/>
          </a:prstGeom>
          <a:solidFill>
            <a:srgbClr val="E3EAF1"/>
          </a:solidFill>
          <a:ln>
            <a:noFill/>
          </a:ln>
        </p:spPr>
      </p:sp>
      <p:sp>
        <p:nvSpPr>
          <p:cNvPr id="778" name="K"/>
          <p:cNvSpPr/>
          <p:nvPr/>
        </p:nvSpPr>
        <p:spPr>
          <a:xfrm>
            <a:off x="7534656" y="3904488"/>
            <a:ext cx="292608" cy="292608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779" name="G"/>
          <p:cNvPicPr>
            <a:picLocks noChangeAspect="1"/>
          </p:cNvPicPr>
          <p:nvPr/>
        </p:nvPicPr>
        <p:blipFill>
          <a:blip r:embed="rIdM25"/>
          <a:stretch>
            <a:fillRect/>
          </a:stretch>
        </p:blipFill>
        <p:spPr>
          <a:xfrm>
            <a:off x="7589520" y="3959352"/>
            <a:ext cx="182880" cy="182880"/>
          </a:xfrm>
          <a:prstGeom prst="rect">
            <a:avLst/>
          </a:prstGeom>
        </p:spPr>
      </p:pic>
      <p:sp>
        <p:nvSpPr>
          <p:cNvPr id="780" name="T"/>
          <p:cNvSpPr txBox="1"/>
          <p:nvPr/>
        </p:nvSpPr>
        <p:spPr>
          <a:xfrm>
            <a:off x="7909560" y="3867912"/>
            <a:ext cx="313641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1100"/>
          </a:p>
        </p:txBody>
      </p:sp>
      <p:sp>
        <p:nvSpPr>
          <p:cNvPr id="781" name="T"/>
          <p:cNvSpPr txBox="1"/>
          <p:nvPr/>
        </p:nvSpPr>
        <p:spPr>
          <a:xfrm>
            <a:off x="11002975" y="3867912"/>
            <a:ext cx="512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564" name="K"/>
          <p:cNvSpPr/>
          <p:nvPr/>
        </p:nvSpPr>
        <p:spPr>
          <a:xfrm>
            <a:off x="7589520" y="4297680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324014"/>
            <a:ext cx="93634" cy="93634"/>
          </a:xfrm>
          <a:prstGeom prst="rect">
            <a:avLst/>
          </a:prstGeom>
        </p:spPr>
      </p:pic>
      <p:sp>
        <p:nvSpPr>
          <p:cNvPr id="566" name="K"/>
          <p:cNvSpPr/>
          <p:nvPr/>
        </p:nvSpPr>
        <p:spPr>
          <a:xfrm>
            <a:off x="7772400" y="4297680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67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799832" y="4325112"/>
            <a:ext cx="91440" cy="91440"/>
          </a:xfrm>
          <a:prstGeom prst="rect">
            <a:avLst/>
          </a:prstGeom>
        </p:spPr>
      </p:pic>
      <p:sp>
        <p:nvSpPr>
          <p:cNvPr id="568" name="T"/>
          <p:cNvSpPr txBox="1"/>
          <p:nvPr/>
        </p:nvSpPr>
        <p:spPr>
          <a:xfrm>
            <a:off x="7971232" y="427939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81" name="K"/>
          <p:cNvSpPr/>
          <p:nvPr/>
        </p:nvSpPr>
        <p:spPr>
          <a:xfrm>
            <a:off x="10324042" y="4288536"/>
            <a:ext cx="1136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82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10381649" y="4321454"/>
            <a:ext cx="98755" cy="98755"/>
          </a:xfrm>
          <a:prstGeom prst="rect">
            <a:avLst/>
          </a:prstGeom>
        </p:spPr>
      </p:pic>
      <p:sp>
        <p:nvSpPr>
          <p:cNvPr id="583" name="T"/>
          <p:cNvSpPr txBox="1"/>
          <p:nvPr/>
        </p:nvSpPr>
        <p:spPr>
          <a:xfrm>
            <a:off x="10480404" y="4288536"/>
            <a:ext cx="979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Transisi s.d. 27 Des</a:t>
            </a:r>
            <a:endParaRPr lang="id-ID" sz="700"/>
          </a:p>
        </p:txBody>
      </p:sp>
      <p:sp>
        <p:nvSpPr>
          <p:cNvPr id="584" name="K"/>
          <p:cNvSpPr/>
          <p:nvPr/>
        </p:nvSpPr>
        <p:spPr>
          <a:xfrm>
            <a:off x="10758042" y="4480560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5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815649" y="4513478"/>
            <a:ext cx="98755" cy="98755"/>
          </a:xfrm>
          <a:prstGeom prst="rect">
            <a:avLst/>
          </a:prstGeom>
        </p:spPr>
      </p:pic>
      <p:sp>
        <p:nvSpPr>
          <p:cNvPr id="586" name="T"/>
          <p:cNvSpPr txBox="1"/>
          <p:nvPr/>
        </p:nvSpPr>
        <p:spPr>
          <a:xfrm>
            <a:off x="10914404" y="4480560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±17.707 KK</a:t>
            </a:r>
            <a:endParaRPr lang="id-ID" sz="700"/>
          </a:p>
        </p:txBody>
      </p:sp>
      <p:sp>
        <p:nvSpPr>
          <p:cNvPr id="587" name="K"/>
          <p:cNvSpPr/>
          <p:nvPr/>
        </p:nvSpPr>
        <p:spPr>
          <a:xfrm>
            <a:off x="9870845" y="4480560"/>
            <a:ext cx="832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8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9928452" y="4513478"/>
            <a:ext cx="98755" cy="98755"/>
          </a:xfrm>
          <a:prstGeom prst="rect">
            <a:avLst/>
          </a:prstGeom>
        </p:spPr>
      </p:pic>
      <p:sp>
        <p:nvSpPr>
          <p:cNvPr id="589" name="T"/>
          <p:cNvSpPr txBox="1"/>
          <p:nvPr/>
        </p:nvSpPr>
        <p:spPr>
          <a:xfrm>
            <a:off x="10027207" y="4480560"/>
            <a:ext cx="675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156 meninggal</a:t>
            </a:r>
            <a:endParaRPr lang="id-ID" sz="700"/>
          </a:p>
        </p:txBody>
      </p:sp>
      <p:sp>
        <p:nvSpPr>
          <p:cNvPr id="590" name="K"/>
          <p:cNvSpPr/>
          <p:nvPr/>
        </p:nvSpPr>
        <p:spPr>
          <a:xfrm>
            <a:off x="8810048" y="4480560"/>
            <a:ext cx="1005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91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8867655" y="4513478"/>
            <a:ext cx="98755" cy="98755"/>
          </a:xfrm>
          <a:prstGeom prst="rect">
            <a:avLst/>
          </a:prstGeom>
        </p:spPr>
      </p:pic>
      <p:sp>
        <p:nvSpPr>
          <p:cNvPr id="592" name="T"/>
          <p:cNvSpPr txBox="1"/>
          <p:nvPr/>
        </p:nvSpPr>
        <p:spPr>
          <a:xfrm>
            <a:off x="8966410" y="4480560"/>
            <a:ext cx="849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±27.345 mengungsi</a:t>
            </a:r>
            <a:endParaRPr lang="id-ID" sz="700"/>
          </a:p>
        </p:txBody>
      </p:sp>
      <p:sp>
        <p:nvSpPr>
          <p:cNvPr id="593" name="K"/>
          <p:cNvSpPr/>
          <p:nvPr/>
        </p:nvSpPr>
        <p:spPr>
          <a:xfrm>
            <a:off x="7589520" y="470001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9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726350"/>
            <a:ext cx="93634" cy="93634"/>
          </a:xfrm>
          <a:prstGeom prst="rect">
            <a:avLst/>
          </a:prstGeom>
        </p:spPr>
      </p:pic>
      <p:sp>
        <p:nvSpPr>
          <p:cNvPr id="595" name="K"/>
          <p:cNvSpPr/>
          <p:nvPr/>
        </p:nvSpPr>
        <p:spPr>
          <a:xfrm>
            <a:off x="7772400" y="4700016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9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7799832" y="4727448"/>
            <a:ext cx="91440" cy="91440"/>
          </a:xfrm>
          <a:prstGeom prst="rect">
            <a:avLst/>
          </a:prstGeom>
        </p:spPr>
      </p:pic>
      <p:sp>
        <p:nvSpPr>
          <p:cNvPr id="597" name="T"/>
          <p:cNvSpPr txBox="1"/>
          <p:nvPr/>
        </p:nvSpPr>
        <p:spPr>
          <a:xfrm>
            <a:off x="7971232" y="468172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98" name="K"/>
          <p:cNvSpPr/>
          <p:nvPr/>
        </p:nvSpPr>
        <p:spPr>
          <a:xfrm>
            <a:off x="10758042" y="469087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99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10815649" y="4723790"/>
            <a:ext cx="98755" cy="98755"/>
          </a:xfrm>
          <a:prstGeom prst="rect">
            <a:avLst/>
          </a:prstGeom>
        </p:spPr>
      </p:pic>
      <p:sp>
        <p:nvSpPr>
          <p:cNvPr id="600" name="T"/>
          <p:cNvSpPr txBox="1"/>
          <p:nvPr/>
        </p:nvSpPr>
        <p:spPr>
          <a:xfrm>
            <a:off x="10914404" y="469087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01" name="K"/>
          <p:cNvSpPr/>
          <p:nvPr/>
        </p:nvSpPr>
        <p:spPr>
          <a:xfrm>
            <a:off x="9653845" y="4690872"/>
            <a:ext cx="1049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2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9711452" y="4723790"/>
            <a:ext cx="98755" cy="98755"/>
          </a:xfrm>
          <a:prstGeom prst="rect">
            <a:avLst/>
          </a:prstGeom>
        </p:spPr>
      </p:pic>
      <p:sp>
        <p:nvSpPr>
          <p:cNvPr id="603" name="T"/>
          <p:cNvSpPr txBox="1"/>
          <p:nvPr/>
        </p:nvSpPr>
        <p:spPr>
          <a:xfrm>
            <a:off x="9810207" y="4690872"/>
            <a:ext cx="892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15,5 ha terbakar</a:t>
            </a:r>
            <a:endParaRPr lang="id-ID" sz="700"/>
          </a:p>
        </p:txBody>
      </p:sp>
      <p:sp>
        <p:nvSpPr>
          <p:cNvPr id="604" name="K"/>
          <p:cNvSpPr/>
          <p:nvPr/>
        </p:nvSpPr>
        <p:spPr>
          <a:xfrm>
            <a:off x="7589520" y="4910328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0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936662"/>
            <a:ext cx="93634" cy="93634"/>
          </a:xfrm>
          <a:prstGeom prst="rect">
            <a:avLst/>
          </a:prstGeom>
        </p:spPr>
      </p:pic>
      <p:sp>
        <p:nvSpPr>
          <p:cNvPr id="606" name="K"/>
          <p:cNvSpPr/>
          <p:nvPr/>
        </p:nvSpPr>
        <p:spPr>
          <a:xfrm>
            <a:off x="7772400" y="491032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07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4937760"/>
            <a:ext cx="91440" cy="91440"/>
          </a:xfrm>
          <a:prstGeom prst="rect">
            <a:avLst/>
          </a:prstGeom>
        </p:spPr>
      </p:pic>
      <p:sp>
        <p:nvSpPr>
          <p:cNvPr id="608" name="T"/>
          <p:cNvSpPr txBox="1"/>
          <p:nvPr/>
        </p:nvSpPr>
        <p:spPr>
          <a:xfrm>
            <a:off x="7971232" y="4892040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Subulussalam</a:t>
            </a:r>
            <a:endParaRPr lang="id-ID" sz="760"/>
          </a:p>
        </p:txBody>
      </p:sp>
      <p:sp>
        <p:nvSpPr>
          <p:cNvPr id="609" name="K"/>
          <p:cNvSpPr/>
          <p:nvPr/>
        </p:nvSpPr>
        <p:spPr>
          <a:xfrm>
            <a:off x="10888242" y="4901184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4934102"/>
            <a:ext cx="98755" cy="98755"/>
          </a:xfrm>
          <a:prstGeom prst="rect">
            <a:avLst/>
          </a:prstGeom>
        </p:spPr>
      </p:pic>
      <p:sp>
        <p:nvSpPr>
          <p:cNvPr id="611" name="T"/>
          <p:cNvSpPr txBox="1"/>
          <p:nvPr/>
        </p:nvSpPr>
        <p:spPr>
          <a:xfrm>
            <a:off x="11044604" y="4901184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±469 KK</a:t>
            </a:r>
            <a:endParaRPr lang="id-ID" sz="700"/>
          </a:p>
        </p:txBody>
      </p:sp>
      <p:sp>
        <p:nvSpPr>
          <p:cNvPr id="612" name="K"/>
          <p:cNvSpPr/>
          <p:nvPr/>
        </p:nvSpPr>
        <p:spPr>
          <a:xfrm>
            <a:off x="10131245" y="4901184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3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4934102"/>
            <a:ext cx="98755" cy="98755"/>
          </a:xfrm>
          <a:prstGeom prst="rect">
            <a:avLst/>
          </a:prstGeom>
        </p:spPr>
      </p:pic>
      <p:sp>
        <p:nvSpPr>
          <p:cNvPr id="614" name="T"/>
          <p:cNvSpPr txBox="1"/>
          <p:nvPr/>
        </p:nvSpPr>
        <p:spPr>
          <a:xfrm>
            <a:off x="10287607" y="4901184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±177 rumah</a:t>
            </a:r>
            <a:endParaRPr lang="id-ID" sz="700"/>
          </a:p>
        </p:txBody>
      </p:sp>
      <p:sp>
        <p:nvSpPr>
          <p:cNvPr id="615" name="K"/>
          <p:cNvSpPr/>
          <p:nvPr/>
        </p:nvSpPr>
        <p:spPr>
          <a:xfrm>
            <a:off x="7589520" y="5120640"/>
            <a:ext cx="146304" cy="1463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61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615854" y="5146974"/>
            <a:ext cx="93634" cy="93634"/>
          </a:xfrm>
          <a:prstGeom prst="rect">
            <a:avLst/>
          </a:prstGeom>
        </p:spPr>
      </p:pic>
      <p:sp>
        <p:nvSpPr>
          <p:cNvPr id="617" name="K"/>
          <p:cNvSpPr/>
          <p:nvPr/>
        </p:nvSpPr>
        <p:spPr>
          <a:xfrm>
            <a:off x="7772400" y="5120640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18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148072"/>
            <a:ext cx="91440" cy="91440"/>
          </a:xfrm>
          <a:prstGeom prst="rect">
            <a:avLst/>
          </a:prstGeom>
        </p:spPr>
      </p:pic>
      <p:sp>
        <p:nvSpPr>
          <p:cNvPr id="619" name="T"/>
          <p:cNvSpPr txBox="1"/>
          <p:nvPr/>
        </p:nvSpPr>
        <p:spPr>
          <a:xfrm>
            <a:off x="7971232" y="510235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Labuhanbatu</a:t>
            </a:r>
            <a:endParaRPr lang="id-ID" sz="760"/>
          </a:p>
        </p:txBody>
      </p:sp>
      <p:sp>
        <p:nvSpPr>
          <p:cNvPr id="620" name="K"/>
          <p:cNvSpPr/>
          <p:nvPr/>
        </p:nvSpPr>
        <p:spPr>
          <a:xfrm>
            <a:off x="10888242" y="5111496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1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144414"/>
            <a:ext cx="98755" cy="98755"/>
          </a:xfrm>
          <a:prstGeom prst="rect">
            <a:avLst/>
          </a:prstGeom>
        </p:spPr>
      </p:pic>
      <p:sp>
        <p:nvSpPr>
          <p:cNvPr id="622" name="T"/>
          <p:cNvSpPr txBox="1"/>
          <p:nvPr/>
        </p:nvSpPr>
        <p:spPr>
          <a:xfrm>
            <a:off x="11044604" y="5111496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KK</a:t>
            </a:r>
            <a:endParaRPr lang="id-ID" sz="700"/>
          </a:p>
        </p:txBody>
      </p:sp>
      <p:sp>
        <p:nvSpPr>
          <p:cNvPr id="623" name="K"/>
          <p:cNvSpPr/>
          <p:nvPr/>
        </p:nvSpPr>
        <p:spPr>
          <a:xfrm>
            <a:off x="10131245" y="5111496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4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144414"/>
            <a:ext cx="98755" cy="98755"/>
          </a:xfrm>
          <a:prstGeom prst="rect">
            <a:avLst/>
          </a:prstGeom>
        </p:spPr>
      </p:pic>
      <p:sp>
        <p:nvSpPr>
          <p:cNvPr id="625" name="T"/>
          <p:cNvSpPr txBox="1"/>
          <p:nvPr/>
        </p:nvSpPr>
        <p:spPr>
          <a:xfrm>
            <a:off x="10287607" y="5111496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rumah</a:t>
            </a:r>
            <a:endParaRPr lang="id-ID" sz="700"/>
          </a:p>
        </p:txBody>
      </p:sp>
      <p:sp>
        <p:nvSpPr>
          <p:cNvPr id="626" name="K"/>
          <p:cNvSpPr/>
          <p:nvPr/>
        </p:nvSpPr>
        <p:spPr>
          <a:xfrm>
            <a:off x="7589520" y="5330952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2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357286"/>
            <a:ext cx="93634" cy="93634"/>
          </a:xfrm>
          <a:prstGeom prst="rect">
            <a:avLst/>
          </a:prstGeom>
        </p:spPr>
      </p:pic>
      <p:sp>
        <p:nvSpPr>
          <p:cNvPr id="628" name="K"/>
          <p:cNvSpPr/>
          <p:nvPr/>
        </p:nvSpPr>
        <p:spPr>
          <a:xfrm>
            <a:off x="7772400" y="5330952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29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358384"/>
            <a:ext cx="91440" cy="91440"/>
          </a:xfrm>
          <a:prstGeom prst="rect">
            <a:avLst/>
          </a:prstGeom>
        </p:spPr>
      </p:pic>
      <p:sp>
        <p:nvSpPr>
          <p:cNvPr id="630" name="T"/>
          <p:cNvSpPr txBox="1"/>
          <p:nvPr/>
        </p:nvSpPr>
        <p:spPr>
          <a:xfrm>
            <a:off x="7971232" y="5312664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Asahan</a:t>
            </a:r>
            <a:endParaRPr lang="id-ID" sz="760"/>
          </a:p>
        </p:txBody>
      </p:sp>
      <p:sp>
        <p:nvSpPr>
          <p:cNvPr id="631" name="K"/>
          <p:cNvSpPr/>
          <p:nvPr/>
        </p:nvSpPr>
        <p:spPr>
          <a:xfrm>
            <a:off x="10888242" y="5321808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2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354726"/>
            <a:ext cx="98755" cy="98755"/>
          </a:xfrm>
          <a:prstGeom prst="rect">
            <a:avLst/>
          </a:prstGeom>
        </p:spPr>
      </p:pic>
      <p:sp>
        <p:nvSpPr>
          <p:cNvPr id="633" name="T"/>
          <p:cNvSpPr txBox="1"/>
          <p:nvPr/>
        </p:nvSpPr>
        <p:spPr>
          <a:xfrm>
            <a:off x="11044604" y="5321808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KK</a:t>
            </a:r>
            <a:endParaRPr lang="id-ID" sz="700"/>
          </a:p>
        </p:txBody>
      </p:sp>
      <p:sp>
        <p:nvSpPr>
          <p:cNvPr id="634" name="K"/>
          <p:cNvSpPr/>
          <p:nvPr/>
        </p:nvSpPr>
        <p:spPr>
          <a:xfrm>
            <a:off x="10131245" y="5321808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354726"/>
            <a:ext cx="98755" cy="98755"/>
          </a:xfrm>
          <a:prstGeom prst="rect">
            <a:avLst/>
          </a:prstGeom>
        </p:spPr>
      </p:pic>
      <p:sp>
        <p:nvSpPr>
          <p:cNvPr id="636" name="T"/>
          <p:cNvSpPr txBox="1"/>
          <p:nvPr/>
        </p:nvSpPr>
        <p:spPr>
          <a:xfrm>
            <a:off x="10287607" y="5321808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rumah</a:t>
            </a:r>
            <a:endParaRPr lang="id-ID" sz="700"/>
          </a:p>
        </p:txBody>
      </p:sp>
      <p:sp>
        <p:nvSpPr>
          <p:cNvPr id="637" name="K"/>
          <p:cNvSpPr/>
          <p:nvPr/>
        </p:nvSpPr>
        <p:spPr>
          <a:xfrm>
            <a:off x="7589520" y="5541264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3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567598"/>
            <a:ext cx="93634" cy="93634"/>
          </a:xfrm>
          <a:prstGeom prst="rect">
            <a:avLst/>
          </a:prstGeom>
        </p:spPr>
      </p:pic>
      <p:sp>
        <p:nvSpPr>
          <p:cNvPr id="639" name="K"/>
          <p:cNvSpPr/>
          <p:nvPr/>
        </p:nvSpPr>
        <p:spPr>
          <a:xfrm>
            <a:off x="7772400" y="5541264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40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568696"/>
            <a:ext cx="91440" cy="91440"/>
          </a:xfrm>
          <a:prstGeom prst="rect">
            <a:avLst/>
          </a:prstGeom>
        </p:spPr>
      </p:pic>
      <p:sp>
        <p:nvSpPr>
          <p:cNvPr id="641" name="T"/>
          <p:cNvSpPr txBox="1"/>
          <p:nvPr/>
        </p:nvSpPr>
        <p:spPr>
          <a:xfrm>
            <a:off x="7971232" y="5522976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Deli Serdang</a:t>
            </a:r>
            <a:endParaRPr lang="id-ID" sz="760"/>
          </a:p>
        </p:txBody>
      </p:sp>
      <p:sp>
        <p:nvSpPr>
          <p:cNvPr id="642" name="K"/>
          <p:cNvSpPr/>
          <p:nvPr/>
        </p:nvSpPr>
        <p:spPr>
          <a:xfrm>
            <a:off x="10888242" y="5532120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3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565038"/>
            <a:ext cx="98755" cy="98755"/>
          </a:xfrm>
          <a:prstGeom prst="rect">
            <a:avLst/>
          </a:prstGeom>
        </p:spPr>
      </p:pic>
      <p:sp>
        <p:nvSpPr>
          <p:cNvPr id="644" name="T"/>
          <p:cNvSpPr txBox="1"/>
          <p:nvPr/>
        </p:nvSpPr>
        <p:spPr>
          <a:xfrm>
            <a:off x="11044604" y="5532120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±146 KK</a:t>
            </a:r>
            <a:endParaRPr lang="id-ID" sz="700"/>
          </a:p>
        </p:txBody>
      </p:sp>
      <p:sp>
        <p:nvSpPr>
          <p:cNvPr id="645" name="K"/>
          <p:cNvSpPr/>
          <p:nvPr/>
        </p:nvSpPr>
        <p:spPr>
          <a:xfrm>
            <a:off x="7589520" y="575157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4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777910"/>
            <a:ext cx="93634" cy="93634"/>
          </a:xfrm>
          <a:prstGeom prst="rect">
            <a:avLst/>
          </a:prstGeom>
        </p:spPr>
      </p:pic>
      <p:sp>
        <p:nvSpPr>
          <p:cNvPr id="647" name="K"/>
          <p:cNvSpPr/>
          <p:nvPr/>
        </p:nvSpPr>
        <p:spPr>
          <a:xfrm>
            <a:off x="7772400" y="5751576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64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7799832" y="5779008"/>
            <a:ext cx="91440" cy="91440"/>
          </a:xfrm>
          <a:prstGeom prst="rect">
            <a:avLst/>
          </a:prstGeom>
        </p:spPr>
      </p:pic>
      <p:sp>
        <p:nvSpPr>
          <p:cNvPr id="649" name="T"/>
          <p:cNvSpPr txBox="1"/>
          <p:nvPr/>
        </p:nvSpPr>
        <p:spPr>
          <a:xfrm>
            <a:off x="7971232" y="573328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650" name="K"/>
          <p:cNvSpPr/>
          <p:nvPr/>
        </p:nvSpPr>
        <p:spPr>
          <a:xfrm>
            <a:off x="10758042" y="574243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10815649" y="5775350"/>
            <a:ext cx="98755" cy="98755"/>
          </a:xfrm>
          <a:prstGeom prst="rect">
            <a:avLst/>
          </a:prstGeom>
        </p:spPr>
      </p:pic>
      <p:sp>
        <p:nvSpPr>
          <p:cNvPr id="652" name="T"/>
          <p:cNvSpPr txBox="1"/>
          <p:nvPr/>
        </p:nvSpPr>
        <p:spPr>
          <a:xfrm>
            <a:off x="10914404" y="574243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53" name="K"/>
          <p:cNvSpPr/>
          <p:nvPr/>
        </p:nvSpPr>
        <p:spPr>
          <a:xfrm>
            <a:off x="10174645" y="5742432"/>
            <a:ext cx="5285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54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232252" y="5775350"/>
            <a:ext cx="98755" cy="98755"/>
          </a:xfrm>
          <a:prstGeom prst="rect">
            <a:avLst/>
          </a:prstGeom>
        </p:spPr>
      </p:pic>
      <p:sp>
        <p:nvSpPr>
          <p:cNvPr id="655" name="T"/>
          <p:cNvSpPr txBox="1"/>
          <p:nvPr/>
        </p:nvSpPr>
        <p:spPr>
          <a:xfrm>
            <a:off x="10331007" y="5742432"/>
            <a:ext cx="3721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±35 KK</a:t>
            </a:r>
            <a:endParaRPr lang="id-ID" sz="700"/>
          </a:p>
        </p:txBody>
      </p:sp>
      <p:sp>
        <p:nvSpPr>
          <p:cNvPr id="782" name="K"/>
          <p:cNvSpPr/>
          <p:nvPr/>
        </p:nvSpPr>
        <p:spPr>
          <a:xfrm>
            <a:off x="7406640" y="6080760"/>
            <a:ext cx="4236415" cy="27432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</p:spPr>
      </p:sp>
      <p:sp>
        <p:nvSpPr>
          <p:cNvPr id="783" name="T"/>
          <p:cNvSpPr txBox="1"/>
          <p:nvPr/>
        </p:nvSpPr>
        <p:spPr>
          <a:xfrm>
            <a:off x="7974025" y="608076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KETERANGAN</a:t>
            </a:r>
            <a:endParaRPr lang="id-ID" sz="680"/>
          </a:p>
        </p:txBody>
      </p:sp>
      <p:sp>
        <p:nvSpPr>
          <p:cNvPr id="784" name="K"/>
          <p:cNvSpPr/>
          <p:nvPr/>
        </p:nvSpPr>
        <p:spPr>
          <a:xfrm>
            <a:off x="9117025" y="6140196"/>
            <a:ext cx="155448" cy="15544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785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9149029" y="6172200"/>
            <a:ext cx="91440" cy="91440"/>
          </a:xfrm>
          <a:prstGeom prst="rect">
            <a:avLst/>
          </a:prstGeom>
        </p:spPr>
      </p:pic>
      <p:sp>
        <p:nvSpPr>
          <p:cNvPr id="786" name="T"/>
          <p:cNvSpPr txBox="1"/>
          <p:nvPr/>
        </p:nvSpPr>
        <p:spPr>
          <a:xfrm>
            <a:off x="9327337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750"/>
          </a:p>
        </p:txBody>
      </p:sp>
      <p:sp>
        <p:nvSpPr>
          <p:cNvPr id="787" name="K"/>
          <p:cNvSpPr/>
          <p:nvPr/>
        </p:nvSpPr>
        <p:spPr>
          <a:xfrm>
            <a:off x="10011308" y="6140196"/>
            <a:ext cx="155448" cy="15544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8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10043312" y="6172200"/>
            <a:ext cx="91440" cy="91440"/>
          </a:xfrm>
          <a:prstGeom prst="rect">
            <a:avLst/>
          </a:prstGeom>
        </p:spPr>
      </p:pic>
      <p:sp>
        <p:nvSpPr>
          <p:cNvPr id="789" name="T"/>
          <p:cNvSpPr txBox="1"/>
          <p:nvPr/>
        </p:nvSpPr>
        <p:spPr>
          <a:xfrm>
            <a:off x="10221620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63854"/>
            <a:ext cx="542834" cy="6839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468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548640" y="3657600"/>
            <a:ext cx="475488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Harian, 27–28 Oktober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