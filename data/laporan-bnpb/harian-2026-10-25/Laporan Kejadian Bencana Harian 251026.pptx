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M1" Type="http://schemas.openxmlformats.org/officeDocument/2006/relationships/image" Target="../media/h25-tpl-ppt-media-image-2-2.png"/><Relationship Id="rIdM2" Type="http://schemas.openxmlformats.org/officeDocument/2006/relationships/image" Target="../media/h25-tpl-ppt-media-image-2-3.png"/><Relationship Id="rIdM3" Type="http://schemas.openxmlformats.org/officeDocument/2006/relationships/image" Target="../media/h25-tpl-ppt-media-image-2-4.png"/><Relationship Id="rIdM4" Type="http://schemas.openxmlformats.org/officeDocument/2006/relationships/image" Target="../media/h25-tpl-ppt-media-image-2-5.png"/><Relationship Id="rIdM5" Type="http://schemas.openxmlformats.org/officeDocument/2006/relationships/image" Target="../media/h25-tpl-ppt-media-image-2-6.png"/><Relationship Id="rIdM6" Type="http://schemas.openxmlformats.org/officeDocument/2006/relationships/image" Target="../media/h25-tpl-ppt-media-image-2-7.png"/><Relationship Id="rIdM7" Type="http://schemas.openxmlformats.org/officeDocument/2006/relationships/image" Target="../media/h25-ik-awas-baja.png"/><Relationship Id="rIdM8" Type="http://schemas.openxmlformats.org/officeDocument/2006/relationships/image" Target="../media/h25-tpl-ppt-media-image-2-8.png"/><Relationship Id="rIdM9" Type="http://schemas.openxmlformats.org/officeDocument/2006/relationships/image" Target="../media/h25-peta.png"/><Relationship Id="rIdM10" Type="http://schemas.openxmlformats.org/officeDocument/2006/relationships/image" Target="../media/h25-tpl-ppt-media-image-2-10.png"/><Relationship Id="rIdM11" Type="http://schemas.openxmlformats.org/officeDocument/2006/relationships/image" Target="../media/h25-tpl-ppt-media-image-2-11.png"/><Relationship Id="rIdM12" Type="http://schemas.openxmlformats.org/officeDocument/2006/relationships/image" Target="../media/h25-tpl-ppt-media-image-2-12.png"/><Relationship Id="rIdM13" Type="http://schemas.openxmlformats.org/officeDocument/2006/relationships/image" Target="../media/h25-tpl-ppt-media-image-2-13.png"/><Relationship Id="rIdM14" Type="http://schemas.openxmlformats.org/officeDocument/2006/relationships/image" Target="../media/h25-tpl-ppt-media-image-2-30.png"/><Relationship Id="rIdM15" Type="http://schemas.openxmlformats.org/officeDocument/2006/relationships/image" Target="../media/h25-ik-hati-putih.png"/><Relationship Id="rIdM16" Type="http://schemas.openxmlformats.org/officeDocument/2006/relationships/image" Target="../media/h25-tpl-ppt-media-image-2-3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Relationship Id="rIdM1" Type="http://schemas.openxmlformats.org/officeDocument/2006/relationships/image" Target="../media/h25-tpl-ppt-media-image-2-12.png"/><Relationship Id="rIdM2" Type="http://schemas.openxmlformats.org/officeDocument/2006/relationships/image" Target="../media/h25-tpl-ppt-media-image-2-11.png"/><Relationship Id="rIdM3" Type="http://schemas.openxmlformats.org/officeDocument/2006/relationships/image" Target="../media/h25-tpl-ppt-media-image-3-4.png"/><Relationship Id="rIdM4" Type="http://schemas.openxmlformats.org/officeDocument/2006/relationships/image" Target="../media/h25-tpl-ppt-media-image-2-13.png"/><Relationship Id="rIdM5" Type="http://schemas.openxmlformats.org/officeDocument/2006/relationships/image" Target="../media/h25-tpl-ppt-media-image-2-10.png"/><Relationship Id="rIdM6" Type="http://schemas.openxmlformats.org/officeDocument/2006/relationships/image" Target="../media/h25-ik-gempa-putih.png"/><Relationship Id="rIdM7" Type="http://schemas.openxmlformats.org/officeDocument/2006/relationships/image" Target="../media/h25-ik-rumah-navy.png"/><Relationship Id="rIdM8" Type="http://schemas.openxmlformats.org/officeDocument/2006/relationships/image" Target="../media/h25-ik-kalender-oranye.png"/><Relationship Id="rIdM9" Type="http://schemas.openxmlformats.org/officeDocument/2006/relationships/image" Target="../media/h25-ik-tenda-slate.png"/><Relationship Id="rIdM10" Type="http://schemas.openxmlformats.org/officeDocument/2006/relationships/image" Target="../media/h25-ik-hati-merah.png"/><Relationship Id="rIdM11" Type="http://schemas.openxmlformats.org/officeDocument/2006/relationships/image" Target="../media/h25-ik-rumah-slate.png"/><Relationship Id="rIdM12" Type="http://schemas.openxmlformats.org/officeDocument/2006/relationships/image" Target="../media/h25-ik-banjir-putih.png"/><Relationship Id="rIdM13" Type="http://schemas.openxmlformats.org/officeDocument/2006/relationships/image" Target="../media/h25-ik-api-putih.png"/><Relationship Id="rIdM14" Type="http://schemas.openxmlformats.org/officeDocument/2006/relationships/image" Target="../media/h25-ik-api-oranye.png"/><Relationship Id="rIdM15" Type="http://schemas.openxmlformats.org/officeDocument/2006/relationships/image" Target="../media/h25-tpl-ppt-media-image-3-34.png"/><Relationship Id="rIdM16" Type="http://schemas.openxmlformats.org/officeDocument/2006/relationships/image" Target="../media/h25-tpl-ppt-media-image-3-36.png"/><Relationship Id="rIdM17" Type="http://schemas.openxmlformats.org/officeDocument/2006/relationships/image" Target="../media/h25-tpl-ppt-media-image-3-38.png"/><Relationship Id="rIdM18" Type="http://schemas.openxmlformats.org/officeDocument/2006/relationships/image" Target="../media/h25-ik-awas-putih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18134"/>
            <a:ext cx="542834" cy="68397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28455" y="4572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2" descr="img/berakhl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30352"/>
            <a:ext cx="2240280" cy="85256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</a:t>
            </a:r>
            <a:endParaRPr lang="en-US" sz="3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017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349300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10" name="Shape 5"/>
          <p:cNvSpPr/>
          <p:nvPr/>
        </p:nvSpPr>
        <p:spPr>
          <a:xfrm>
            <a:off x="612648" y="3547872"/>
            <a:ext cx="274320" cy="274320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60730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PERIODE  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 2026, 07.00  –  25 Okt 2026, 07.00 WIB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206240"/>
            <a:ext cx="51206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DISAMPAIKAN OLEH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Letnan Jenderal TNI Kristomei Sianturi, S.Sos., M.Si., M.Si. (Han)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Kepala Badan Nasional Penanggulangan Bencana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5303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Minggu, 25 Oktober 2026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516" name="T"/>
          <p:cNvSpPr txBox="1"/>
          <p:nvPr/>
        </p:nvSpPr>
        <p:spPr>
          <a:xfrm>
            <a:off x="548640" y="237744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Laporan 24–25 Oktober 2026: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14 provinsi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terdiri atas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kekeringan, dan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000"/>
          </a:p>
        </p:txBody>
      </p:sp>
      <p:sp>
        <p:nvSpPr>
          <p:cNvPr id="517" name="T"/>
          <p:cNvSpPr txBox="1"/>
          <p:nvPr/>
        </p:nvSpPr>
        <p:spPr>
          <a:xfrm>
            <a:off x="548640" y="1033272"/>
            <a:ext cx="10454335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Cut-off 25 Oktober 2026, 08.00 WIB.</a:t>
            </a:r>
            <a:r>
              <a:rPr lang="id-ID" sz="7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  Kejadian: Dit. Koordalops BNPB (24 Okt 07.00 s.d. 25 Okt 07.00 WIB). Angka karhutla: centurisk97.id (24 Okt).</a:t>
            </a:r>
            <a:endParaRPr lang="id-ID" sz="750"/>
          </a:p>
        </p:txBody>
      </p:sp>
      <p:sp>
        <p:nvSpPr>
          <p:cNvPr id="301" name="K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02" name="K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335024"/>
            <a:ext cx="1265219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KEJADIAN BENCANA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</p:sp>
      <p:sp>
        <p:nvSpPr>
          <p:cNvPr id="306" name="K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9749699" y="1335024"/>
            <a:ext cx="1193896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09" name="K"/>
          <p:cNvSpPr/>
          <p:nvPr/>
        </p:nvSpPr>
        <p:spPr>
          <a:xfrm>
            <a:off x="658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0" name="K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1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312" name="T"/>
          <p:cNvSpPr txBox="1"/>
          <p:nvPr/>
        </p:nvSpPr>
        <p:spPr>
          <a:xfrm>
            <a:off x="1170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23</a:t>
            </a:r>
            <a:endParaRPr lang="id-ID" sz="1700"/>
          </a:p>
        </p:txBody>
      </p:sp>
      <p:sp>
        <p:nvSpPr>
          <p:cNvPr id="313" name="T"/>
          <p:cNvSpPr txBox="1"/>
          <p:nvPr/>
        </p:nvSpPr>
        <p:spPr>
          <a:xfrm>
            <a:off x="1170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laporan kejadian</a:t>
            </a:r>
            <a:endParaRPr lang="id-ID" sz="750"/>
          </a:p>
        </p:txBody>
      </p:sp>
      <p:sp>
        <p:nvSpPr>
          <p:cNvPr id="314" name="K"/>
          <p:cNvSpPr/>
          <p:nvPr/>
        </p:nvSpPr>
        <p:spPr>
          <a:xfrm>
            <a:off x="23486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5" name="K"/>
          <p:cNvSpPr/>
          <p:nvPr/>
        </p:nvSpPr>
        <p:spPr>
          <a:xfrm>
            <a:off x="245834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531498" y="1755648"/>
            <a:ext cx="182880" cy="182880"/>
          </a:xfrm>
          <a:prstGeom prst="rect">
            <a:avLst/>
          </a:prstGeom>
        </p:spPr>
      </p:pic>
      <p:sp>
        <p:nvSpPr>
          <p:cNvPr id="317" name="T"/>
          <p:cNvSpPr txBox="1"/>
          <p:nvPr/>
        </p:nvSpPr>
        <p:spPr>
          <a:xfrm>
            <a:off x="28606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23</a:t>
            </a:r>
            <a:endParaRPr lang="id-ID" sz="1700"/>
          </a:p>
        </p:txBody>
      </p:sp>
      <p:sp>
        <p:nvSpPr>
          <p:cNvPr id="318" name="T"/>
          <p:cNvSpPr txBox="1"/>
          <p:nvPr/>
        </p:nvSpPr>
        <p:spPr>
          <a:xfrm>
            <a:off x="28606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menonjol</a:t>
            </a:r>
            <a:endParaRPr lang="id-ID" sz="750"/>
          </a:p>
        </p:txBody>
      </p:sp>
      <p:sp>
        <p:nvSpPr>
          <p:cNvPr id="319" name="K"/>
          <p:cNvSpPr/>
          <p:nvPr/>
        </p:nvSpPr>
        <p:spPr>
          <a:xfrm>
            <a:off x="40388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0" name="K"/>
          <p:cNvSpPr/>
          <p:nvPr/>
        </p:nvSpPr>
        <p:spPr>
          <a:xfrm>
            <a:off x="4148596" y="1682496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</p:sp>
      <p:pic>
        <p:nvPicPr>
          <p:cNvPr id="32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4221748" y="1755648"/>
            <a:ext cx="182880" cy="182880"/>
          </a:xfrm>
          <a:prstGeom prst="rect">
            <a:avLst/>
          </a:prstGeom>
        </p:spPr>
      </p:pic>
      <p:sp>
        <p:nvSpPr>
          <p:cNvPr id="322" name="T"/>
          <p:cNvSpPr txBox="1"/>
          <p:nvPr/>
        </p:nvSpPr>
        <p:spPr>
          <a:xfrm>
            <a:off x="45509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endParaRPr lang="id-ID" sz="1700"/>
          </a:p>
        </p:txBody>
      </p:sp>
      <p:sp>
        <p:nvSpPr>
          <p:cNvPr id="323" name="T"/>
          <p:cNvSpPr txBox="1"/>
          <p:nvPr/>
        </p:nvSpPr>
        <p:spPr>
          <a:xfrm>
            <a:off x="45509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324" name="K"/>
          <p:cNvSpPr/>
          <p:nvPr/>
        </p:nvSpPr>
        <p:spPr>
          <a:xfrm>
            <a:off x="57291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5" name="K"/>
          <p:cNvSpPr/>
          <p:nvPr/>
        </p:nvSpPr>
        <p:spPr>
          <a:xfrm>
            <a:off x="5838846" y="1682496"/>
            <a:ext cx="329184" cy="329184"/>
          </a:xfrm>
          <a:prstGeom prst="ellipse">
            <a:avLst/>
          </a:prstGeom>
          <a:solidFill>
            <a:srgbClr val="F4ECDC"/>
          </a:solidFill>
          <a:ln>
            <a:noFill/>
          </a:ln>
        </p:spPr>
      </p:sp>
      <p:pic>
        <p:nvPicPr>
          <p:cNvPr id="32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5911998" y="1755648"/>
            <a:ext cx="182880" cy="182880"/>
          </a:xfrm>
          <a:prstGeom prst="rect">
            <a:avLst/>
          </a:prstGeom>
        </p:spPr>
      </p:pic>
      <p:sp>
        <p:nvSpPr>
          <p:cNvPr id="327" name="T"/>
          <p:cNvSpPr txBox="1"/>
          <p:nvPr/>
        </p:nvSpPr>
        <p:spPr>
          <a:xfrm>
            <a:off x="62411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7</a:t>
            </a:r>
            <a:endParaRPr lang="id-ID" sz="1700"/>
          </a:p>
        </p:txBody>
      </p:sp>
      <p:sp>
        <p:nvSpPr>
          <p:cNvPr id="328" name="T"/>
          <p:cNvSpPr txBox="1"/>
          <p:nvPr/>
        </p:nvSpPr>
        <p:spPr>
          <a:xfrm>
            <a:off x="62411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329" name="K"/>
          <p:cNvSpPr/>
          <p:nvPr/>
        </p:nvSpPr>
        <p:spPr>
          <a:xfrm>
            <a:off x="7419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0" name="K"/>
          <p:cNvSpPr/>
          <p:nvPr/>
        </p:nvSpPr>
        <p:spPr>
          <a:xfrm>
            <a:off x="7529096" y="1682496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7602248" y="1755648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7931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3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7931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5" name="K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</p:sp>
      <p:pic>
        <p:nvPicPr>
          <p:cNvPr id="33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7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 perlu perhatian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340" name="K"/>
          <p:cNvSpPr/>
          <p:nvPr/>
        </p:nvSpPr>
        <p:spPr>
          <a:xfrm>
            <a:off x="3475300" y="352911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1" name="T"/>
          <p:cNvSpPr txBox="1"/>
          <p:nvPr/>
        </p:nvSpPr>
        <p:spPr>
          <a:xfrm>
            <a:off x="3475300" y="35291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2" name="K"/>
          <p:cNvSpPr/>
          <p:nvPr/>
        </p:nvSpPr>
        <p:spPr>
          <a:xfrm>
            <a:off x="3608619" y="3478093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3" name="T"/>
          <p:cNvSpPr txBox="1"/>
          <p:nvPr/>
        </p:nvSpPr>
        <p:spPr>
          <a:xfrm>
            <a:off x="3608619" y="3478093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4" name="T"/>
          <p:cNvSpPr txBox="1"/>
          <p:nvPr/>
        </p:nvSpPr>
        <p:spPr>
          <a:xfrm>
            <a:off x="3749620" y="35656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Tengah</a:t>
            </a:r>
            <a:endParaRPr lang="id-ID" sz="750"/>
          </a:p>
        </p:txBody>
      </p:sp>
      <p:sp>
        <p:nvSpPr>
          <p:cNvPr id="345" name="K"/>
          <p:cNvSpPr/>
          <p:nvPr/>
        </p:nvSpPr>
        <p:spPr>
          <a:xfrm>
            <a:off x="1927738" y="379872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6" name="T"/>
          <p:cNvSpPr txBox="1"/>
          <p:nvPr/>
        </p:nvSpPr>
        <p:spPr>
          <a:xfrm>
            <a:off x="1927738" y="3798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7" name="K"/>
          <p:cNvSpPr/>
          <p:nvPr/>
        </p:nvSpPr>
        <p:spPr>
          <a:xfrm>
            <a:off x="2061058" y="374770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8" name="T"/>
          <p:cNvSpPr txBox="1"/>
          <p:nvPr/>
        </p:nvSpPr>
        <p:spPr>
          <a:xfrm>
            <a:off x="2061058" y="374770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9" name="T"/>
          <p:cNvSpPr txBox="1"/>
          <p:nvPr/>
        </p:nvSpPr>
        <p:spPr>
          <a:xfrm>
            <a:off x="409834" y="38353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Selatan</a:t>
            </a:r>
            <a:endParaRPr lang="id-ID" sz="750"/>
          </a:p>
        </p:txBody>
      </p:sp>
      <p:sp>
        <p:nvSpPr>
          <p:cNvPr id="350" name="K"/>
          <p:cNvSpPr/>
          <p:nvPr/>
        </p:nvSpPr>
        <p:spPr>
          <a:xfrm>
            <a:off x="1684296" y="354475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1" name="T"/>
          <p:cNvSpPr txBox="1"/>
          <p:nvPr/>
        </p:nvSpPr>
        <p:spPr>
          <a:xfrm>
            <a:off x="1684296" y="354475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2" name="K"/>
          <p:cNvSpPr/>
          <p:nvPr/>
        </p:nvSpPr>
        <p:spPr>
          <a:xfrm>
            <a:off x="1817615" y="349373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3" name="T"/>
          <p:cNvSpPr txBox="1"/>
          <p:nvPr/>
        </p:nvSpPr>
        <p:spPr>
          <a:xfrm>
            <a:off x="1817615" y="349373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4" name="T"/>
          <p:cNvSpPr txBox="1"/>
          <p:nvPr/>
        </p:nvSpPr>
        <p:spPr>
          <a:xfrm>
            <a:off x="166392" y="358132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750"/>
          </a:p>
        </p:txBody>
      </p:sp>
      <p:sp>
        <p:nvSpPr>
          <p:cNvPr id="355" name="K"/>
          <p:cNvSpPr/>
          <p:nvPr/>
        </p:nvSpPr>
        <p:spPr>
          <a:xfrm>
            <a:off x="1526329" y="318500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6" name="T"/>
          <p:cNvSpPr txBox="1"/>
          <p:nvPr/>
        </p:nvSpPr>
        <p:spPr>
          <a:xfrm>
            <a:off x="1526329" y="31850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7" name="T"/>
          <p:cNvSpPr txBox="1"/>
          <p:nvPr/>
        </p:nvSpPr>
        <p:spPr>
          <a:xfrm>
            <a:off x="1800649" y="322157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50"/>
          </a:p>
        </p:txBody>
      </p:sp>
      <p:sp>
        <p:nvSpPr>
          <p:cNvPr id="358" name="K"/>
          <p:cNvSpPr/>
          <p:nvPr/>
        </p:nvSpPr>
        <p:spPr>
          <a:xfrm>
            <a:off x="3980367" y="31831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9" name="T"/>
          <p:cNvSpPr txBox="1"/>
          <p:nvPr/>
        </p:nvSpPr>
        <p:spPr>
          <a:xfrm>
            <a:off x="3980367" y="31831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0" name="T"/>
          <p:cNvSpPr txBox="1"/>
          <p:nvPr/>
        </p:nvSpPr>
        <p:spPr>
          <a:xfrm>
            <a:off x="2462463" y="32197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Timur</a:t>
            </a:r>
            <a:endParaRPr lang="id-ID" sz="750"/>
          </a:p>
        </p:txBody>
      </p:sp>
      <p:sp>
        <p:nvSpPr>
          <p:cNvPr id="361" name="K"/>
          <p:cNvSpPr/>
          <p:nvPr/>
        </p:nvSpPr>
        <p:spPr>
          <a:xfrm>
            <a:off x="3096361" y="32720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2" name="T"/>
          <p:cNvSpPr txBox="1"/>
          <p:nvPr/>
        </p:nvSpPr>
        <p:spPr>
          <a:xfrm>
            <a:off x="3096361" y="32720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3" name="K"/>
          <p:cNvSpPr/>
          <p:nvPr/>
        </p:nvSpPr>
        <p:spPr>
          <a:xfrm>
            <a:off x="3229681" y="322107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64" name="T"/>
          <p:cNvSpPr txBox="1"/>
          <p:nvPr/>
        </p:nvSpPr>
        <p:spPr>
          <a:xfrm>
            <a:off x="3229681" y="322107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65" name="T"/>
          <p:cNvSpPr txBox="1"/>
          <p:nvPr/>
        </p:nvSpPr>
        <p:spPr>
          <a:xfrm>
            <a:off x="1578457" y="33086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Barat</a:t>
            </a:r>
            <a:endParaRPr lang="id-ID" sz="750"/>
          </a:p>
        </p:txBody>
      </p:sp>
      <p:sp>
        <p:nvSpPr>
          <p:cNvPr id="366" name="K"/>
          <p:cNvSpPr/>
          <p:nvPr/>
        </p:nvSpPr>
        <p:spPr>
          <a:xfrm>
            <a:off x="7871081" y="435180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7" name="T"/>
          <p:cNvSpPr txBox="1"/>
          <p:nvPr/>
        </p:nvSpPr>
        <p:spPr>
          <a:xfrm>
            <a:off x="7871081" y="435180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8" name="K"/>
          <p:cNvSpPr/>
          <p:nvPr/>
        </p:nvSpPr>
        <p:spPr>
          <a:xfrm>
            <a:off x="8004400" y="430078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69" name="T"/>
          <p:cNvSpPr txBox="1"/>
          <p:nvPr/>
        </p:nvSpPr>
        <p:spPr>
          <a:xfrm>
            <a:off x="8004400" y="430078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70" name="T"/>
          <p:cNvSpPr txBox="1"/>
          <p:nvPr/>
        </p:nvSpPr>
        <p:spPr>
          <a:xfrm>
            <a:off x="6353177" y="43883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50"/>
          </a:p>
        </p:txBody>
      </p:sp>
      <p:sp>
        <p:nvSpPr>
          <p:cNvPr id="371" name="K"/>
          <p:cNvSpPr/>
          <p:nvPr/>
        </p:nvSpPr>
        <p:spPr>
          <a:xfrm>
            <a:off x="2479358" y="4437816"/>
            <a:ext cx="265176" cy="26517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2" name="T"/>
          <p:cNvSpPr txBox="1"/>
          <p:nvPr/>
        </p:nvSpPr>
        <p:spPr>
          <a:xfrm>
            <a:off x="2479358" y="4437816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850"/>
          </a:p>
        </p:txBody>
      </p:sp>
      <p:sp>
        <p:nvSpPr>
          <p:cNvPr id="373" name="K"/>
          <p:cNvSpPr/>
          <p:nvPr/>
        </p:nvSpPr>
        <p:spPr>
          <a:xfrm>
            <a:off x="2645596" y="4604054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74" name="T"/>
          <p:cNvSpPr txBox="1"/>
          <p:nvPr/>
        </p:nvSpPr>
        <p:spPr>
          <a:xfrm>
            <a:off x="2645596" y="4604054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375" name="K"/>
          <p:cNvSpPr/>
          <p:nvPr/>
        </p:nvSpPr>
        <p:spPr>
          <a:xfrm>
            <a:off x="2654740" y="439045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76" name="T"/>
          <p:cNvSpPr txBox="1"/>
          <p:nvPr/>
        </p:nvSpPr>
        <p:spPr>
          <a:xfrm>
            <a:off x="2654740" y="439045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77" name="T"/>
          <p:cNvSpPr txBox="1"/>
          <p:nvPr/>
        </p:nvSpPr>
        <p:spPr>
          <a:xfrm>
            <a:off x="961454" y="449725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endParaRPr lang="id-ID" sz="750"/>
          </a:p>
        </p:txBody>
      </p:sp>
      <p:sp>
        <p:nvSpPr>
          <p:cNvPr id="378" name="K"/>
          <p:cNvSpPr/>
          <p:nvPr/>
        </p:nvSpPr>
        <p:spPr>
          <a:xfrm>
            <a:off x="2892040" y="4430120"/>
            <a:ext cx="310896" cy="31089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9" name="T"/>
          <p:cNvSpPr txBox="1"/>
          <p:nvPr/>
        </p:nvSpPr>
        <p:spPr>
          <a:xfrm>
            <a:off x="2892040" y="4430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850"/>
          </a:p>
        </p:txBody>
      </p:sp>
      <p:sp>
        <p:nvSpPr>
          <p:cNvPr id="380" name="K"/>
          <p:cNvSpPr/>
          <p:nvPr/>
        </p:nvSpPr>
        <p:spPr>
          <a:xfrm>
            <a:off x="3100340" y="4638421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81" name="T"/>
          <p:cNvSpPr txBox="1"/>
          <p:nvPr/>
        </p:nvSpPr>
        <p:spPr>
          <a:xfrm>
            <a:off x="3100340" y="4638421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650"/>
          </a:p>
        </p:txBody>
      </p:sp>
      <p:sp>
        <p:nvSpPr>
          <p:cNvPr id="382" name="K"/>
          <p:cNvSpPr/>
          <p:nvPr/>
        </p:nvSpPr>
        <p:spPr>
          <a:xfrm>
            <a:off x="3109484" y="4386412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83" name="T"/>
          <p:cNvSpPr txBox="1"/>
          <p:nvPr/>
        </p:nvSpPr>
        <p:spPr>
          <a:xfrm>
            <a:off x="3109484" y="4386412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84" name="T"/>
          <p:cNvSpPr txBox="1"/>
          <p:nvPr/>
        </p:nvSpPr>
        <p:spPr>
          <a:xfrm>
            <a:off x="2315968" y="4812157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750"/>
          </a:p>
        </p:txBody>
      </p:sp>
      <p:sp>
        <p:nvSpPr>
          <p:cNvPr id="385" name="K"/>
          <p:cNvSpPr/>
          <p:nvPr/>
        </p:nvSpPr>
        <p:spPr>
          <a:xfrm>
            <a:off x="3506997" y="4569204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86" name="T"/>
          <p:cNvSpPr txBox="1"/>
          <p:nvPr/>
        </p:nvSpPr>
        <p:spPr>
          <a:xfrm>
            <a:off x="3506997" y="45692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7" name="T"/>
          <p:cNvSpPr txBox="1"/>
          <p:nvPr/>
        </p:nvSpPr>
        <p:spPr>
          <a:xfrm>
            <a:off x="3781317" y="46057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endParaRPr lang="id-ID" sz="750"/>
          </a:p>
        </p:txBody>
      </p:sp>
      <p:sp>
        <p:nvSpPr>
          <p:cNvPr id="388" name="K"/>
          <p:cNvSpPr/>
          <p:nvPr/>
        </p:nvSpPr>
        <p:spPr>
          <a:xfrm>
            <a:off x="4602013" y="3996297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89" name="T"/>
          <p:cNvSpPr txBox="1"/>
          <p:nvPr/>
        </p:nvSpPr>
        <p:spPr>
          <a:xfrm>
            <a:off x="4602013" y="399629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0" name="T"/>
          <p:cNvSpPr txBox="1"/>
          <p:nvPr/>
        </p:nvSpPr>
        <p:spPr>
          <a:xfrm>
            <a:off x="4876333" y="403287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Selatan</a:t>
            </a:r>
            <a:endParaRPr lang="id-ID" sz="750"/>
          </a:p>
        </p:txBody>
      </p:sp>
      <p:sp>
        <p:nvSpPr>
          <p:cNvPr id="391" name="K"/>
          <p:cNvSpPr/>
          <p:nvPr/>
        </p:nvSpPr>
        <p:spPr>
          <a:xfrm>
            <a:off x="4767899" y="4701217"/>
            <a:ext cx="219456" cy="219456"/>
          </a:xfrm>
          <a:prstGeom prst="ellipse">
            <a:avLst/>
          </a:prstGeom>
          <a:solidFill>
            <a:srgbClr val="5B7A99"/>
          </a:solidFill>
          <a:ln w="19050">
            <a:solidFill>
              <a:srgbClr val="FFFFFF"/>
            </a:solidFill>
          </a:ln>
        </p:spPr>
      </p:sp>
      <p:sp>
        <p:nvSpPr>
          <p:cNvPr id="392" name="T"/>
          <p:cNvSpPr txBox="1"/>
          <p:nvPr/>
        </p:nvSpPr>
        <p:spPr>
          <a:xfrm>
            <a:off x="4767899" y="47012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3" name="T"/>
          <p:cNvSpPr txBox="1"/>
          <p:nvPr/>
        </p:nvSpPr>
        <p:spPr>
          <a:xfrm>
            <a:off x="5042219" y="47377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NTT</a:t>
            </a:r>
            <a:endParaRPr lang="id-ID" sz="750"/>
          </a:p>
        </p:txBody>
      </p:sp>
      <p:sp>
        <p:nvSpPr>
          <p:cNvPr id="394" name="K"/>
          <p:cNvSpPr/>
          <p:nvPr/>
        </p:nvSpPr>
        <p:spPr>
          <a:xfrm>
            <a:off x="1339016" y="3374536"/>
            <a:ext cx="219456" cy="21945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95" name="T"/>
          <p:cNvSpPr txBox="1"/>
          <p:nvPr/>
        </p:nvSpPr>
        <p:spPr>
          <a:xfrm>
            <a:off x="1339016" y="337453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6" name="T"/>
          <p:cNvSpPr txBox="1"/>
          <p:nvPr/>
        </p:nvSpPr>
        <p:spPr>
          <a:xfrm>
            <a:off x="-178887" y="341111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Barat</a:t>
            </a:r>
            <a:endParaRPr lang="id-ID" sz="750"/>
          </a:p>
        </p:txBody>
      </p:sp>
      <p:sp>
        <p:nvSpPr>
          <p:cNvPr id="397" name="K"/>
          <p:cNvSpPr/>
          <p:nvPr/>
        </p:nvSpPr>
        <p:spPr>
          <a:xfrm>
            <a:off x="6513134" y="3456879"/>
            <a:ext cx="219456" cy="219456"/>
          </a:xfrm>
          <a:prstGeom prst="ellipse">
            <a:avLst/>
          </a:prstGeom>
          <a:solidFill>
            <a:srgbClr val="A23B2A"/>
          </a:solidFill>
          <a:ln w="19050">
            <a:solidFill>
              <a:srgbClr val="FFFFFF"/>
            </a:solidFill>
          </a:ln>
        </p:spPr>
      </p:sp>
      <p:sp>
        <p:nvSpPr>
          <p:cNvPr id="398" name="T"/>
          <p:cNvSpPr txBox="1"/>
          <p:nvPr/>
        </p:nvSpPr>
        <p:spPr>
          <a:xfrm>
            <a:off x="6513134" y="345687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9" name="T"/>
          <p:cNvSpPr txBox="1"/>
          <p:nvPr/>
        </p:nvSpPr>
        <p:spPr>
          <a:xfrm>
            <a:off x="6787454" y="349345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Barat Daya</a:t>
            </a:r>
            <a:endParaRPr lang="id-ID" sz="750"/>
          </a:p>
        </p:txBody>
      </p:sp>
      <p:sp>
        <p:nvSpPr>
          <p:cNvPr id="400" name="K"/>
          <p:cNvSpPr/>
          <p:nvPr/>
        </p:nvSpPr>
        <p:spPr>
          <a:xfrm>
            <a:off x="1371600" y="5216652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01" name="T"/>
          <p:cNvSpPr txBox="1"/>
          <p:nvPr/>
        </p:nvSpPr>
        <p:spPr>
          <a:xfrm>
            <a:off x="155448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402" name="K"/>
          <p:cNvSpPr/>
          <p:nvPr/>
        </p:nvSpPr>
        <p:spPr>
          <a:xfrm>
            <a:off x="2199080" y="5207508"/>
            <a:ext cx="146304" cy="146304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sp>
        <p:nvSpPr>
          <p:cNvPr id="403" name="T"/>
          <p:cNvSpPr txBox="1"/>
          <p:nvPr/>
        </p:nvSpPr>
        <p:spPr>
          <a:xfrm>
            <a:off x="240024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404" name="K"/>
          <p:cNvSpPr/>
          <p:nvPr/>
        </p:nvSpPr>
        <p:spPr>
          <a:xfrm>
            <a:off x="3148848" y="5207508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sp>
        <p:nvSpPr>
          <p:cNvPr id="405" name="T"/>
          <p:cNvSpPr txBox="1"/>
          <p:nvPr/>
        </p:nvSpPr>
        <p:spPr>
          <a:xfrm>
            <a:off x="3350016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750"/>
          </a:p>
        </p:txBody>
      </p:sp>
      <p:sp>
        <p:nvSpPr>
          <p:cNvPr id="406" name="K"/>
          <p:cNvSpPr/>
          <p:nvPr/>
        </p:nvSpPr>
        <p:spPr>
          <a:xfrm>
            <a:off x="4098616" y="520750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sp>
        <p:nvSpPr>
          <p:cNvPr id="407" name="T"/>
          <p:cNvSpPr txBox="1"/>
          <p:nvPr/>
        </p:nvSpPr>
        <p:spPr>
          <a:xfrm>
            <a:off x="4299784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 bandang</a:t>
            </a:r>
            <a:endParaRPr lang="id-ID" sz="750"/>
          </a:p>
        </p:txBody>
      </p:sp>
      <p:sp>
        <p:nvSpPr>
          <p:cNvPr id="408" name="K"/>
          <p:cNvSpPr/>
          <p:nvPr/>
        </p:nvSpPr>
        <p:spPr>
          <a:xfrm>
            <a:off x="5256384" y="5207508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sp>
        <p:nvSpPr>
          <p:cNvPr id="409" name="T"/>
          <p:cNvSpPr txBox="1"/>
          <p:nvPr/>
        </p:nvSpPr>
        <p:spPr>
          <a:xfrm>
            <a:off x="5457552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kebakaran TPA</a:t>
            </a:r>
            <a:endParaRPr lang="id-ID" sz="750"/>
          </a:p>
        </p:txBody>
      </p:sp>
      <p:sp>
        <p:nvSpPr>
          <p:cNvPr id="410" name="K"/>
          <p:cNvSpPr/>
          <p:nvPr/>
        </p:nvSpPr>
        <p:spPr>
          <a:xfrm>
            <a:off x="6362152" y="5207508"/>
            <a:ext cx="146304" cy="14630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411" name="T"/>
          <p:cNvSpPr txBox="1"/>
          <p:nvPr/>
        </p:nvSpPr>
        <p:spPr>
          <a:xfrm>
            <a:off x="6362152" y="52075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50"/>
          </a:p>
        </p:txBody>
      </p:sp>
      <p:sp>
        <p:nvSpPr>
          <p:cNvPr id="412" name="T"/>
          <p:cNvSpPr txBox="1"/>
          <p:nvPr/>
        </p:nvSpPr>
        <p:spPr>
          <a:xfrm>
            <a:off x="656332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750"/>
          </a:p>
        </p:txBody>
      </p:sp>
      <p:sp>
        <p:nvSpPr>
          <p:cNvPr id="413" name="K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14" name="T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STATUS PENANGANAN</a:t>
            </a:r>
            <a:endParaRPr lang="id-ID" sz="750"/>
          </a:p>
        </p:txBody>
      </p:sp>
      <p:sp>
        <p:nvSpPr>
          <p:cNvPr id="415" name="K"/>
          <p:cNvSpPr/>
          <p:nvPr/>
        </p:nvSpPr>
        <p:spPr>
          <a:xfrm>
            <a:off x="8668512" y="2697480"/>
            <a:ext cx="610859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</p:sp>
      <p:sp>
        <p:nvSpPr>
          <p:cNvPr id="416" name="T"/>
          <p:cNvSpPr txBox="1"/>
          <p:nvPr/>
        </p:nvSpPr>
        <p:spPr>
          <a:xfrm>
            <a:off x="8668512" y="2697480"/>
            <a:ext cx="610859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22%</a:t>
            </a:r>
            <a:endParaRPr lang="id-ID" sz="750"/>
          </a:p>
        </p:txBody>
      </p:sp>
      <p:sp>
        <p:nvSpPr>
          <p:cNvPr id="417" name="K"/>
          <p:cNvSpPr/>
          <p:nvPr/>
        </p:nvSpPr>
        <p:spPr>
          <a:xfrm>
            <a:off x="9279371" y="2697480"/>
            <a:ext cx="2199092" cy="201168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18" name="T"/>
          <p:cNvSpPr txBox="1"/>
          <p:nvPr/>
        </p:nvSpPr>
        <p:spPr>
          <a:xfrm>
            <a:off x="9279371" y="2697480"/>
            <a:ext cx="2199092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78%</a:t>
            </a:r>
            <a:endParaRPr lang="id-ID" sz="750"/>
          </a:p>
        </p:txBody>
      </p:sp>
      <p:sp>
        <p:nvSpPr>
          <p:cNvPr id="419" name="K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420" name="K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1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422" name="T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23</a:t>
            </a:r>
            <a:endParaRPr lang="id-ID" sz="1700"/>
          </a:p>
        </p:txBody>
      </p:sp>
      <p:sp>
        <p:nvSpPr>
          <p:cNvPr id="423" name="T"/>
          <p:cNvSpPr txBox="1"/>
          <p:nvPr/>
        </p:nvSpPr>
        <p:spPr>
          <a:xfrm>
            <a:off x="9180576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8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680"/>
          </a:p>
        </p:txBody>
      </p:sp>
      <p:sp>
        <p:nvSpPr>
          <p:cNvPr id="424" name="K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25" name="K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26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427" name="T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18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23</a:t>
            </a:r>
            <a:endParaRPr lang="id-ID" sz="1700"/>
          </a:p>
        </p:txBody>
      </p:sp>
      <p:sp>
        <p:nvSpPr>
          <p:cNvPr id="428" name="T"/>
          <p:cNvSpPr txBox="1"/>
          <p:nvPr/>
        </p:nvSpPr>
        <p:spPr>
          <a:xfrm>
            <a:off x="10622128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680"/>
          </a:p>
        </p:txBody>
      </p:sp>
      <p:cxnSp>
        <p:nvCxnSpPr>
          <p:cNvPr id="429" name="L"/>
          <p:cNvCxnSpPr/>
          <p:nvPr/>
        </p:nvCxnSpPr>
        <p:spPr>
          <a:xfrm>
            <a:off x="8668512" y="3557016"/>
            <a:ext cx="2809951" cy="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430" name="T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KARHUTLA DALAM PENANGANAN (8)</a:t>
            </a:r>
            <a:endParaRPr lang="id-ID" sz="750"/>
          </a:p>
        </p:txBody>
      </p:sp>
      <p:sp>
        <p:nvSpPr>
          <p:cNvPr id="431" name="K"/>
          <p:cNvSpPr/>
          <p:nvPr/>
        </p:nvSpPr>
        <p:spPr>
          <a:xfrm>
            <a:off x="8668512" y="3840480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3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3865497"/>
            <a:ext cx="81637" cy="81637"/>
          </a:xfrm>
          <a:prstGeom prst="rect">
            <a:avLst/>
          </a:prstGeom>
        </p:spPr>
      </p:pic>
      <p:sp>
        <p:nvSpPr>
          <p:cNvPr id="433" name="K"/>
          <p:cNvSpPr/>
          <p:nvPr/>
        </p:nvSpPr>
        <p:spPr>
          <a:xfrm>
            <a:off x="8760683" y="3814145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34" name="T"/>
          <p:cNvSpPr txBox="1"/>
          <p:nvPr/>
        </p:nvSpPr>
        <p:spPr>
          <a:xfrm>
            <a:off x="8760683" y="3814145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35" name="T"/>
          <p:cNvSpPr txBox="1"/>
          <p:nvPr/>
        </p:nvSpPr>
        <p:spPr>
          <a:xfrm>
            <a:off x="8869680" y="3824021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680"/>
          </a:p>
        </p:txBody>
      </p:sp>
      <p:sp>
        <p:nvSpPr>
          <p:cNvPr id="436" name="K"/>
          <p:cNvSpPr/>
          <p:nvPr/>
        </p:nvSpPr>
        <p:spPr>
          <a:xfrm>
            <a:off x="10545775" y="3840480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37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3861547"/>
            <a:ext cx="89537" cy="89537"/>
          </a:xfrm>
          <a:prstGeom prst="rect">
            <a:avLst/>
          </a:prstGeom>
        </p:spPr>
      </p:pic>
      <p:sp>
        <p:nvSpPr>
          <p:cNvPr id="438" name="T"/>
          <p:cNvSpPr txBox="1"/>
          <p:nvPr/>
        </p:nvSpPr>
        <p:spPr>
          <a:xfrm>
            <a:off x="10746943" y="3840480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11.786 ha</a:t>
            </a:r>
            <a:endParaRPr lang="id-ID" sz="620"/>
          </a:p>
        </p:txBody>
      </p:sp>
      <p:cxnSp>
        <p:nvCxnSpPr>
          <p:cNvPr id="439" name="L"/>
          <p:cNvCxnSpPr/>
          <p:nvPr/>
        </p:nvCxnSpPr>
        <p:spPr>
          <a:xfrm>
            <a:off x="8668512" y="398861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40" name="K"/>
          <p:cNvSpPr/>
          <p:nvPr/>
        </p:nvSpPr>
        <p:spPr>
          <a:xfrm>
            <a:off x="8668512" y="4005072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030089"/>
            <a:ext cx="81637" cy="81637"/>
          </a:xfrm>
          <a:prstGeom prst="rect">
            <a:avLst/>
          </a:prstGeom>
        </p:spPr>
      </p:pic>
      <p:sp>
        <p:nvSpPr>
          <p:cNvPr id="442" name="K"/>
          <p:cNvSpPr/>
          <p:nvPr/>
        </p:nvSpPr>
        <p:spPr>
          <a:xfrm>
            <a:off x="8760683" y="3978737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43" name="T"/>
          <p:cNvSpPr txBox="1"/>
          <p:nvPr/>
        </p:nvSpPr>
        <p:spPr>
          <a:xfrm>
            <a:off x="8760683" y="3978737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44" name="T"/>
          <p:cNvSpPr txBox="1"/>
          <p:nvPr/>
        </p:nvSpPr>
        <p:spPr>
          <a:xfrm>
            <a:off x="8869680" y="3988613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680"/>
          </a:p>
        </p:txBody>
      </p:sp>
      <p:sp>
        <p:nvSpPr>
          <p:cNvPr id="445" name="K"/>
          <p:cNvSpPr/>
          <p:nvPr/>
        </p:nvSpPr>
        <p:spPr>
          <a:xfrm>
            <a:off x="10545775" y="4005072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4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026139"/>
            <a:ext cx="89537" cy="89537"/>
          </a:xfrm>
          <a:prstGeom prst="rect">
            <a:avLst/>
          </a:prstGeom>
        </p:spPr>
      </p:pic>
      <p:sp>
        <p:nvSpPr>
          <p:cNvPr id="447" name="T"/>
          <p:cNvSpPr txBox="1"/>
          <p:nvPr/>
        </p:nvSpPr>
        <p:spPr>
          <a:xfrm>
            <a:off x="10746943" y="4005072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2.472 ha</a:t>
            </a:r>
            <a:endParaRPr lang="id-ID" sz="620"/>
          </a:p>
        </p:txBody>
      </p:sp>
      <p:cxnSp>
        <p:nvCxnSpPr>
          <p:cNvPr id="448" name="L"/>
          <p:cNvCxnSpPr/>
          <p:nvPr/>
        </p:nvCxnSpPr>
        <p:spPr>
          <a:xfrm>
            <a:off x="8668512" y="415320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49" name="K"/>
          <p:cNvSpPr/>
          <p:nvPr/>
        </p:nvSpPr>
        <p:spPr>
          <a:xfrm>
            <a:off x="8668512" y="4169664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0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194681"/>
            <a:ext cx="81637" cy="81637"/>
          </a:xfrm>
          <a:prstGeom prst="rect">
            <a:avLst/>
          </a:prstGeom>
        </p:spPr>
      </p:pic>
      <p:sp>
        <p:nvSpPr>
          <p:cNvPr id="451" name="K"/>
          <p:cNvSpPr/>
          <p:nvPr/>
        </p:nvSpPr>
        <p:spPr>
          <a:xfrm>
            <a:off x="8760683" y="4143329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52" name="T"/>
          <p:cNvSpPr txBox="1"/>
          <p:nvPr/>
        </p:nvSpPr>
        <p:spPr>
          <a:xfrm>
            <a:off x="8760683" y="4143329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53" name="T"/>
          <p:cNvSpPr txBox="1"/>
          <p:nvPr/>
        </p:nvSpPr>
        <p:spPr>
          <a:xfrm>
            <a:off x="8869680" y="4153205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680"/>
          </a:p>
        </p:txBody>
      </p:sp>
      <p:sp>
        <p:nvSpPr>
          <p:cNvPr id="454" name="K"/>
          <p:cNvSpPr/>
          <p:nvPr/>
        </p:nvSpPr>
        <p:spPr>
          <a:xfrm>
            <a:off x="10545775" y="4169664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5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190731"/>
            <a:ext cx="89537" cy="89537"/>
          </a:xfrm>
          <a:prstGeom prst="rect">
            <a:avLst/>
          </a:prstGeom>
        </p:spPr>
      </p:pic>
      <p:sp>
        <p:nvSpPr>
          <p:cNvPr id="456" name="T"/>
          <p:cNvSpPr txBox="1"/>
          <p:nvPr/>
        </p:nvSpPr>
        <p:spPr>
          <a:xfrm>
            <a:off x="10746943" y="4169664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1.547 ha</a:t>
            </a:r>
            <a:endParaRPr lang="id-ID" sz="620"/>
          </a:p>
        </p:txBody>
      </p:sp>
      <p:cxnSp>
        <p:nvCxnSpPr>
          <p:cNvPr id="457" name="L"/>
          <p:cNvCxnSpPr/>
          <p:nvPr/>
        </p:nvCxnSpPr>
        <p:spPr>
          <a:xfrm>
            <a:off x="8668512" y="4317797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58" name="K"/>
          <p:cNvSpPr/>
          <p:nvPr/>
        </p:nvSpPr>
        <p:spPr>
          <a:xfrm>
            <a:off x="8668512" y="4334256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9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359273"/>
            <a:ext cx="81637" cy="81637"/>
          </a:xfrm>
          <a:prstGeom prst="rect">
            <a:avLst/>
          </a:prstGeom>
        </p:spPr>
      </p:pic>
      <p:sp>
        <p:nvSpPr>
          <p:cNvPr id="460" name="K"/>
          <p:cNvSpPr/>
          <p:nvPr/>
        </p:nvSpPr>
        <p:spPr>
          <a:xfrm>
            <a:off x="8760683" y="4307921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61" name="T"/>
          <p:cNvSpPr txBox="1"/>
          <p:nvPr/>
        </p:nvSpPr>
        <p:spPr>
          <a:xfrm>
            <a:off x="8760683" y="4307921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62" name="T"/>
          <p:cNvSpPr txBox="1"/>
          <p:nvPr/>
        </p:nvSpPr>
        <p:spPr>
          <a:xfrm>
            <a:off x="8869680" y="4317797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680"/>
          </a:p>
        </p:txBody>
      </p:sp>
      <p:sp>
        <p:nvSpPr>
          <p:cNvPr id="463" name="K"/>
          <p:cNvSpPr/>
          <p:nvPr/>
        </p:nvSpPr>
        <p:spPr>
          <a:xfrm>
            <a:off x="10545775" y="4334256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6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355323"/>
            <a:ext cx="89537" cy="89537"/>
          </a:xfrm>
          <a:prstGeom prst="rect">
            <a:avLst/>
          </a:prstGeom>
        </p:spPr>
      </p:pic>
      <p:sp>
        <p:nvSpPr>
          <p:cNvPr id="465" name="T"/>
          <p:cNvSpPr txBox="1"/>
          <p:nvPr/>
        </p:nvSpPr>
        <p:spPr>
          <a:xfrm>
            <a:off x="10746943" y="4334256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592 ha</a:t>
            </a:r>
            <a:endParaRPr lang="id-ID" sz="620"/>
          </a:p>
        </p:txBody>
      </p:sp>
      <p:cxnSp>
        <p:nvCxnSpPr>
          <p:cNvPr id="466" name="L"/>
          <p:cNvCxnSpPr/>
          <p:nvPr/>
        </p:nvCxnSpPr>
        <p:spPr>
          <a:xfrm>
            <a:off x="8668512" y="4482389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67" name="K"/>
          <p:cNvSpPr/>
          <p:nvPr/>
        </p:nvSpPr>
        <p:spPr>
          <a:xfrm>
            <a:off x="8668512" y="4498848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523865"/>
            <a:ext cx="81637" cy="81637"/>
          </a:xfrm>
          <a:prstGeom prst="rect">
            <a:avLst/>
          </a:prstGeom>
        </p:spPr>
      </p:pic>
      <p:sp>
        <p:nvSpPr>
          <p:cNvPr id="469" name="K"/>
          <p:cNvSpPr/>
          <p:nvPr/>
        </p:nvSpPr>
        <p:spPr>
          <a:xfrm>
            <a:off x="8760683" y="4472513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70" name="T"/>
          <p:cNvSpPr txBox="1"/>
          <p:nvPr/>
        </p:nvSpPr>
        <p:spPr>
          <a:xfrm>
            <a:off x="8760683" y="4472513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71" name="T"/>
          <p:cNvSpPr txBox="1"/>
          <p:nvPr/>
        </p:nvSpPr>
        <p:spPr>
          <a:xfrm>
            <a:off x="8869680" y="4482389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680"/>
          </a:p>
        </p:txBody>
      </p:sp>
      <p:sp>
        <p:nvSpPr>
          <p:cNvPr id="472" name="K"/>
          <p:cNvSpPr/>
          <p:nvPr/>
        </p:nvSpPr>
        <p:spPr>
          <a:xfrm>
            <a:off x="10545775" y="4498848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519915"/>
            <a:ext cx="89537" cy="89537"/>
          </a:xfrm>
          <a:prstGeom prst="rect">
            <a:avLst/>
          </a:prstGeom>
        </p:spPr>
      </p:pic>
      <p:sp>
        <p:nvSpPr>
          <p:cNvPr id="474" name="T"/>
          <p:cNvSpPr txBox="1"/>
          <p:nvPr/>
        </p:nvSpPr>
        <p:spPr>
          <a:xfrm>
            <a:off x="10746943" y="4498848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457 ha</a:t>
            </a:r>
            <a:endParaRPr lang="id-ID" sz="620"/>
          </a:p>
        </p:txBody>
      </p:sp>
      <p:cxnSp>
        <p:nvCxnSpPr>
          <p:cNvPr id="475" name="L"/>
          <p:cNvCxnSpPr/>
          <p:nvPr/>
        </p:nvCxnSpPr>
        <p:spPr>
          <a:xfrm>
            <a:off x="8668512" y="4646981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76" name="K"/>
          <p:cNvSpPr/>
          <p:nvPr/>
        </p:nvSpPr>
        <p:spPr>
          <a:xfrm>
            <a:off x="8668512" y="4663440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688457"/>
            <a:ext cx="81637" cy="81637"/>
          </a:xfrm>
          <a:prstGeom prst="rect">
            <a:avLst/>
          </a:prstGeom>
        </p:spPr>
      </p:pic>
      <p:sp>
        <p:nvSpPr>
          <p:cNvPr id="478" name="T"/>
          <p:cNvSpPr txBox="1"/>
          <p:nvPr/>
        </p:nvSpPr>
        <p:spPr>
          <a:xfrm>
            <a:off x="8869680" y="4646981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680"/>
          </a:p>
        </p:txBody>
      </p:sp>
      <p:sp>
        <p:nvSpPr>
          <p:cNvPr id="479" name="K"/>
          <p:cNvSpPr/>
          <p:nvPr/>
        </p:nvSpPr>
        <p:spPr>
          <a:xfrm>
            <a:off x="10545775" y="4663440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0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684507"/>
            <a:ext cx="89537" cy="89537"/>
          </a:xfrm>
          <a:prstGeom prst="rect">
            <a:avLst/>
          </a:prstGeom>
        </p:spPr>
      </p:pic>
      <p:sp>
        <p:nvSpPr>
          <p:cNvPr id="481" name="T"/>
          <p:cNvSpPr txBox="1"/>
          <p:nvPr/>
        </p:nvSpPr>
        <p:spPr>
          <a:xfrm>
            <a:off x="10746943" y="4663440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90 ha</a:t>
            </a:r>
            <a:endParaRPr lang="id-ID" sz="620"/>
          </a:p>
        </p:txBody>
      </p:sp>
      <p:cxnSp>
        <p:nvCxnSpPr>
          <p:cNvPr id="482" name="L"/>
          <p:cNvCxnSpPr/>
          <p:nvPr/>
        </p:nvCxnSpPr>
        <p:spPr>
          <a:xfrm>
            <a:off x="8668512" y="481157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3" name="K"/>
          <p:cNvSpPr/>
          <p:nvPr/>
        </p:nvSpPr>
        <p:spPr>
          <a:xfrm>
            <a:off x="8668512" y="4828032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4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4853049"/>
            <a:ext cx="81637" cy="81637"/>
          </a:xfrm>
          <a:prstGeom prst="rect">
            <a:avLst/>
          </a:prstGeom>
        </p:spPr>
      </p:pic>
      <p:sp>
        <p:nvSpPr>
          <p:cNvPr id="485" name="K"/>
          <p:cNvSpPr/>
          <p:nvPr/>
        </p:nvSpPr>
        <p:spPr>
          <a:xfrm>
            <a:off x="8760683" y="4801697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86" name="T"/>
          <p:cNvSpPr txBox="1"/>
          <p:nvPr/>
        </p:nvSpPr>
        <p:spPr>
          <a:xfrm>
            <a:off x="8760683" y="4801697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87" name="T"/>
          <p:cNvSpPr txBox="1"/>
          <p:nvPr/>
        </p:nvSpPr>
        <p:spPr>
          <a:xfrm>
            <a:off x="8869680" y="4811573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Kuningan</a:t>
            </a:r>
            <a:endParaRPr lang="id-ID" sz="680"/>
          </a:p>
        </p:txBody>
      </p:sp>
      <p:sp>
        <p:nvSpPr>
          <p:cNvPr id="488" name="K"/>
          <p:cNvSpPr/>
          <p:nvPr/>
        </p:nvSpPr>
        <p:spPr>
          <a:xfrm>
            <a:off x="10545775" y="4828032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9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849099"/>
            <a:ext cx="89537" cy="89537"/>
          </a:xfrm>
          <a:prstGeom prst="rect">
            <a:avLst/>
          </a:prstGeom>
        </p:spPr>
      </p:pic>
      <p:sp>
        <p:nvSpPr>
          <p:cNvPr id="490" name="T"/>
          <p:cNvSpPr txBox="1"/>
          <p:nvPr/>
        </p:nvSpPr>
        <p:spPr>
          <a:xfrm>
            <a:off x="10746943" y="4828032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belum padam</a:t>
            </a:r>
            <a:endParaRPr lang="id-ID" sz="620"/>
          </a:p>
        </p:txBody>
      </p:sp>
      <p:cxnSp>
        <p:nvCxnSpPr>
          <p:cNvPr id="491" name="L"/>
          <p:cNvCxnSpPr/>
          <p:nvPr/>
        </p:nvCxnSpPr>
        <p:spPr>
          <a:xfrm>
            <a:off x="8668512" y="497616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92" name="K"/>
          <p:cNvSpPr/>
          <p:nvPr/>
        </p:nvSpPr>
        <p:spPr>
          <a:xfrm>
            <a:off x="8668512" y="4992624"/>
            <a:ext cx="131673" cy="1316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3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93529" y="5017641"/>
            <a:ext cx="81637" cy="81637"/>
          </a:xfrm>
          <a:prstGeom prst="rect">
            <a:avLst/>
          </a:prstGeom>
        </p:spPr>
      </p:pic>
      <p:sp>
        <p:nvSpPr>
          <p:cNvPr id="494" name="K"/>
          <p:cNvSpPr/>
          <p:nvPr/>
        </p:nvSpPr>
        <p:spPr>
          <a:xfrm>
            <a:off x="8760683" y="4966289"/>
            <a:ext cx="72420" cy="7242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95" name="T"/>
          <p:cNvSpPr txBox="1"/>
          <p:nvPr/>
        </p:nvSpPr>
        <p:spPr>
          <a:xfrm>
            <a:off x="8760683" y="4966289"/>
            <a:ext cx="72420" cy="724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96" name="T"/>
          <p:cNvSpPr txBox="1"/>
          <p:nvPr/>
        </p:nvSpPr>
        <p:spPr>
          <a:xfrm>
            <a:off x="8869680" y="4976165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Karanganyar</a:t>
            </a:r>
            <a:endParaRPr lang="id-ID" sz="680"/>
          </a:p>
        </p:txBody>
      </p:sp>
      <p:sp>
        <p:nvSpPr>
          <p:cNvPr id="497" name="K"/>
          <p:cNvSpPr/>
          <p:nvPr/>
        </p:nvSpPr>
        <p:spPr>
          <a:xfrm>
            <a:off x="10545775" y="4992624"/>
            <a:ext cx="932688" cy="13167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8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5013691"/>
            <a:ext cx="89537" cy="89537"/>
          </a:xfrm>
          <a:prstGeom prst="rect">
            <a:avLst/>
          </a:prstGeom>
        </p:spPr>
      </p:pic>
      <p:sp>
        <p:nvSpPr>
          <p:cNvPr id="499" name="T"/>
          <p:cNvSpPr txBox="1"/>
          <p:nvPr/>
        </p:nvSpPr>
        <p:spPr>
          <a:xfrm>
            <a:off x="10746943" y="4992624"/>
            <a:ext cx="713232" cy="13167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belum padam</a:t>
            </a:r>
            <a:endParaRPr lang="id-ID" sz="620"/>
          </a:p>
        </p:txBody>
      </p:sp>
      <p:sp>
        <p:nvSpPr>
          <p:cNvPr id="500" name="K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>
            <a:noFill/>
          </a:ln>
        </p:spPr>
      </p:sp>
      <p:sp>
        <p:nvSpPr>
          <p:cNvPr id="501" name="T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YANG AKAN DILAKUKAN BNPB</a:t>
            </a:r>
            <a:endParaRPr lang="id-ID" sz="750"/>
          </a:p>
        </p:txBody>
      </p:sp>
      <p:sp>
        <p:nvSpPr>
          <p:cNvPr id="502" name="K"/>
          <p:cNvSpPr/>
          <p:nvPr/>
        </p:nvSpPr>
        <p:spPr>
          <a:xfrm>
            <a:off x="694944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3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68096" y="5888736"/>
            <a:ext cx="182880" cy="182880"/>
          </a:xfrm>
          <a:prstGeom prst="rect">
            <a:avLst/>
          </a:prstGeom>
        </p:spPr>
      </p:pic>
      <p:sp>
        <p:nvSpPr>
          <p:cNvPr id="504" name="T"/>
          <p:cNvSpPr txBox="1"/>
          <p:nvPr/>
        </p:nvSpPr>
        <p:spPr>
          <a:xfrm>
            <a:off x="1115568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Pemadaman prioritas (sisa 24 Okt)</a:t>
            </a:r>
            <a:endParaRPr lang="id-ID" sz="900"/>
          </a:p>
        </p:txBody>
      </p:sp>
      <p:sp>
        <p:nvSpPr>
          <p:cNvPr id="505" name="T"/>
          <p:cNvSpPr txBox="1"/>
          <p:nvPr/>
        </p:nvSpPr>
        <p:spPr>
          <a:xfrm>
            <a:off x="1115568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Kal. Tengah ±11.786, Sum. Selatan ±2.472, Kal. Barat ±1.547 ha</a:t>
            </a:r>
            <a:endParaRPr lang="id-ID" sz="720"/>
          </a:p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Papua Selatan ±592, Jambi ±457, Kal. Timur ±90 ha</a:t>
            </a:r>
            <a:endParaRPr lang="id-ID" sz="720"/>
          </a:p>
        </p:txBody>
      </p:sp>
      <p:cxnSp>
        <p:nvCxnSpPr>
          <p:cNvPr id="506" name="L"/>
          <p:cNvCxnSpPr/>
          <p:nvPr/>
        </p:nvCxnSpPr>
        <p:spPr>
          <a:xfrm>
            <a:off x="4222394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07" name="K"/>
          <p:cNvSpPr/>
          <p:nvPr/>
        </p:nvSpPr>
        <p:spPr>
          <a:xfrm>
            <a:off x="4295546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8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4368698" y="5888736"/>
            <a:ext cx="182880" cy="182880"/>
          </a:xfrm>
          <a:prstGeom prst="rect">
            <a:avLst/>
          </a:prstGeom>
        </p:spPr>
      </p:pic>
      <p:sp>
        <p:nvSpPr>
          <p:cNvPr id="509" name="T"/>
          <p:cNvSpPr txBox="1"/>
          <p:nvPr/>
        </p:nvSpPr>
        <p:spPr>
          <a:xfrm>
            <a:off x="4716170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Kualitas udara</a:t>
            </a:r>
            <a:endParaRPr lang="id-ID" sz="900"/>
          </a:p>
        </p:txBody>
      </p:sp>
      <p:sp>
        <p:nvSpPr>
          <p:cNvPr id="510" name="T"/>
          <p:cNvSpPr txBox="1"/>
          <p:nvPr/>
        </p:nvSpPr>
        <p:spPr>
          <a:xfrm>
            <a:off x="4716170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Masker dan layanan ISPA di Palangka Raya, Pangkalan Bun, dan Palembang (PM2.5 Berbahaya, BMKG 25 Okt 06.00 WIB)</a:t>
            </a:r>
            <a:endParaRPr lang="id-ID" sz="720"/>
          </a:p>
        </p:txBody>
      </p:sp>
      <p:cxnSp>
        <p:nvCxnSpPr>
          <p:cNvPr id="511" name="L"/>
          <p:cNvCxnSpPr/>
          <p:nvPr/>
        </p:nvCxnSpPr>
        <p:spPr>
          <a:xfrm>
            <a:off x="7822996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12" name="K"/>
          <p:cNvSpPr/>
          <p:nvPr/>
        </p:nvSpPr>
        <p:spPr>
          <a:xfrm>
            <a:off x="7896148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3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969300" y="5888736"/>
            <a:ext cx="182880" cy="182880"/>
          </a:xfrm>
          <a:prstGeom prst="rect">
            <a:avLst/>
          </a:prstGeom>
        </p:spPr>
      </p:pic>
      <p:sp>
        <p:nvSpPr>
          <p:cNvPr id="514" name="T"/>
          <p:cNvSpPr txBox="1"/>
          <p:nvPr/>
        </p:nvSpPr>
        <p:spPr>
          <a:xfrm>
            <a:off x="8316772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Air bersih dan pemulihan</a:t>
            </a:r>
            <a:endParaRPr lang="id-ID" sz="900"/>
          </a:p>
        </p:txBody>
      </p:sp>
      <p:sp>
        <p:nvSpPr>
          <p:cNvPr id="515" name="T"/>
          <p:cNvSpPr txBox="1"/>
          <p:nvPr/>
        </p:nvSpPr>
        <p:spPr>
          <a:xfrm>
            <a:off x="8316772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Distribusi air bersih untuk ±64.739 KK di 7 kabupaten; pemulihan banjir bandang Solok dan huntara gempa NTT</a:t>
            </a:r>
            <a:endParaRPr lang="id-ID" sz="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597" name="T"/>
          <p:cNvSpPr txBox="1"/>
          <p:nvPr/>
        </p:nvSpPr>
        <p:spPr>
          <a:xfrm>
            <a:off x="548640" y="237744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Rincian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menonjol: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 di 4 provinsi, dan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200"/>
          </a:p>
        </p:txBody>
      </p:sp>
      <p:sp>
        <p:nvSpPr>
          <p:cNvPr id="598" name="T"/>
          <p:cNvSpPr txBox="1"/>
          <p:nvPr/>
        </p:nvSpPr>
        <p:spPr>
          <a:xfrm>
            <a:off x="548640" y="1033272"/>
            <a:ext cx="10454335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Cut-off 25 Oktober 2026, 08.00 WIB.</a:t>
            </a:r>
            <a:r>
              <a:rPr lang="id-ID" sz="7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  Kejadian: Dit. Koordalops BNPB (24 Okt 07.00 s.d. 25 Okt 07.00 WIB). Angka karhutla: centurisk97.id (24 Okt).</a:t>
            </a:r>
            <a:endParaRPr lang="id-ID" sz="750"/>
          </a:p>
        </p:txBody>
      </p:sp>
      <p:sp>
        <p:nvSpPr>
          <p:cNvPr id="301" name="K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02" name="K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03" name="K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</p:sp>
      <p:sp>
        <p:nvSpPr>
          <p:cNvPr id="304" name="K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05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306" name="T"/>
          <p:cNvSpPr txBox="1"/>
          <p:nvPr/>
        </p:nvSpPr>
        <p:spPr>
          <a:xfrm>
            <a:off x="1051560" y="1325880"/>
            <a:ext cx="5620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1100"/>
          </a:p>
        </p:txBody>
      </p:sp>
      <p:sp>
        <p:nvSpPr>
          <p:cNvPr id="307" name="T"/>
          <p:cNvSpPr txBox="1"/>
          <p:nvPr/>
        </p:nvSpPr>
        <p:spPr>
          <a:xfrm>
            <a:off x="6629400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endParaRPr lang="id-ID" sz="1800"/>
          </a:p>
        </p:txBody>
      </p:sp>
      <p:sp>
        <p:nvSpPr>
          <p:cNvPr id="308" name="T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50"/>
          </a:p>
        </p:txBody>
      </p:sp>
      <p:sp>
        <p:nvSpPr>
          <p:cNvPr id="309" name="T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TERBAKAR 1 JAN–24 OKT</a:t>
            </a:r>
            <a:endParaRPr lang="id-ID" sz="650"/>
          </a:p>
        </p:txBody>
      </p:sp>
      <p:sp>
        <p:nvSpPr>
          <p:cNvPr id="310" name="T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24 OKT: HOTSPOT, SISA</a:t>
            </a:r>
            <a:endParaRPr lang="id-ID" sz="650"/>
          </a:p>
        </p:txBody>
      </p:sp>
      <p:cxnSp>
        <p:nvCxnSpPr>
          <p:cNvPr id="311" name="L"/>
          <p:cNvCxnSpPr/>
          <p:nvPr/>
        </p:nvCxnSpPr>
        <p:spPr>
          <a:xfrm>
            <a:off x="676656" y="2039112"/>
            <a:ext cx="646480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2" name="K"/>
          <p:cNvSpPr/>
          <p:nvPr/>
        </p:nvSpPr>
        <p:spPr>
          <a:xfrm>
            <a:off x="676656" y="210548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1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2139084"/>
            <a:ext cx="119471" cy="119471"/>
          </a:xfrm>
          <a:prstGeom prst="rect">
            <a:avLst/>
          </a:prstGeom>
        </p:spPr>
      </p:pic>
      <p:sp>
        <p:nvSpPr>
          <p:cNvPr id="314" name="T"/>
          <p:cNvSpPr txBox="1"/>
          <p:nvPr/>
        </p:nvSpPr>
        <p:spPr>
          <a:xfrm>
            <a:off x="950976" y="205740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866"/>
          </a:p>
        </p:txBody>
      </p:sp>
      <p:sp>
        <p:nvSpPr>
          <p:cNvPr id="315" name="T"/>
          <p:cNvSpPr txBox="1"/>
          <p:nvPr/>
        </p:nvSpPr>
        <p:spPr>
          <a:xfrm>
            <a:off x="3291840" y="205740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756.608 ha</a:t>
            </a:r>
            <a:endParaRPr lang="id-ID" sz="848"/>
          </a:p>
        </p:txBody>
      </p:sp>
      <p:sp>
        <p:nvSpPr>
          <p:cNvPr id="316" name="K"/>
          <p:cNvSpPr/>
          <p:nvPr/>
        </p:nvSpPr>
        <p:spPr>
          <a:xfrm>
            <a:off x="4739006" y="209982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1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134474"/>
            <a:ext cx="128692" cy="128692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4985894" y="209982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8.055 hotspot</a:t>
            </a:r>
            <a:endParaRPr lang="id-ID" sz="715"/>
          </a:p>
        </p:txBody>
      </p:sp>
      <p:sp>
        <p:nvSpPr>
          <p:cNvPr id="319" name="K"/>
          <p:cNvSpPr/>
          <p:nvPr/>
        </p:nvSpPr>
        <p:spPr>
          <a:xfrm>
            <a:off x="5864742" y="209982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2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134474"/>
            <a:ext cx="128692" cy="128692"/>
          </a:xfrm>
          <a:prstGeom prst="rect">
            <a:avLst/>
          </a:prstGeom>
        </p:spPr>
      </p:pic>
      <p:sp>
        <p:nvSpPr>
          <p:cNvPr id="321" name="T"/>
          <p:cNvSpPr txBox="1"/>
          <p:nvPr/>
        </p:nvSpPr>
        <p:spPr>
          <a:xfrm>
            <a:off x="6111630" y="209982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11.786 ha</a:t>
            </a:r>
            <a:endParaRPr lang="id-ID" sz="715"/>
          </a:p>
        </p:txBody>
      </p:sp>
      <p:cxnSp>
        <p:nvCxnSpPr>
          <p:cNvPr id="322" name="L"/>
          <p:cNvCxnSpPr/>
          <p:nvPr/>
        </p:nvCxnSpPr>
        <p:spPr>
          <a:xfrm>
            <a:off x="676656" y="234024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23" name="K"/>
          <p:cNvSpPr/>
          <p:nvPr/>
        </p:nvSpPr>
        <p:spPr>
          <a:xfrm>
            <a:off x="676656" y="238832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2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2421924"/>
            <a:ext cx="119471" cy="119471"/>
          </a:xfrm>
          <a:prstGeom prst="rect">
            <a:avLst/>
          </a:prstGeom>
        </p:spPr>
      </p:pic>
      <p:sp>
        <p:nvSpPr>
          <p:cNvPr id="325" name="T"/>
          <p:cNvSpPr txBox="1"/>
          <p:nvPr/>
        </p:nvSpPr>
        <p:spPr>
          <a:xfrm>
            <a:off x="950976" y="234024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866"/>
          </a:p>
        </p:txBody>
      </p:sp>
      <p:sp>
        <p:nvSpPr>
          <p:cNvPr id="326" name="T"/>
          <p:cNvSpPr txBox="1"/>
          <p:nvPr/>
        </p:nvSpPr>
        <p:spPr>
          <a:xfrm>
            <a:off x="3291840" y="234024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233.610 ha</a:t>
            </a:r>
            <a:endParaRPr lang="id-ID" sz="848"/>
          </a:p>
        </p:txBody>
      </p:sp>
      <p:sp>
        <p:nvSpPr>
          <p:cNvPr id="327" name="K"/>
          <p:cNvSpPr/>
          <p:nvPr/>
        </p:nvSpPr>
        <p:spPr>
          <a:xfrm>
            <a:off x="4739006" y="238266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2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417314"/>
            <a:ext cx="128692" cy="128692"/>
          </a:xfrm>
          <a:prstGeom prst="rect">
            <a:avLst/>
          </a:prstGeom>
        </p:spPr>
      </p:pic>
      <p:sp>
        <p:nvSpPr>
          <p:cNvPr id="329" name="T"/>
          <p:cNvSpPr txBox="1"/>
          <p:nvPr/>
        </p:nvSpPr>
        <p:spPr>
          <a:xfrm>
            <a:off x="4985894" y="238266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1.452 hotspot</a:t>
            </a:r>
            <a:endParaRPr lang="id-ID" sz="715"/>
          </a:p>
        </p:txBody>
      </p:sp>
      <p:sp>
        <p:nvSpPr>
          <p:cNvPr id="330" name="K"/>
          <p:cNvSpPr/>
          <p:nvPr/>
        </p:nvSpPr>
        <p:spPr>
          <a:xfrm>
            <a:off x="5864742" y="238266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417314"/>
            <a:ext cx="128692" cy="128692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6111630" y="238266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2.472 ha</a:t>
            </a:r>
            <a:endParaRPr lang="id-ID" sz="715"/>
          </a:p>
        </p:txBody>
      </p:sp>
      <p:cxnSp>
        <p:nvCxnSpPr>
          <p:cNvPr id="333" name="L"/>
          <p:cNvCxnSpPr/>
          <p:nvPr/>
        </p:nvCxnSpPr>
        <p:spPr>
          <a:xfrm>
            <a:off x="676656" y="26230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34" name="K"/>
          <p:cNvSpPr/>
          <p:nvPr/>
        </p:nvSpPr>
        <p:spPr>
          <a:xfrm>
            <a:off x="676656" y="267116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3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2704764"/>
            <a:ext cx="119471" cy="119471"/>
          </a:xfrm>
          <a:prstGeom prst="rect">
            <a:avLst/>
          </a:prstGeom>
        </p:spPr>
      </p:pic>
      <p:sp>
        <p:nvSpPr>
          <p:cNvPr id="336" name="T"/>
          <p:cNvSpPr txBox="1"/>
          <p:nvPr/>
        </p:nvSpPr>
        <p:spPr>
          <a:xfrm>
            <a:off x="950976" y="262308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866"/>
          </a:p>
        </p:txBody>
      </p:sp>
      <p:sp>
        <p:nvSpPr>
          <p:cNvPr id="337" name="T"/>
          <p:cNvSpPr txBox="1"/>
          <p:nvPr/>
        </p:nvSpPr>
        <p:spPr>
          <a:xfrm>
            <a:off x="3291840" y="262308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38.764 ha</a:t>
            </a:r>
            <a:endParaRPr lang="id-ID" sz="848"/>
          </a:p>
        </p:txBody>
      </p:sp>
      <p:sp>
        <p:nvSpPr>
          <p:cNvPr id="338" name="K"/>
          <p:cNvSpPr/>
          <p:nvPr/>
        </p:nvSpPr>
        <p:spPr>
          <a:xfrm>
            <a:off x="4739006" y="266550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39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700154"/>
            <a:ext cx="128692" cy="128692"/>
          </a:xfrm>
          <a:prstGeom prst="rect">
            <a:avLst/>
          </a:prstGeom>
        </p:spPr>
      </p:pic>
      <p:sp>
        <p:nvSpPr>
          <p:cNvPr id="340" name="T"/>
          <p:cNvSpPr txBox="1"/>
          <p:nvPr/>
        </p:nvSpPr>
        <p:spPr>
          <a:xfrm>
            <a:off x="4985894" y="266550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199 hotspot</a:t>
            </a:r>
            <a:endParaRPr lang="id-ID" sz="715"/>
          </a:p>
        </p:txBody>
      </p:sp>
      <p:sp>
        <p:nvSpPr>
          <p:cNvPr id="341" name="K"/>
          <p:cNvSpPr/>
          <p:nvPr/>
        </p:nvSpPr>
        <p:spPr>
          <a:xfrm>
            <a:off x="5864742" y="266550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4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700154"/>
            <a:ext cx="128692" cy="128692"/>
          </a:xfrm>
          <a:prstGeom prst="rect">
            <a:avLst/>
          </a:prstGeom>
        </p:spPr>
      </p:pic>
      <p:sp>
        <p:nvSpPr>
          <p:cNvPr id="343" name="T"/>
          <p:cNvSpPr txBox="1"/>
          <p:nvPr/>
        </p:nvSpPr>
        <p:spPr>
          <a:xfrm>
            <a:off x="6111630" y="266550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457 ha</a:t>
            </a:r>
            <a:endParaRPr lang="id-ID" sz="715"/>
          </a:p>
        </p:txBody>
      </p:sp>
      <p:cxnSp>
        <p:nvCxnSpPr>
          <p:cNvPr id="344" name="L"/>
          <p:cNvCxnSpPr/>
          <p:nvPr/>
        </p:nvCxnSpPr>
        <p:spPr>
          <a:xfrm>
            <a:off x="676656" y="290592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45" name="K"/>
          <p:cNvSpPr/>
          <p:nvPr/>
        </p:nvSpPr>
        <p:spPr>
          <a:xfrm>
            <a:off x="676656" y="2954003"/>
            <a:ext cx="186674" cy="18667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346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0257" y="2987604"/>
            <a:ext cx="119471" cy="119471"/>
          </a:xfrm>
          <a:prstGeom prst="rect">
            <a:avLst/>
          </a:prstGeom>
        </p:spPr>
      </p:pic>
      <p:sp>
        <p:nvSpPr>
          <p:cNvPr id="347" name="T"/>
          <p:cNvSpPr txBox="1"/>
          <p:nvPr/>
        </p:nvSpPr>
        <p:spPr>
          <a:xfrm>
            <a:off x="950976" y="290592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866"/>
          </a:p>
        </p:txBody>
      </p:sp>
      <p:sp>
        <p:nvSpPr>
          <p:cNvPr id="348" name="T"/>
          <p:cNvSpPr txBox="1"/>
          <p:nvPr/>
        </p:nvSpPr>
        <p:spPr>
          <a:xfrm>
            <a:off x="3291840" y="290592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31.425 ha</a:t>
            </a:r>
            <a:endParaRPr lang="id-ID" sz="848"/>
          </a:p>
        </p:txBody>
      </p:sp>
      <p:cxnSp>
        <p:nvCxnSpPr>
          <p:cNvPr id="349" name="L"/>
          <p:cNvCxnSpPr/>
          <p:nvPr/>
        </p:nvCxnSpPr>
        <p:spPr>
          <a:xfrm>
            <a:off x="676656" y="31887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50" name="K"/>
          <p:cNvSpPr/>
          <p:nvPr/>
        </p:nvSpPr>
        <p:spPr>
          <a:xfrm>
            <a:off x="676656" y="323684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5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3270444"/>
            <a:ext cx="119471" cy="119471"/>
          </a:xfrm>
          <a:prstGeom prst="rect">
            <a:avLst/>
          </a:prstGeom>
        </p:spPr>
      </p:pic>
      <p:sp>
        <p:nvSpPr>
          <p:cNvPr id="352" name="T"/>
          <p:cNvSpPr txBox="1"/>
          <p:nvPr/>
        </p:nvSpPr>
        <p:spPr>
          <a:xfrm>
            <a:off x="950976" y="318876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866"/>
          </a:p>
        </p:txBody>
      </p:sp>
      <p:sp>
        <p:nvSpPr>
          <p:cNvPr id="353" name="T"/>
          <p:cNvSpPr txBox="1"/>
          <p:nvPr/>
        </p:nvSpPr>
        <p:spPr>
          <a:xfrm>
            <a:off x="3291840" y="318876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141.376 ha</a:t>
            </a:r>
            <a:endParaRPr lang="id-ID" sz="848"/>
          </a:p>
        </p:txBody>
      </p:sp>
      <p:sp>
        <p:nvSpPr>
          <p:cNvPr id="354" name="K"/>
          <p:cNvSpPr/>
          <p:nvPr/>
        </p:nvSpPr>
        <p:spPr>
          <a:xfrm>
            <a:off x="4739006" y="323118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55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265834"/>
            <a:ext cx="128692" cy="128692"/>
          </a:xfrm>
          <a:prstGeom prst="rect">
            <a:avLst/>
          </a:prstGeom>
        </p:spPr>
      </p:pic>
      <p:sp>
        <p:nvSpPr>
          <p:cNvPr id="356" name="T"/>
          <p:cNvSpPr txBox="1"/>
          <p:nvPr/>
        </p:nvSpPr>
        <p:spPr>
          <a:xfrm>
            <a:off x="4985894" y="323118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110 hotspot</a:t>
            </a:r>
            <a:endParaRPr lang="id-ID" sz="715"/>
          </a:p>
        </p:txBody>
      </p:sp>
      <p:sp>
        <p:nvSpPr>
          <p:cNvPr id="357" name="K"/>
          <p:cNvSpPr/>
          <p:nvPr/>
        </p:nvSpPr>
        <p:spPr>
          <a:xfrm>
            <a:off x="5864742" y="323118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58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265834"/>
            <a:ext cx="128692" cy="128692"/>
          </a:xfrm>
          <a:prstGeom prst="rect">
            <a:avLst/>
          </a:prstGeom>
        </p:spPr>
      </p:pic>
      <p:sp>
        <p:nvSpPr>
          <p:cNvPr id="359" name="T"/>
          <p:cNvSpPr txBox="1"/>
          <p:nvPr/>
        </p:nvSpPr>
        <p:spPr>
          <a:xfrm>
            <a:off x="6111630" y="323118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90 ha</a:t>
            </a:r>
            <a:endParaRPr lang="id-ID" sz="715"/>
          </a:p>
        </p:txBody>
      </p:sp>
      <p:cxnSp>
        <p:nvCxnSpPr>
          <p:cNvPr id="360" name="L"/>
          <p:cNvCxnSpPr/>
          <p:nvPr/>
        </p:nvCxnSpPr>
        <p:spPr>
          <a:xfrm>
            <a:off x="676656" y="347160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61" name="K"/>
          <p:cNvSpPr/>
          <p:nvPr/>
        </p:nvSpPr>
        <p:spPr>
          <a:xfrm>
            <a:off x="676656" y="351968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6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3553284"/>
            <a:ext cx="119471" cy="119471"/>
          </a:xfrm>
          <a:prstGeom prst="rect">
            <a:avLst/>
          </a:prstGeom>
        </p:spPr>
      </p:pic>
      <p:sp>
        <p:nvSpPr>
          <p:cNvPr id="363" name="T"/>
          <p:cNvSpPr txBox="1"/>
          <p:nvPr/>
        </p:nvSpPr>
        <p:spPr>
          <a:xfrm>
            <a:off x="950976" y="347160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866"/>
          </a:p>
        </p:txBody>
      </p:sp>
      <p:sp>
        <p:nvSpPr>
          <p:cNvPr id="364" name="T"/>
          <p:cNvSpPr txBox="1"/>
          <p:nvPr/>
        </p:nvSpPr>
        <p:spPr>
          <a:xfrm>
            <a:off x="3291840" y="347160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360.032 ha</a:t>
            </a:r>
            <a:endParaRPr lang="id-ID" sz="848"/>
          </a:p>
        </p:txBody>
      </p:sp>
      <p:sp>
        <p:nvSpPr>
          <p:cNvPr id="365" name="K"/>
          <p:cNvSpPr/>
          <p:nvPr/>
        </p:nvSpPr>
        <p:spPr>
          <a:xfrm>
            <a:off x="4739006" y="351402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66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548674"/>
            <a:ext cx="128692" cy="128692"/>
          </a:xfrm>
          <a:prstGeom prst="rect">
            <a:avLst/>
          </a:prstGeom>
        </p:spPr>
      </p:pic>
      <p:sp>
        <p:nvSpPr>
          <p:cNvPr id="367" name="T"/>
          <p:cNvSpPr txBox="1"/>
          <p:nvPr/>
        </p:nvSpPr>
        <p:spPr>
          <a:xfrm>
            <a:off x="4985894" y="351402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1.137 hotspot</a:t>
            </a:r>
            <a:endParaRPr lang="id-ID" sz="715"/>
          </a:p>
        </p:txBody>
      </p:sp>
      <p:sp>
        <p:nvSpPr>
          <p:cNvPr id="368" name="K"/>
          <p:cNvSpPr/>
          <p:nvPr/>
        </p:nvSpPr>
        <p:spPr>
          <a:xfrm>
            <a:off x="5864742" y="351402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69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548674"/>
            <a:ext cx="128692" cy="128692"/>
          </a:xfrm>
          <a:prstGeom prst="rect">
            <a:avLst/>
          </a:prstGeom>
        </p:spPr>
      </p:pic>
      <p:sp>
        <p:nvSpPr>
          <p:cNvPr id="370" name="T"/>
          <p:cNvSpPr txBox="1"/>
          <p:nvPr/>
        </p:nvSpPr>
        <p:spPr>
          <a:xfrm>
            <a:off x="6111630" y="351402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1.547 ha</a:t>
            </a:r>
            <a:endParaRPr lang="id-ID" sz="715"/>
          </a:p>
        </p:txBody>
      </p:sp>
      <p:cxnSp>
        <p:nvCxnSpPr>
          <p:cNvPr id="371" name="L"/>
          <p:cNvCxnSpPr/>
          <p:nvPr/>
        </p:nvCxnSpPr>
        <p:spPr>
          <a:xfrm>
            <a:off x="676656" y="375444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72" name="K"/>
          <p:cNvSpPr/>
          <p:nvPr/>
        </p:nvSpPr>
        <p:spPr>
          <a:xfrm>
            <a:off x="676656" y="380252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7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0257" y="3836124"/>
            <a:ext cx="119471" cy="119471"/>
          </a:xfrm>
          <a:prstGeom prst="rect">
            <a:avLst/>
          </a:prstGeom>
        </p:spPr>
      </p:pic>
      <p:sp>
        <p:nvSpPr>
          <p:cNvPr id="374" name="T"/>
          <p:cNvSpPr txBox="1"/>
          <p:nvPr/>
        </p:nvSpPr>
        <p:spPr>
          <a:xfrm>
            <a:off x="950976" y="3754440"/>
            <a:ext cx="2112264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866"/>
          </a:p>
        </p:txBody>
      </p:sp>
      <p:sp>
        <p:nvSpPr>
          <p:cNvPr id="375" name="T"/>
          <p:cNvSpPr txBox="1"/>
          <p:nvPr/>
        </p:nvSpPr>
        <p:spPr>
          <a:xfrm>
            <a:off x="3291840" y="375444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316.538 ha</a:t>
            </a:r>
            <a:endParaRPr lang="id-ID" sz="848"/>
          </a:p>
        </p:txBody>
      </p:sp>
      <p:sp>
        <p:nvSpPr>
          <p:cNvPr id="376" name="K"/>
          <p:cNvSpPr/>
          <p:nvPr/>
        </p:nvSpPr>
        <p:spPr>
          <a:xfrm>
            <a:off x="4739006" y="379686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7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831514"/>
            <a:ext cx="128692" cy="128692"/>
          </a:xfrm>
          <a:prstGeom prst="rect">
            <a:avLst/>
          </a:prstGeom>
        </p:spPr>
      </p:pic>
      <p:sp>
        <p:nvSpPr>
          <p:cNvPr id="378" name="T"/>
          <p:cNvSpPr txBox="1"/>
          <p:nvPr/>
        </p:nvSpPr>
        <p:spPr>
          <a:xfrm>
            <a:off x="4985894" y="379686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875 hotspot</a:t>
            </a:r>
            <a:endParaRPr lang="id-ID" sz="715"/>
          </a:p>
        </p:txBody>
      </p:sp>
      <p:sp>
        <p:nvSpPr>
          <p:cNvPr id="379" name="K"/>
          <p:cNvSpPr/>
          <p:nvPr/>
        </p:nvSpPr>
        <p:spPr>
          <a:xfrm>
            <a:off x="5864742" y="379686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8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831514"/>
            <a:ext cx="128692" cy="128692"/>
          </a:xfrm>
          <a:prstGeom prst="rect">
            <a:avLst/>
          </a:prstGeom>
        </p:spPr>
      </p:pic>
      <p:sp>
        <p:nvSpPr>
          <p:cNvPr id="381" name="T"/>
          <p:cNvSpPr txBox="1"/>
          <p:nvPr/>
        </p:nvSpPr>
        <p:spPr>
          <a:xfrm>
            <a:off x="6111630" y="379686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592 ha</a:t>
            </a:r>
            <a:endParaRPr lang="id-ID" sz="715"/>
          </a:p>
        </p:txBody>
      </p:sp>
      <p:sp>
        <p:nvSpPr>
          <p:cNvPr id="382" name="K"/>
          <p:cNvSpPr/>
          <p:nvPr/>
        </p:nvSpPr>
        <p:spPr>
          <a:xfrm>
            <a:off x="676656" y="4054250"/>
            <a:ext cx="6464808" cy="248899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83" name="T"/>
          <p:cNvSpPr txBox="1"/>
          <p:nvPr/>
        </p:nvSpPr>
        <p:spPr>
          <a:xfrm>
            <a:off x="749808" y="4037280"/>
            <a:ext cx="164592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endParaRPr lang="id-ID" sz="866"/>
          </a:p>
        </p:txBody>
      </p:sp>
      <p:sp>
        <p:nvSpPr>
          <p:cNvPr id="384" name="K"/>
          <p:cNvSpPr/>
          <p:nvPr/>
        </p:nvSpPr>
        <p:spPr>
          <a:xfrm>
            <a:off x="1709808" y="4091020"/>
            <a:ext cx="638251" cy="1753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85" name="T"/>
          <p:cNvSpPr txBox="1"/>
          <p:nvPr/>
        </p:nvSpPr>
        <p:spPr>
          <a:xfrm>
            <a:off x="1709808" y="4091020"/>
            <a:ext cx="638251" cy="175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4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 kejadian</a:t>
            </a:r>
            <a:endParaRPr lang="id-ID" sz="643"/>
          </a:p>
        </p:txBody>
      </p:sp>
      <p:sp>
        <p:nvSpPr>
          <p:cNvPr id="386" name="K"/>
          <p:cNvSpPr/>
          <p:nvPr/>
        </p:nvSpPr>
        <p:spPr>
          <a:xfrm>
            <a:off x="3291840" y="4091020"/>
            <a:ext cx="1005840" cy="175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sp>
        <p:nvSpPr>
          <p:cNvPr id="387" name="T"/>
          <p:cNvSpPr txBox="1"/>
          <p:nvPr/>
        </p:nvSpPr>
        <p:spPr>
          <a:xfrm>
            <a:off x="3291840" y="4091020"/>
            <a:ext cx="1005840" cy="175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7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424 ha</a:t>
            </a:r>
            <a:endParaRPr lang="id-ID" sz="679"/>
          </a:p>
        </p:txBody>
      </p:sp>
      <p:cxnSp>
        <p:nvCxnSpPr>
          <p:cNvPr id="388" name="L"/>
          <p:cNvCxnSpPr/>
          <p:nvPr/>
        </p:nvCxnSpPr>
        <p:spPr>
          <a:xfrm>
            <a:off x="676656" y="432012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89" name="K"/>
          <p:cNvSpPr/>
          <p:nvPr/>
        </p:nvSpPr>
        <p:spPr>
          <a:xfrm>
            <a:off x="841248" y="436820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90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74849" y="4401804"/>
            <a:ext cx="119471" cy="119471"/>
          </a:xfrm>
          <a:prstGeom prst="rect">
            <a:avLst/>
          </a:prstGeom>
        </p:spPr>
      </p:pic>
      <p:sp>
        <p:nvSpPr>
          <p:cNvPr id="391" name="T"/>
          <p:cNvSpPr txBox="1"/>
          <p:nvPr/>
        </p:nvSpPr>
        <p:spPr>
          <a:xfrm>
            <a:off x="1115568" y="432012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Kuningan</a:t>
            </a:r>
            <a:endParaRPr lang="id-ID" sz="866"/>
          </a:p>
        </p:txBody>
      </p:sp>
      <p:sp>
        <p:nvSpPr>
          <p:cNvPr id="392" name="T"/>
          <p:cNvSpPr txBox="1"/>
          <p:nvPr/>
        </p:nvSpPr>
        <p:spPr>
          <a:xfrm>
            <a:off x="3291840" y="432012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276 ha</a:t>
            </a:r>
            <a:endParaRPr lang="id-ID" sz="848"/>
          </a:p>
        </p:txBody>
      </p:sp>
      <p:sp>
        <p:nvSpPr>
          <p:cNvPr id="393" name="K"/>
          <p:cNvSpPr/>
          <p:nvPr/>
        </p:nvSpPr>
        <p:spPr>
          <a:xfrm>
            <a:off x="4739006" y="436254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94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397194"/>
            <a:ext cx="128692" cy="128692"/>
          </a:xfrm>
          <a:prstGeom prst="rect">
            <a:avLst/>
          </a:prstGeom>
        </p:spPr>
      </p:pic>
      <p:sp>
        <p:nvSpPr>
          <p:cNvPr id="395" name="T"/>
          <p:cNvSpPr txBox="1"/>
          <p:nvPr/>
        </p:nvSpPr>
        <p:spPr>
          <a:xfrm>
            <a:off x="4985894" y="436254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 hotspot</a:t>
            </a:r>
            <a:endParaRPr lang="id-ID" sz="715"/>
          </a:p>
        </p:txBody>
      </p:sp>
      <p:sp>
        <p:nvSpPr>
          <p:cNvPr id="396" name="K"/>
          <p:cNvSpPr/>
          <p:nvPr/>
        </p:nvSpPr>
        <p:spPr>
          <a:xfrm>
            <a:off x="5864742" y="436254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9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4397194"/>
            <a:ext cx="128692" cy="128692"/>
          </a:xfrm>
          <a:prstGeom prst="rect">
            <a:avLst/>
          </a:prstGeom>
        </p:spPr>
      </p:pic>
      <p:sp>
        <p:nvSpPr>
          <p:cNvPr id="398" name="T"/>
          <p:cNvSpPr txBox="1"/>
          <p:nvPr/>
        </p:nvSpPr>
        <p:spPr>
          <a:xfrm>
            <a:off x="6111630" y="436254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belum padam</a:t>
            </a:r>
            <a:endParaRPr lang="id-ID" sz="715"/>
          </a:p>
        </p:txBody>
      </p:sp>
      <p:cxnSp>
        <p:nvCxnSpPr>
          <p:cNvPr id="399" name="L"/>
          <p:cNvCxnSpPr/>
          <p:nvPr/>
        </p:nvCxnSpPr>
        <p:spPr>
          <a:xfrm>
            <a:off x="676656" y="46029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00" name="K"/>
          <p:cNvSpPr/>
          <p:nvPr/>
        </p:nvSpPr>
        <p:spPr>
          <a:xfrm>
            <a:off x="841248" y="4651043"/>
            <a:ext cx="186674" cy="18667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0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74849" y="4684644"/>
            <a:ext cx="119471" cy="119471"/>
          </a:xfrm>
          <a:prstGeom prst="rect">
            <a:avLst/>
          </a:prstGeom>
        </p:spPr>
      </p:pic>
      <p:sp>
        <p:nvSpPr>
          <p:cNvPr id="402" name="T"/>
          <p:cNvSpPr txBox="1"/>
          <p:nvPr/>
        </p:nvSpPr>
        <p:spPr>
          <a:xfrm>
            <a:off x="1115568" y="460296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Ciamis</a:t>
            </a:r>
            <a:endParaRPr lang="id-ID" sz="866"/>
          </a:p>
        </p:txBody>
      </p:sp>
      <p:sp>
        <p:nvSpPr>
          <p:cNvPr id="403" name="T"/>
          <p:cNvSpPr txBox="1"/>
          <p:nvPr/>
        </p:nvSpPr>
        <p:spPr>
          <a:xfrm>
            <a:off x="3291840" y="460296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148 ha</a:t>
            </a:r>
            <a:endParaRPr lang="id-ID" sz="848"/>
          </a:p>
        </p:txBody>
      </p:sp>
      <p:sp>
        <p:nvSpPr>
          <p:cNvPr id="404" name="K"/>
          <p:cNvSpPr/>
          <p:nvPr/>
        </p:nvSpPr>
        <p:spPr>
          <a:xfrm>
            <a:off x="676656" y="4902770"/>
            <a:ext cx="6464808" cy="248899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405" name="T"/>
          <p:cNvSpPr txBox="1"/>
          <p:nvPr/>
        </p:nvSpPr>
        <p:spPr>
          <a:xfrm>
            <a:off x="749808" y="4885800"/>
            <a:ext cx="164592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6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866"/>
          </a:p>
        </p:txBody>
      </p:sp>
      <p:sp>
        <p:nvSpPr>
          <p:cNvPr id="406" name="K"/>
          <p:cNvSpPr/>
          <p:nvPr/>
        </p:nvSpPr>
        <p:spPr>
          <a:xfrm>
            <a:off x="1709808" y="4939540"/>
            <a:ext cx="638251" cy="1753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07" name="T"/>
          <p:cNvSpPr txBox="1"/>
          <p:nvPr/>
        </p:nvSpPr>
        <p:spPr>
          <a:xfrm>
            <a:off x="1709808" y="4939540"/>
            <a:ext cx="638251" cy="175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4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 kejadian</a:t>
            </a:r>
            <a:endParaRPr lang="id-ID" sz="643"/>
          </a:p>
        </p:txBody>
      </p:sp>
      <p:sp>
        <p:nvSpPr>
          <p:cNvPr id="408" name="K"/>
          <p:cNvSpPr/>
          <p:nvPr/>
        </p:nvSpPr>
        <p:spPr>
          <a:xfrm>
            <a:off x="3291840" y="4939540"/>
            <a:ext cx="1005840" cy="175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sp>
        <p:nvSpPr>
          <p:cNvPr id="409" name="T"/>
          <p:cNvSpPr txBox="1"/>
          <p:nvPr/>
        </p:nvSpPr>
        <p:spPr>
          <a:xfrm>
            <a:off x="3291840" y="4939540"/>
            <a:ext cx="1005840" cy="175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7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1.384 ha</a:t>
            </a:r>
            <a:endParaRPr lang="id-ID" sz="679"/>
          </a:p>
        </p:txBody>
      </p:sp>
      <p:cxnSp>
        <p:nvCxnSpPr>
          <p:cNvPr id="410" name="L"/>
          <p:cNvCxnSpPr/>
          <p:nvPr/>
        </p:nvCxnSpPr>
        <p:spPr>
          <a:xfrm>
            <a:off x="676656" y="516864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11" name="K"/>
          <p:cNvSpPr/>
          <p:nvPr/>
        </p:nvSpPr>
        <p:spPr>
          <a:xfrm>
            <a:off x="841248" y="5216723"/>
            <a:ext cx="186674" cy="18667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1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74849" y="5250324"/>
            <a:ext cx="119471" cy="119471"/>
          </a:xfrm>
          <a:prstGeom prst="rect">
            <a:avLst/>
          </a:prstGeom>
        </p:spPr>
      </p:pic>
      <p:sp>
        <p:nvSpPr>
          <p:cNvPr id="413" name="T"/>
          <p:cNvSpPr txBox="1"/>
          <p:nvPr/>
        </p:nvSpPr>
        <p:spPr>
          <a:xfrm>
            <a:off x="1115568" y="516864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Karanganyar</a:t>
            </a:r>
            <a:endParaRPr lang="id-ID" sz="866"/>
          </a:p>
        </p:txBody>
      </p:sp>
      <p:sp>
        <p:nvSpPr>
          <p:cNvPr id="414" name="T"/>
          <p:cNvSpPr txBox="1"/>
          <p:nvPr/>
        </p:nvSpPr>
        <p:spPr>
          <a:xfrm>
            <a:off x="3291840" y="516864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316 ha</a:t>
            </a:r>
            <a:endParaRPr lang="id-ID" sz="848"/>
          </a:p>
        </p:txBody>
      </p:sp>
      <p:sp>
        <p:nvSpPr>
          <p:cNvPr id="415" name="K"/>
          <p:cNvSpPr/>
          <p:nvPr/>
        </p:nvSpPr>
        <p:spPr>
          <a:xfrm>
            <a:off x="4739006" y="5211066"/>
            <a:ext cx="1052584" cy="1979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16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5245714"/>
            <a:ext cx="128692" cy="128692"/>
          </a:xfrm>
          <a:prstGeom prst="rect">
            <a:avLst/>
          </a:prstGeom>
        </p:spPr>
      </p:pic>
      <p:sp>
        <p:nvSpPr>
          <p:cNvPr id="417" name="T"/>
          <p:cNvSpPr txBox="1"/>
          <p:nvPr/>
        </p:nvSpPr>
        <p:spPr>
          <a:xfrm>
            <a:off x="4985894" y="5211066"/>
            <a:ext cx="796552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0 hotspot</a:t>
            </a:r>
            <a:endParaRPr lang="id-ID" sz="715"/>
          </a:p>
        </p:txBody>
      </p:sp>
      <p:sp>
        <p:nvSpPr>
          <p:cNvPr id="418" name="K"/>
          <p:cNvSpPr/>
          <p:nvPr/>
        </p:nvSpPr>
        <p:spPr>
          <a:xfrm>
            <a:off x="5864742" y="5211066"/>
            <a:ext cx="1155436" cy="19798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19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5245714"/>
            <a:ext cx="128692" cy="128692"/>
          </a:xfrm>
          <a:prstGeom prst="rect">
            <a:avLst/>
          </a:prstGeom>
        </p:spPr>
      </p:pic>
      <p:sp>
        <p:nvSpPr>
          <p:cNvPr id="420" name="T"/>
          <p:cNvSpPr txBox="1"/>
          <p:nvPr/>
        </p:nvSpPr>
        <p:spPr>
          <a:xfrm>
            <a:off x="6111630" y="5211066"/>
            <a:ext cx="899404" cy="19798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5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belum padam</a:t>
            </a:r>
            <a:endParaRPr lang="id-ID" sz="715"/>
          </a:p>
        </p:txBody>
      </p:sp>
      <p:cxnSp>
        <p:nvCxnSpPr>
          <p:cNvPr id="421" name="L"/>
          <p:cNvCxnSpPr/>
          <p:nvPr/>
        </p:nvCxnSpPr>
        <p:spPr>
          <a:xfrm>
            <a:off x="676656" y="54514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22" name="K"/>
          <p:cNvSpPr/>
          <p:nvPr/>
        </p:nvSpPr>
        <p:spPr>
          <a:xfrm>
            <a:off x="841248" y="5499563"/>
            <a:ext cx="186674" cy="18667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3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74849" y="5533164"/>
            <a:ext cx="119471" cy="119471"/>
          </a:xfrm>
          <a:prstGeom prst="rect">
            <a:avLst/>
          </a:prstGeom>
        </p:spPr>
      </p:pic>
      <p:sp>
        <p:nvSpPr>
          <p:cNvPr id="424" name="T"/>
          <p:cNvSpPr txBox="1"/>
          <p:nvPr/>
        </p:nvSpPr>
        <p:spPr>
          <a:xfrm>
            <a:off x="1115568" y="545148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Wonosobo</a:t>
            </a:r>
            <a:endParaRPr lang="id-ID" sz="866"/>
          </a:p>
        </p:txBody>
      </p:sp>
      <p:sp>
        <p:nvSpPr>
          <p:cNvPr id="425" name="T"/>
          <p:cNvSpPr txBox="1"/>
          <p:nvPr/>
        </p:nvSpPr>
        <p:spPr>
          <a:xfrm>
            <a:off x="3291840" y="545148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104 ha</a:t>
            </a:r>
            <a:endParaRPr lang="id-ID" sz="848"/>
          </a:p>
        </p:txBody>
      </p:sp>
      <p:cxnSp>
        <p:nvCxnSpPr>
          <p:cNvPr id="426" name="L"/>
          <p:cNvCxnSpPr/>
          <p:nvPr/>
        </p:nvCxnSpPr>
        <p:spPr>
          <a:xfrm>
            <a:off x="676656" y="573432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27" name="K"/>
          <p:cNvSpPr/>
          <p:nvPr/>
        </p:nvSpPr>
        <p:spPr>
          <a:xfrm>
            <a:off x="841248" y="5782403"/>
            <a:ext cx="186674" cy="18667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8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74849" y="5816004"/>
            <a:ext cx="119471" cy="119471"/>
          </a:xfrm>
          <a:prstGeom prst="rect">
            <a:avLst/>
          </a:prstGeom>
        </p:spPr>
      </p:pic>
      <p:sp>
        <p:nvSpPr>
          <p:cNvPr id="429" name="T"/>
          <p:cNvSpPr txBox="1"/>
          <p:nvPr/>
        </p:nvSpPr>
        <p:spPr>
          <a:xfrm>
            <a:off x="1115568" y="573432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Temanggung</a:t>
            </a:r>
            <a:endParaRPr lang="id-ID" sz="866"/>
          </a:p>
        </p:txBody>
      </p:sp>
      <p:sp>
        <p:nvSpPr>
          <p:cNvPr id="430" name="T"/>
          <p:cNvSpPr txBox="1"/>
          <p:nvPr/>
        </p:nvSpPr>
        <p:spPr>
          <a:xfrm>
            <a:off x="3291840" y="573432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67 ha</a:t>
            </a:r>
            <a:endParaRPr lang="id-ID" sz="848"/>
          </a:p>
        </p:txBody>
      </p:sp>
      <p:cxnSp>
        <p:nvCxnSpPr>
          <p:cNvPr id="431" name="L"/>
          <p:cNvCxnSpPr/>
          <p:nvPr/>
        </p:nvCxnSpPr>
        <p:spPr>
          <a:xfrm>
            <a:off x="676656" y="60171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2" name="K"/>
          <p:cNvSpPr/>
          <p:nvPr/>
        </p:nvSpPr>
        <p:spPr>
          <a:xfrm>
            <a:off x="841248" y="6065243"/>
            <a:ext cx="186674" cy="18667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3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74849" y="6098844"/>
            <a:ext cx="119471" cy="119471"/>
          </a:xfrm>
          <a:prstGeom prst="rect">
            <a:avLst/>
          </a:prstGeom>
        </p:spPr>
      </p:pic>
      <p:sp>
        <p:nvSpPr>
          <p:cNvPr id="434" name="T"/>
          <p:cNvSpPr txBox="1"/>
          <p:nvPr/>
        </p:nvSpPr>
        <p:spPr>
          <a:xfrm>
            <a:off x="1115568" y="6017160"/>
            <a:ext cx="1947672" cy="2828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66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Magelang</a:t>
            </a:r>
            <a:endParaRPr lang="id-ID" sz="866"/>
          </a:p>
        </p:txBody>
      </p:sp>
      <p:sp>
        <p:nvSpPr>
          <p:cNvPr id="435" name="T"/>
          <p:cNvSpPr txBox="1"/>
          <p:nvPr/>
        </p:nvSpPr>
        <p:spPr>
          <a:xfrm>
            <a:off x="3291840" y="6017160"/>
            <a:ext cx="1234440" cy="282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4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897 ha</a:t>
            </a:r>
            <a:endParaRPr lang="id-ID" sz="848"/>
          </a:p>
        </p:txBody>
      </p:sp>
      <p:sp>
        <p:nvSpPr>
          <p:cNvPr id="495" name="K"/>
          <p:cNvSpPr/>
          <p:nvPr/>
        </p:nvSpPr>
        <p:spPr>
          <a:xfrm>
            <a:off x="7406640" y="1325880"/>
            <a:ext cx="4236415" cy="24597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96" name="K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497" name="K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>
            <a:noFill/>
          </a:ln>
        </p:spPr>
      </p:sp>
      <p:sp>
        <p:nvSpPr>
          <p:cNvPr id="498" name="K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499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500" name="T"/>
          <p:cNvSpPr txBox="1"/>
          <p:nvPr/>
        </p:nvSpPr>
        <p:spPr>
          <a:xfrm>
            <a:off x="7909560" y="1325880"/>
            <a:ext cx="313641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1100"/>
          </a:p>
        </p:txBody>
      </p:sp>
      <p:sp>
        <p:nvSpPr>
          <p:cNvPr id="501" name="T"/>
          <p:cNvSpPr txBox="1"/>
          <p:nvPr/>
        </p:nvSpPr>
        <p:spPr>
          <a:xfrm>
            <a:off x="11002975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7</a:t>
            </a:r>
            <a:endParaRPr lang="id-ID" sz="1800"/>
          </a:p>
        </p:txBody>
      </p:sp>
      <p:sp>
        <p:nvSpPr>
          <p:cNvPr id="502" name="T"/>
          <p:cNvSpPr txBox="1"/>
          <p:nvPr/>
        </p:nvSpPr>
        <p:spPr>
          <a:xfrm>
            <a:off x="7571232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20"/>
          </a:p>
        </p:txBody>
      </p:sp>
      <p:sp>
        <p:nvSpPr>
          <p:cNvPr id="503" name="T"/>
          <p:cNvSpPr txBox="1"/>
          <p:nvPr/>
        </p:nvSpPr>
        <p:spPr>
          <a:xfrm>
            <a:off x="865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TERDAMPAK</a:t>
            </a:r>
            <a:endParaRPr lang="id-ID" sz="620"/>
          </a:p>
        </p:txBody>
      </p:sp>
      <p:sp>
        <p:nvSpPr>
          <p:cNvPr id="504" name="T"/>
          <p:cNvSpPr txBox="1"/>
          <p:nvPr/>
        </p:nvSpPr>
        <p:spPr>
          <a:xfrm>
            <a:off x="1015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BANTUAN AIR</a:t>
            </a:r>
            <a:endParaRPr lang="id-ID" sz="620"/>
          </a:p>
        </p:txBody>
      </p:sp>
      <p:cxnSp>
        <p:nvCxnSpPr>
          <p:cNvPr id="505" name="L"/>
          <p:cNvCxnSpPr/>
          <p:nvPr/>
        </p:nvCxnSpPr>
        <p:spPr>
          <a:xfrm>
            <a:off x="7571232" y="2020824"/>
            <a:ext cx="3907231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06" name="K"/>
          <p:cNvSpPr/>
          <p:nvPr/>
        </p:nvSpPr>
        <p:spPr>
          <a:xfrm>
            <a:off x="7571232" y="2055662"/>
            <a:ext cx="3907231" cy="173781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07" name="T"/>
          <p:cNvSpPr txBox="1"/>
          <p:nvPr/>
        </p:nvSpPr>
        <p:spPr>
          <a:xfrm>
            <a:off x="7662672" y="2039112"/>
            <a:ext cx="1000000" cy="2068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TOTAL</a:t>
            </a:r>
            <a:endParaRPr lang="id-ID" sz="700"/>
          </a:p>
        </p:txBody>
      </p:sp>
      <p:pic>
        <p:nvPicPr>
          <p:cNvPr id="508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2087689"/>
            <a:ext cx="109728" cy="109728"/>
          </a:xfrm>
          <a:prstGeom prst="rect">
            <a:avLst/>
          </a:prstGeom>
        </p:spPr>
      </p:pic>
      <p:sp>
        <p:nvSpPr>
          <p:cNvPr id="509" name="T"/>
          <p:cNvSpPr txBox="1"/>
          <p:nvPr/>
        </p:nvSpPr>
        <p:spPr>
          <a:xfrm>
            <a:off x="8795200" y="2039112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64.739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209.904 jiwa</a:t>
            </a:r>
            <a:endParaRPr lang="id-ID" sz="800"/>
          </a:p>
        </p:txBody>
      </p:sp>
      <p:sp>
        <p:nvSpPr>
          <p:cNvPr id="510" name="K"/>
          <p:cNvSpPr/>
          <p:nvPr/>
        </p:nvSpPr>
        <p:spPr>
          <a:xfrm>
            <a:off x="10150000" y="2064829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511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2092261"/>
            <a:ext cx="100584" cy="100584"/>
          </a:xfrm>
          <a:prstGeom prst="rect">
            <a:avLst/>
          </a:prstGeom>
        </p:spPr>
      </p:pic>
      <p:sp>
        <p:nvSpPr>
          <p:cNvPr id="512" name="T"/>
          <p:cNvSpPr txBox="1"/>
          <p:nvPr/>
        </p:nvSpPr>
        <p:spPr>
          <a:xfrm>
            <a:off x="10332880" y="2064829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7 kabupaten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dibantu</a:t>
            </a:r>
            <a:endParaRPr lang="id-ID" sz="700"/>
          </a:p>
        </p:txBody>
      </p:sp>
      <p:sp>
        <p:nvSpPr>
          <p:cNvPr id="513" name="K"/>
          <p:cNvSpPr/>
          <p:nvPr/>
        </p:nvSpPr>
        <p:spPr>
          <a:xfrm>
            <a:off x="7571232" y="2267140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296767"/>
            <a:ext cx="105338" cy="105338"/>
          </a:xfrm>
          <a:prstGeom prst="rect">
            <a:avLst/>
          </a:prstGeom>
        </p:spPr>
      </p:pic>
      <p:sp>
        <p:nvSpPr>
          <p:cNvPr id="515" name="T"/>
          <p:cNvSpPr txBox="1"/>
          <p:nvPr/>
        </p:nvSpPr>
        <p:spPr>
          <a:xfrm>
            <a:off x="7799832" y="2245995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Subang</a:t>
            </a:r>
            <a:endParaRPr lang="id-ID" sz="820"/>
          </a:p>
        </p:txBody>
      </p:sp>
      <p:sp>
        <p:nvSpPr>
          <p:cNvPr id="516" name="T"/>
          <p:cNvSpPr txBox="1"/>
          <p:nvPr/>
        </p:nvSpPr>
        <p:spPr>
          <a:xfrm>
            <a:off x="7799832" y="2361849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Barat</a:t>
            </a:r>
            <a:endParaRPr lang="id-ID" sz="560"/>
          </a:p>
        </p:txBody>
      </p:sp>
      <p:pic>
        <p:nvPicPr>
          <p:cNvPr id="51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2294572"/>
            <a:ext cx="109728" cy="109728"/>
          </a:xfrm>
          <a:prstGeom prst="rect">
            <a:avLst/>
          </a:prstGeom>
        </p:spPr>
      </p:pic>
      <p:sp>
        <p:nvSpPr>
          <p:cNvPr id="518" name="T"/>
          <p:cNvSpPr txBox="1"/>
          <p:nvPr/>
        </p:nvSpPr>
        <p:spPr>
          <a:xfrm>
            <a:off x="8795200" y="2245995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8.064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20.726 jiwa</a:t>
            </a:r>
            <a:endParaRPr lang="id-ID" sz="780"/>
          </a:p>
        </p:txBody>
      </p:sp>
      <p:sp>
        <p:nvSpPr>
          <p:cNvPr id="519" name="K"/>
          <p:cNvSpPr/>
          <p:nvPr/>
        </p:nvSpPr>
        <p:spPr>
          <a:xfrm>
            <a:off x="10150000" y="2271712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2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2299144"/>
            <a:ext cx="100584" cy="100584"/>
          </a:xfrm>
          <a:prstGeom prst="rect">
            <a:avLst/>
          </a:prstGeom>
        </p:spPr>
      </p:pic>
      <p:sp>
        <p:nvSpPr>
          <p:cNvPr id="521" name="T"/>
          <p:cNvSpPr txBox="1"/>
          <p:nvPr/>
        </p:nvSpPr>
        <p:spPr>
          <a:xfrm>
            <a:off x="10332880" y="2271712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274.000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23 desa</a:t>
            </a:r>
            <a:endParaRPr lang="id-ID" sz="680"/>
          </a:p>
        </p:txBody>
      </p:sp>
      <p:cxnSp>
        <p:nvCxnSpPr>
          <p:cNvPr id="522" name="L"/>
          <p:cNvCxnSpPr/>
          <p:nvPr/>
        </p:nvCxnSpPr>
        <p:spPr>
          <a:xfrm>
            <a:off x="7571232" y="245287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23" name="K"/>
          <p:cNvSpPr/>
          <p:nvPr/>
        </p:nvSpPr>
        <p:spPr>
          <a:xfrm>
            <a:off x="7571232" y="2474023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2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503650"/>
            <a:ext cx="105338" cy="105338"/>
          </a:xfrm>
          <a:prstGeom prst="rect">
            <a:avLst/>
          </a:prstGeom>
        </p:spPr>
      </p:pic>
      <p:sp>
        <p:nvSpPr>
          <p:cNvPr id="525" name="T"/>
          <p:cNvSpPr txBox="1"/>
          <p:nvPr/>
        </p:nvSpPr>
        <p:spPr>
          <a:xfrm>
            <a:off x="7799832" y="2452878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Banyumas</a:t>
            </a:r>
            <a:endParaRPr lang="id-ID" sz="820"/>
          </a:p>
        </p:txBody>
      </p:sp>
      <p:sp>
        <p:nvSpPr>
          <p:cNvPr id="526" name="T"/>
          <p:cNvSpPr txBox="1"/>
          <p:nvPr/>
        </p:nvSpPr>
        <p:spPr>
          <a:xfrm>
            <a:off x="7799832" y="2568732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560"/>
          </a:p>
        </p:txBody>
      </p:sp>
      <p:pic>
        <p:nvPicPr>
          <p:cNvPr id="52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2501455"/>
            <a:ext cx="109728" cy="109728"/>
          </a:xfrm>
          <a:prstGeom prst="rect">
            <a:avLst/>
          </a:prstGeom>
        </p:spPr>
      </p:pic>
      <p:sp>
        <p:nvSpPr>
          <p:cNvPr id="528" name="T"/>
          <p:cNvSpPr txBox="1"/>
          <p:nvPr/>
        </p:nvSpPr>
        <p:spPr>
          <a:xfrm>
            <a:off x="8795200" y="2452878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19.941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68.750 jiwa</a:t>
            </a:r>
            <a:endParaRPr lang="id-ID" sz="780"/>
          </a:p>
        </p:txBody>
      </p:sp>
      <p:sp>
        <p:nvSpPr>
          <p:cNvPr id="529" name="K"/>
          <p:cNvSpPr/>
          <p:nvPr/>
        </p:nvSpPr>
        <p:spPr>
          <a:xfrm>
            <a:off x="10150000" y="2478595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3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2506027"/>
            <a:ext cx="100584" cy="100584"/>
          </a:xfrm>
          <a:prstGeom prst="rect">
            <a:avLst/>
          </a:prstGeom>
        </p:spPr>
      </p:pic>
      <p:sp>
        <p:nvSpPr>
          <p:cNvPr id="531" name="T"/>
          <p:cNvSpPr txBox="1"/>
          <p:nvPr/>
        </p:nvSpPr>
        <p:spPr>
          <a:xfrm>
            <a:off x="10332880" y="2478595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10.000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4 ritase</a:t>
            </a:r>
            <a:endParaRPr lang="id-ID" sz="680"/>
          </a:p>
        </p:txBody>
      </p:sp>
      <p:cxnSp>
        <p:nvCxnSpPr>
          <p:cNvPr id="532" name="L"/>
          <p:cNvCxnSpPr/>
          <p:nvPr/>
        </p:nvCxnSpPr>
        <p:spPr>
          <a:xfrm>
            <a:off x="7571232" y="2659761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33" name="K"/>
          <p:cNvSpPr/>
          <p:nvPr/>
        </p:nvSpPr>
        <p:spPr>
          <a:xfrm>
            <a:off x="7571232" y="268090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3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710533"/>
            <a:ext cx="105338" cy="105338"/>
          </a:xfrm>
          <a:prstGeom prst="rect">
            <a:avLst/>
          </a:prstGeom>
        </p:spPr>
      </p:pic>
      <p:sp>
        <p:nvSpPr>
          <p:cNvPr id="535" name="T"/>
          <p:cNvSpPr txBox="1"/>
          <p:nvPr/>
        </p:nvSpPr>
        <p:spPr>
          <a:xfrm>
            <a:off x="7799832" y="2659761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Boyolali</a:t>
            </a:r>
            <a:endParaRPr lang="id-ID" sz="820"/>
          </a:p>
        </p:txBody>
      </p:sp>
      <p:sp>
        <p:nvSpPr>
          <p:cNvPr id="536" name="T"/>
          <p:cNvSpPr txBox="1"/>
          <p:nvPr/>
        </p:nvSpPr>
        <p:spPr>
          <a:xfrm>
            <a:off x="7799832" y="2775615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560"/>
          </a:p>
        </p:txBody>
      </p:sp>
      <p:pic>
        <p:nvPicPr>
          <p:cNvPr id="53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2708338"/>
            <a:ext cx="109728" cy="109728"/>
          </a:xfrm>
          <a:prstGeom prst="rect">
            <a:avLst/>
          </a:prstGeom>
        </p:spPr>
      </p:pic>
      <p:sp>
        <p:nvSpPr>
          <p:cNvPr id="538" name="T"/>
          <p:cNvSpPr txBox="1"/>
          <p:nvPr/>
        </p:nvSpPr>
        <p:spPr>
          <a:xfrm>
            <a:off x="8795200" y="2659761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12.022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57.311 jiwa</a:t>
            </a:r>
            <a:endParaRPr lang="id-ID" sz="780"/>
          </a:p>
        </p:txBody>
      </p:sp>
      <p:sp>
        <p:nvSpPr>
          <p:cNvPr id="539" name="K"/>
          <p:cNvSpPr/>
          <p:nvPr/>
        </p:nvSpPr>
        <p:spPr>
          <a:xfrm>
            <a:off x="10150000" y="2685478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4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2712910"/>
            <a:ext cx="100584" cy="100584"/>
          </a:xfrm>
          <a:prstGeom prst="rect">
            <a:avLst/>
          </a:prstGeom>
        </p:spPr>
      </p:pic>
      <p:sp>
        <p:nvSpPr>
          <p:cNvPr id="541" name="T"/>
          <p:cNvSpPr txBox="1"/>
          <p:nvPr/>
        </p:nvSpPr>
        <p:spPr>
          <a:xfrm>
            <a:off x="10332880" y="2685478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124.000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6 desa</a:t>
            </a:r>
            <a:endParaRPr lang="id-ID" sz="680"/>
          </a:p>
        </p:txBody>
      </p:sp>
      <p:cxnSp>
        <p:nvCxnSpPr>
          <p:cNvPr id="542" name="L"/>
          <p:cNvCxnSpPr/>
          <p:nvPr/>
        </p:nvCxnSpPr>
        <p:spPr>
          <a:xfrm>
            <a:off x="7571232" y="2866644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43" name="K"/>
          <p:cNvSpPr/>
          <p:nvPr/>
        </p:nvSpPr>
        <p:spPr>
          <a:xfrm>
            <a:off x="7571232" y="2887789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917416"/>
            <a:ext cx="105338" cy="105338"/>
          </a:xfrm>
          <a:prstGeom prst="rect">
            <a:avLst/>
          </a:prstGeom>
        </p:spPr>
      </p:pic>
      <p:sp>
        <p:nvSpPr>
          <p:cNvPr id="545" name="T"/>
          <p:cNvSpPr txBox="1"/>
          <p:nvPr/>
        </p:nvSpPr>
        <p:spPr>
          <a:xfrm>
            <a:off x="7799832" y="2866644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Grobogan</a:t>
            </a:r>
            <a:endParaRPr lang="id-ID" sz="820"/>
          </a:p>
        </p:txBody>
      </p:sp>
      <p:sp>
        <p:nvSpPr>
          <p:cNvPr id="546" name="T"/>
          <p:cNvSpPr txBox="1"/>
          <p:nvPr/>
        </p:nvSpPr>
        <p:spPr>
          <a:xfrm>
            <a:off x="7799832" y="2982498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560"/>
          </a:p>
        </p:txBody>
      </p:sp>
      <p:pic>
        <p:nvPicPr>
          <p:cNvPr id="54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2915221"/>
            <a:ext cx="109728" cy="109728"/>
          </a:xfrm>
          <a:prstGeom prst="rect">
            <a:avLst/>
          </a:prstGeom>
        </p:spPr>
      </p:pic>
      <p:sp>
        <p:nvSpPr>
          <p:cNvPr id="548" name="T"/>
          <p:cNvSpPr txBox="1"/>
          <p:nvPr/>
        </p:nvSpPr>
        <p:spPr>
          <a:xfrm>
            <a:off x="8795200" y="2866644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3.285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jiwa: pendataan</a:t>
            </a:r>
            <a:endParaRPr lang="id-ID" sz="780"/>
          </a:p>
        </p:txBody>
      </p:sp>
      <p:sp>
        <p:nvSpPr>
          <p:cNvPr id="549" name="K"/>
          <p:cNvSpPr/>
          <p:nvPr/>
        </p:nvSpPr>
        <p:spPr>
          <a:xfrm>
            <a:off x="10150000" y="2892361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5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2919793"/>
            <a:ext cx="100584" cy="100584"/>
          </a:xfrm>
          <a:prstGeom prst="rect">
            <a:avLst/>
          </a:prstGeom>
        </p:spPr>
      </p:pic>
      <p:sp>
        <p:nvSpPr>
          <p:cNvPr id="551" name="T"/>
          <p:cNvSpPr txBox="1"/>
          <p:nvPr/>
        </p:nvSpPr>
        <p:spPr>
          <a:xfrm>
            <a:off x="10332880" y="2892361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39.000 liter</a:t>
            </a:r>
            <a:endParaRPr lang="id-ID" sz="680"/>
          </a:p>
        </p:txBody>
      </p:sp>
      <p:cxnSp>
        <p:nvCxnSpPr>
          <p:cNvPr id="552" name="L"/>
          <p:cNvCxnSpPr/>
          <p:nvPr/>
        </p:nvCxnSpPr>
        <p:spPr>
          <a:xfrm>
            <a:off x="7571232" y="3073527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53" name="K"/>
          <p:cNvSpPr/>
          <p:nvPr/>
        </p:nvSpPr>
        <p:spPr>
          <a:xfrm>
            <a:off x="7571232" y="309467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5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124299"/>
            <a:ext cx="105338" cy="105338"/>
          </a:xfrm>
          <a:prstGeom prst="rect">
            <a:avLst/>
          </a:prstGeom>
        </p:spPr>
      </p:pic>
      <p:sp>
        <p:nvSpPr>
          <p:cNvPr id="555" name="T"/>
          <p:cNvSpPr txBox="1"/>
          <p:nvPr/>
        </p:nvSpPr>
        <p:spPr>
          <a:xfrm>
            <a:off x="7799832" y="3073527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Klaten</a:t>
            </a:r>
            <a:endParaRPr lang="id-ID" sz="820"/>
          </a:p>
        </p:txBody>
      </p:sp>
      <p:sp>
        <p:nvSpPr>
          <p:cNvPr id="556" name="T"/>
          <p:cNvSpPr txBox="1"/>
          <p:nvPr/>
        </p:nvSpPr>
        <p:spPr>
          <a:xfrm>
            <a:off x="7799832" y="3189381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560"/>
          </a:p>
        </p:txBody>
      </p:sp>
      <p:pic>
        <p:nvPicPr>
          <p:cNvPr id="55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3122104"/>
            <a:ext cx="109728" cy="109728"/>
          </a:xfrm>
          <a:prstGeom prst="rect">
            <a:avLst/>
          </a:prstGeom>
        </p:spPr>
      </p:pic>
      <p:sp>
        <p:nvSpPr>
          <p:cNvPr id="558" name="T"/>
          <p:cNvSpPr txBox="1"/>
          <p:nvPr/>
        </p:nvSpPr>
        <p:spPr>
          <a:xfrm>
            <a:off x="8795200" y="3073527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5.136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17.127 jiwa</a:t>
            </a:r>
            <a:endParaRPr lang="id-ID" sz="780"/>
          </a:p>
        </p:txBody>
      </p:sp>
      <p:sp>
        <p:nvSpPr>
          <p:cNvPr id="559" name="K"/>
          <p:cNvSpPr/>
          <p:nvPr/>
        </p:nvSpPr>
        <p:spPr>
          <a:xfrm>
            <a:off x="10150000" y="3099244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6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3126676"/>
            <a:ext cx="100584" cy="100584"/>
          </a:xfrm>
          <a:prstGeom prst="rect">
            <a:avLst/>
          </a:prstGeom>
        </p:spPr>
      </p:pic>
      <p:sp>
        <p:nvSpPr>
          <p:cNvPr id="561" name="T"/>
          <p:cNvSpPr txBox="1"/>
          <p:nvPr/>
        </p:nvSpPr>
        <p:spPr>
          <a:xfrm>
            <a:off x="10332880" y="3099244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100.000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20 tangki</a:t>
            </a:r>
            <a:endParaRPr lang="id-ID" sz="680"/>
          </a:p>
        </p:txBody>
      </p:sp>
      <p:cxnSp>
        <p:nvCxnSpPr>
          <p:cNvPr id="562" name="L"/>
          <p:cNvCxnSpPr/>
          <p:nvPr/>
        </p:nvCxnSpPr>
        <p:spPr>
          <a:xfrm>
            <a:off x="7571232" y="3280410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63" name="K"/>
          <p:cNvSpPr/>
          <p:nvPr/>
        </p:nvSpPr>
        <p:spPr>
          <a:xfrm>
            <a:off x="7571232" y="3301555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331182"/>
            <a:ext cx="105338" cy="105338"/>
          </a:xfrm>
          <a:prstGeom prst="rect">
            <a:avLst/>
          </a:prstGeom>
        </p:spPr>
      </p:pic>
      <p:sp>
        <p:nvSpPr>
          <p:cNvPr id="565" name="T"/>
          <p:cNvSpPr txBox="1"/>
          <p:nvPr/>
        </p:nvSpPr>
        <p:spPr>
          <a:xfrm>
            <a:off x="7799832" y="3280410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Blitar</a:t>
            </a:r>
            <a:endParaRPr lang="id-ID" sz="820"/>
          </a:p>
        </p:txBody>
      </p:sp>
      <p:sp>
        <p:nvSpPr>
          <p:cNvPr id="566" name="T"/>
          <p:cNvSpPr txBox="1"/>
          <p:nvPr/>
        </p:nvSpPr>
        <p:spPr>
          <a:xfrm>
            <a:off x="7799832" y="3396264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Jawa Timur</a:t>
            </a:r>
            <a:endParaRPr lang="id-ID" sz="560"/>
          </a:p>
        </p:txBody>
      </p:sp>
      <p:pic>
        <p:nvPicPr>
          <p:cNvPr id="56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3328987"/>
            <a:ext cx="109728" cy="109728"/>
          </a:xfrm>
          <a:prstGeom prst="rect">
            <a:avLst/>
          </a:prstGeom>
        </p:spPr>
      </p:pic>
      <p:sp>
        <p:nvSpPr>
          <p:cNvPr id="568" name="T"/>
          <p:cNvSpPr txBox="1"/>
          <p:nvPr/>
        </p:nvSpPr>
        <p:spPr>
          <a:xfrm>
            <a:off x="8795200" y="3280410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16.043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45.090 jiwa</a:t>
            </a:r>
            <a:endParaRPr lang="id-ID" sz="780"/>
          </a:p>
        </p:txBody>
      </p:sp>
      <p:sp>
        <p:nvSpPr>
          <p:cNvPr id="569" name="K"/>
          <p:cNvSpPr/>
          <p:nvPr/>
        </p:nvSpPr>
        <p:spPr>
          <a:xfrm>
            <a:off x="10150000" y="3306127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7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3333559"/>
            <a:ext cx="100584" cy="100584"/>
          </a:xfrm>
          <a:prstGeom prst="rect">
            <a:avLst/>
          </a:prstGeom>
        </p:spPr>
      </p:pic>
      <p:sp>
        <p:nvSpPr>
          <p:cNvPr id="571" name="T"/>
          <p:cNvSpPr txBox="1"/>
          <p:nvPr/>
        </p:nvSpPr>
        <p:spPr>
          <a:xfrm>
            <a:off x="10332880" y="3306127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2.439.200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sejak 22 Jul</a:t>
            </a:r>
            <a:endParaRPr lang="id-ID" sz="680"/>
          </a:p>
        </p:txBody>
      </p:sp>
      <p:cxnSp>
        <p:nvCxnSpPr>
          <p:cNvPr id="572" name="L"/>
          <p:cNvCxnSpPr/>
          <p:nvPr/>
        </p:nvCxnSpPr>
        <p:spPr>
          <a:xfrm>
            <a:off x="7571232" y="3487293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73" name="K"/>
          <p:cNvSpPr/>
          <p:nvPr/>
        </p:nvSpPr>
        <p:spPr>
          <a:xfrm>
            <a:off x="7571232" y="3508438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538065"/>
            <a:ext cx="105338" cy="105338"/>
          </a:xfrm>
          <a:prstGeom prst="rect">
            <a:avLst/>
          </a:prstGeom>
        </p:spPr>
      </p:pic>
      <p:sp>
        <p:nvSpPr>
          <p:cNvPr id="575" name="T"/>
          <p:cNvSpPr txBox="1"/>
          <p:nvPr/>
        </p:nvSpPr>
        <p:spPr>
          <a:xfrm>
            <a:off x="7799832" y="3487293"/>
            <a:ext cx="1100000" cy="11585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Bulukumba</a:t>
            </a:r>
            <a:endParaRPr lang="id-ID" sz="820"/>
          </a:p>
        </p:txBody>
      </p:sp>
      <p:sp>
        <p:nvSpPr>
          <p:cNvPr id="576" name="T"/>
          <p:cNvSpPr txBox="1"/>
          <p:nvPr/>
        </p:nvSpPr>
        <p:spPr>
          <a:xfrm>
            <a:off x="7799832" y="3603147"/>
            <a:ext cx="1100000" cy="8275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5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560"/>
          </a:p>
        </p:txBody>
      </p:sp>
      <p:pic>
        <p:nvPicPr>
          <p:cNvPr id="57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50000" y="3535870"/>
            <a:ext cx="109728" cy="109728"/>
          </a:xfrm>
          <a:prstGeom prst="rect">
            <a:avLst/>
          </a:prstGeom>
        </p:spPr>
      </p:pic>
      <p:sp>
        <p:nvSpPr>
          <p:cNvPr id="578" name="T"/>
          <p:cNvSpPr txBox="1"/>
          <p:nvPr/>
        </p:nvSpPr>
        <p:spPr>
          <a:xfrm>
            <a:off x="8795200" y="3487293"/>
            <a:ext cx="1380000" cy="2068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248 KK</a:t>
            </a:r>
            <a:r>
              <a:rPr lang="id-ID" sz="7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900 jiwa</a:t>
            </a:r>
            <a:endParaRPr lang="id-ID" sz="780"/>
          </a:p>
        </p:txBody>
      </p:sp>
      <p:sp>
        <p:nvSpPr>
          <p:cNvPr id="579" name="K"/>
          <p:cNvSpPr/>
          <p:nvPr/>
        </p:nvSpPr>
        <p:spPr>
          <a:xfrm>
            <a:off x="10150000" y="3513010"/>
            <a:ext cx="132846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8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204864" y="3540442"/>
            <a:ext cx="100584" cy="100584"/>
          </a:xfrm>
          <a:prstGeom prst="rect">
            <a:avLst/>
          </a:prstGeom>
        </p:spPr>
      </p:pic>
      <p:sp>
        <p:nvSpPr>
          <p:cNvPr id="581" name="T"/>
          <p:cNvSpPr txBox="1"/>
          <p:nvPr/>
        </p:nvSpPr>
        <p:spPr>
          <a:xfrm>
            <a:off x="10332880" y="3513010"/>
            <a:ext cx="1128463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8.000 liter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49 KK</a:t>
            </a:r>
            <a:endParaRPr lang="id-ID" sz="680"/>
          </a:p>
        </p:txBody>
      </p:sp>
      <p:sp>
        <p:nvSpPr>
          <p:cNvPr id="582" name="K"/>
          <p:cNvSpPr/>
          <p:nvPr/>
        </p:nvSpPr>
        <p:spPr>
          <a:xfrm>
            <a:off x="7406640" y="3877056"/>
            <a:ext cx="4236415" cy="2130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583" name="K"/>
          <p:cNvSpPr/>
          <p:nvPr/>
        </p:nvSpPr>
        <p:spPr>
          <a:xfrm>
            <a:off x="7406640" y="3877056"/>
            <a:ext cx="4236415" cy="365760"/>
          </a:xfrm>
          <a:prstGeom prst="roundRect">
            <a:avLst>
              <a:gd name="adj" fmla="val 16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584" name="K"/>
          <p:cNvSpPr/>
          <p:nvPr/>
        </p:nvSpPr>
        <p:spPr>
          <a:xfrm>
            <a:off x="7406640" y="4096512"/>
            <a:ext cx="4236415" cy="146304"/>
          </a:xfrm>
          <a:prstGeom prst="rect">
            <a:avLst/>
          </a:prstGeom>
          <a:solidFill>
            <a:srgbClr val="E3EAF1"/>
          </a:solidFill>
          <a:ln>
            <a:noFill/>
          </a:ln>
        </p:spPr>
      </p:sp>
      <p:sp>
        <p:nvSpPr>
          <p:cNvPr id="585" name="K"/>
          <p:cNvSpPr/>
          <p:nvPr/>
        </p:nvSpPr>
        <p:spPr>
          <a:xfrm>
            <a:off x="7534656" y="3913632"/>
            <a:ext cx="292608" cy="29260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86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7589520" y="3968496"/>
            <a:ext cx="182880" cy="182880"/>
          </a:xfrm>
          <a:prstGeom prst="rect">
            <a:avLst/>
          </a:prstGeom>
        </p:spPr>
      </p:pic>
      <p:sp>
        <p:nvSpPr>
          <p:cNvPr id="587" name="T"/>
          <p:cNvSpPr txBox="1"/>
          <p:nvPr/>
        </p:nvSpPr>
        <p:spPr>
          <a:xfrm>
            <a:off x="7909560" y="3877056"/>
            <a:ext cx="3136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1100"/>
          </a:p>
        </p:txBody>
      </p:sp>
      <p:sp>
        <p:nvSpPr>
          <p:cNvPr id="588" name="T"/>
          <p:cNvSpPr txBox="1"/>
          <p:nvPr/>
        </p:nvSpPr>
        <p:spPr>
          <a:xfrm>
            <a:off x="11002975" y="3877056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3</a:t>
            </a:r>
            <a:endParaRPr lang="id-ID" sz="1800"/>
          </a:p>
        </p:txBody>
      </p:sp>
      <p:sp>
        <p:nvSpPr>
          <p:cNvPr id="436" name="K"/>
          <p:cNvSpPr/>
          <p:nvPr/>
        </p:nvSpPr>
        <p:spPr>
          <a:xfrm>
            <a:off x="7571232" y="4288536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437" name="K"/>
          <p:cNvSpPr/>
          <p:nvPr/>
        </p:nvSpPr>
        <p:spPr>
          <a:xfrm>
            <a:off x="7616952" y="4306824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438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644384" y="4334256"/>
            <a:ext cx="91440" cy="91440"/>
          </a:xfrm>
          <a:prstGeom prst="rect">
            <a:avLst/>
          </a:prstGeom>
        </p:spPr>
      </p:pic>
      <p:sp>
        <p:nvSpPr>
          <p:cNvPr id="441" name="T"/>
          <p:cNvSpPr txBox="1"/>
          <p:nvPr/>
        </p:nvSpPr>
        <p:spPr>
          <a:xfrm>
            <a:off x="7808976" y="4288536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820"/>
          </a:p>
        </p:txBody>
      </p:sp>
      <p:sp>
        <p:nvSpPr>
          <p:cNvPr id="439" name="K"/>
          <p:cNvSpPr/>
          <p:nvPr/>
        </p:nvSpPr>
        <p:spPr>
          <a:xfrm>
            <a:off x="8511232" y="4315968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440" name="T"/>
          <p:cNvSpPr txBox="1"/>
          <p:nvPr/>
        </p:nvSpPr>
        <p:spPr>
          <a:xfrm>
            <a:off x="8511232" y="4315968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580"/>
          </a:p>
        </p:txBody>
      </p:sp>
      <p:sp>
        <p:nvSpPr>
          <p:cNvPr id="442" name="K"/>
          <p:cNvSpPr/>
          <p:nvPr/>
        </p:nvSpPr>
        <p:spPr>
          <a:xfrm>
            <a:off x="7589520" y="4507992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534326"/>
            <a:ext cx="93634" cy="93634"/>
          </a:xfrm>
          <a:prstGeom prst="rect">
            <a:avLst/>
          </a:prstGeom>
        </p:spPr>
      </p:pic>
      <p:sp>
        <p:nvSpPr>
          <p:cNvPr id="444" name="T"/>
          <p:cNvSpPr txBox="1"/>
          <p:nvPr/>
        </p:nvSpPr>
        <p:spPr>
          <a:xfrm>
            <a:off x="7790688" y="44897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445" name="K"/>
          <p:cNvSpPr/>
          <p:nvPr/>
        </p:nvSpPr>
        <p:spPr>
          <a:xfrm>
            <a:off x="10782842" y="4498848"/>
            <a:ext cx="677332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46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10840449" y="4531766"/>
            <a:ext cx="98755" cy="98755"/>
          </a:xfrm>
          <a:prstGeom prst="rect">
            <a:avLst/>
          </a:prstGeom>
        </p:spPr>
      </p:pic>
      <p:sp>
        <p:nvSpPr>
          <p:cNvPr id="447" name="T"/>
          <p:cNvSpPr txBox="1"/>
          <p:nvPr/>
        </p:nvSpPr>
        <p:spPr>
          <a:xfrm>
            <a:off x="10939204" y="4498848"/>
            <a:ext cx="520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197 huntara</a:t>
            </a:r>
            <a:endParaRPr lang="id-ID" sz="600"/>
          </a:p>
        </p:txBody>
      </p:sp>
      <p:sp>
        <p:nvSpPr>
          <p:cNvPr id="448" name="K"/>
          <p:cNvSpPr/>
          <p:nvPr/>
        </p:nvSpPr>
        <p:spPr>
          <a:xfrm>
            <a:off x="9734133" y="4498848"/>
            <a:ext cx="1012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49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791740" y="4531766"/>
            <a:ext cx="98755" cy="98755"/>
          </a:xfrm>
          <a:prstGeom prst="rect">
            <a:avLst/>
          </a:prstGeom>
        </p:spPr>
      </p:pic>
      <p:sp>
        <p:nvSpPr>
          <p:cNvPr id="450" name="T"/>
          <p:cNvSpPr txBox="1"/>
          <p:nvPr/>
        </p:nvSpPr>
        <p:spPr>
          <a:xfrm>
            <a:off x="9890495" y="4498848"/>
            <a:ext cx="85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Transisi s.d. 27 Des</a:t>
            </a:r>
            <a:endParaRPr lang="id-ID" sz="600"/>
          </a:p>
        </p:txBody>
      </p:sp>
      <p:sp>
        <p:nvSpPr>
          <p:cNvPr id="451" name="K"/>
          <p:cNvSpPr/>
          <p:nvPr/>
        </p:nvSpPr>
        <p:spPr>
          <a:xfrm>
            <a:off x="7790688" y="4681728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52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7854696" y="4727448"/>
            <a:ext cx="118872" cy="118872"/>
          </a:xfrm>
          <a:prstGeom prst="rect">
            <a:avLst/>
          </a:prstGeom>
        </p:spPr>
      </p:pic>
      <p:sp>
        <p:nvSpPr>
          <p:cNvPr id="453" name="T"/>
          <p:cNvSpPr txBox="1"/>
          <p:nvPr/>
        </p:nvSpPr>
        <p:spPr>
          <a:xfrm>
            <a:off x="8010144" y="4700016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±27.551</a:t>
            </a:r>
            <a:endParaRPr lang="id-ID" sz="950"/>
          </a:p>
        </p:txBody>
      </p:sp>
      <p:sp>
        <p:nvSpPr>
          <p:cNvPr id="454" name="T"/>
          <p:cNvSpPr txBox="1"/>
          <p:nvPr/>
        </p:nvSpPr>
        <p:spPr>
          <a:xfrm>
            <a:off x="7854696" y="4864608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 mengungsi</a:t>
            </a:r>
            <a:endParaRPr lang="id-ID" sz="620"/>
          </a:p>
        </p:txBody>
      </p:sp>
      <p:sp>
        <p:nvSpPr>
          <p:cNvPr id="455" name="K"/>
          <p:cNvSpPr/>
          <p:nvPr/>
        </p:nvSpPr>
        <p:spPr>
          <a:xfrm>
            <a:off x="9035186" y="4681728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56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9099194" y="4727448"/>
            <a:ext cx="118872" cy="118872"/>
          </a:xfrm>
          <a:prstGeom prst="rect">
            <a:avLst/>
          </a:prstGeom>
        </p:spPr>
      </p:pic>
      <p:sp>
        <p:nvSpPr>
          <p:cNvPr id="457" name="T"/>
          <p:cNvSpPr txBox="1"/>
          <p:nvPr/>
        </p:nvSpPr>
        <p:spPr>
          <a:xfrm>
            <a:off x="9254642" y="4700016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156</a:t>
            </a:r>
            <a:endParaRPr lang="id-ID" sz="950"/>
          </a:p>
        </p:txBody>
      </p:sp>
      <p:sp>
        <p:nvSpPr>
          <p:cNvPr id="458" name="T"/>
          <p:cNvSpPr txBox="1"/>
          <p:nvPr/>
        </p:nvSpPr>
        <p:spPr>
          <a:xfrm>
            <a:off x="9099194" y="4864608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 meninggal</a:t>
            </a:r>
            <a:endParaRPr lang="id-ID" sz="620"/>
          </a:p>
        </p:txBody>
      </p:sp>
      <p:sp>
        <p:nvSpPr>
          <p:cNvPr id="459" name="K"/>
          <p:cNvSpPr/>
          <p:nvPr/>
        </p:nvSpPr>
        <p:spPr>
          <a:xfrm>
            <a:off x="10279684" y="4681728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60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43692" y="4727448"/>
            <a:ext cx="118872" cy="118872"/>
          </a:xfrm>
          <a:prstGeom prst="rect">
            <a:avLst/>
          </a:prstGeom>
        </p:spPr>
      </p:pic>
      <p:sp>
        <p:nvSpPr>
          <p:cNvPr id="461" name="T"/>
          <p:cNvSpPr txBox="1"/>
          <p:nvPr/>
        </p:nvSpPr>
        <p:spPr>
          <a:xfrm>
            <a:off x="10499140" y="4700016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118.834</a:t>
            </a:r>
            <a:endParaRPr lang="id-ID" sz="950"/>
          </a:p>
        </p:txBody>
      </p:sp>
      <p:sp>
        <p:nvSpPr>
          <p:cNvPr id="462" name="T"/>
          <p:cNvSpPr txBox="1"/>
          <p:nvPr/>
        </p:nvSpPr>
        <p:spPr>
          <a:xfrm>
            <a:off x="10343692" y="4864608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rumah rusak</a:t>
            </a:r>
            <a:endParaRPr lang="id-ID" sz="620"/>
          </a:p>
        </p:txBody>
      </p:sp>
      <p:sp>
        <p:nvSpPr>
          <p:cNvPr id="463" name="K"/>
          <p:cNvSpPr/>
          <p:nvPr/>
        </p:nvSpPr>
        <p:spPr>
          <a:xfrm>
            <a:off x="7571232" y="5084064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464" name="K"/>
          <p:cNvSpPr/>
          <p:nvPr/>
        </p:nvSpPr>
        <p:spPr>
          <a:xfrm>
            <a:off x="7616952" y="5102352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465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644384" y="5129784"/>
            <a:ext cx="91440" cy="91440"/>
          </a:xfrm>
          <a:prstGeom prst="rect">
            <a:avLst/>
          </a:prstGeom>
        </p:spPr>
      </p:pic>
      <p:sp>
        <p:nvSpPr>
          <p:cNvPr id="468" name="T"/>
          <p:cNvSpPr txBox="1"/>
          <p:nvPr/>
        </p:nvSpPr>
        <p:spPr>
          <a:xfrm>
            <a:off x="7808976" y="5084064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 bandang</a:t>
            </a:r>
            <a:endParaRPr lang="id-ID" sz="820"/>
          </a:p>
        </p:txBody>
      </p:sp>
      <p:sp>
        <p:nvSpPr>
          <p:cNvPr id="466" name="K"/>
          <p:cNvSpPr/>
          <p:nvPr/>
        </p:nvSpPr>
        <p:spPr>
          <a:xfrm>
            <a:off x="8767232" y="5111496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sp>
        <p:nvSpPr>
          <p:cNvPr id="467" name="T"/>
          <p:cNvSpPr txBox="1"/>
          <p:nvPr/>
        </p:nvSpPr>
        <p:spPr>
          <a:xfrm>
            <a:off x="8767232" y="5111496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580"/>
          </a:p>
        </p:txBody>
      </p:sp>
      <p:sp>
        <p:nvSpPr>
          <p:cNvPr id="469" name="K"/>
          <p:cNvSpPr/>
          <p:nvPr/>
        </p:nvSpPr>
        <p:spPr>
          <a:xfrm>
            <a:off x="7589520" y="530352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0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329854"/>
            <a:ext cx="93634" cy="93634"/>
          </a:xfrm>
          <a:prstGeom prst="rect">
            <a:avLst/>
          </a:prstGeom>
        </p:spPr>
      </p:pic>
      <p:sp>
        <p:nvSpPr>
          <p:cNvPr id="471" name="T"/>
          <p:cNvSpPr txBox="1"/>
          <p:nvPr/>
        </p:nvSpPr>
        <p:spPr>
          <a:xfrm>
            <a:off x="7790688" y="52852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Barat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Solok</a:t>
            </a:r>
            <a:endParaRPr lang="id-ID" sz="760"/>
          </a:p>
        </p:txBody>
      </p:sp>
      <p:sp>
        <p:nvSpPr>
          <p:cNvPr id="472" name="K"/>
          <p:cNvSpPr/>
          <p:nvPr/>
        </p:nvSpPr>
        <p:spPr>
          <a:xfrm>
            <a:off x="10671242" y="5294376"/>
            <a:ext cx="788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73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728849" y="5327294"/>
            <a:ext cx="98755" cy="98755"/>
          </a:xfrm>
          <a:prstGeom prst="rect">
            <a:avLst/>
          </a:prstGeom>
        </p:spPr>
      </p:pic>
      <p:sp>
        <p:nvSpPr>
          <p:cNvPr id="474" name="T"/>
          <p:cNvSpPr txBox="1"/>
          <p:nvPr/>
        </p:nvSpPr>
        <p:spPr>
          <a:xfrm>
            <a:off x="10827604" y="5294376"/>
            <a:ext cx="632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61 rumah rusak</a:t>
            </a:r>
            <a:endParaRPr lang="id-ID" sz="600"/>
          </a:p>
        </p:txBody>
      </p:sp>
      <p:sp>
        <p:nvSpPr>
          <p:cNvPr id="475" name="K"/>
          <p:cNvSpPr/>
          <p:nvPr/>
        </p:nvSpPr>
        <p:spPr>
          <a:xfrm>
            <a:off x="9920133" y="5294376"/>
            <a:ext cx="7145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76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9977740" y="5327294"/>
            <a:ext cx="98755" cy="98755"/>
          </a:xfrm>
          <a:prstGeom prst="rect">
            <a:avLst/>
          </a:prstGeom>
        </p:spPr>
      </p:pic>
      <p:sp>
        <p:nvSpPr>
          <p:cNvPr id="477" name="T"/>
          <p:cNvSpPr txBox="1"/>
          <p:nvPr/>
        </p:nvSpPr>
        <p:spPr>
          <a:xfrm>
            <a:off x="10076495" y="5294376"/>
            <a:ext cx="5581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 mengungsi</a:t>
            </a:r>
            <a:endParaRPr lang="id-ID" sz="600"/>
          </a:p>
        </p:txBody>
      </p:sp>
      <p:sp>
        <p:nvSpPr>
          <p:cNvPr id="478" name="K"/>
          <p:cNvSpPr/>
          <p:nvPr/>
        </p:nvSpPr>
        <p:spPr>
          <a:xfrm>
            <a:off x="9206224" y="5294376"/>
            <a:ext cx="677332" cy="16459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</p:sp>
      <p:pic>
        <p:nvPicPr>
          <p:cNvPr id="479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9263831" y="5327294"/>
            <a:ext cx="98755" cy="98755"/>
          </a:xfrm>
          <a:prstGeom prst="rect">
            <a:avLst/>
          </a:prstGeom>
        </p:spPr>
      </p:pic>
      <p:sp>
        <p:nvSpPr>
          <p:cNvPr id="480" name="T"/>
          <p:cNvSpPr txBox="1"/>
          <p:nvPr/>
        </p:nvSpPr>
        <p:spPr>
          <a:xfrm>
            <a:off x="9362586" y="5294376"/>
            <a:ext cx="520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 meninggal</a:t>
            </a:r>
            <a:endParaRPr lang="id-ID" sz="600"/>
          </a:p>
        </p:txBody>
      </p:sp>
      <p:sp>
        <p:nvSpPr>
          <p:cNvPr id="481" name="K"/>
          <p:cNvSpPr/>
          <p:nvPr/>
        </p:nvSpPr>
        <p:spPr>
          <a:xfrm>
            <a:off x="7571232" y="5541264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482" name="K"/>
          <p:cNvSpPr/>
          <p:nvPr/>
        </p:nvSpPr>
        <p:spPr>
          <a:xfrm>
            <a:off x="7616952" y="5559552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pic>
        <p:nvPicPr>
          <p:cNvPr id="48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7644384" y="5586984"/>
            <a:ext cx="91440" cy="91440"/>
          </a:xfrm>
          <a:prstGeom prst="rect">
            <a:avLst/>
          </a:prstGeom>
        </p:spPr>
      </p:pic>
      <p:sp>
        <p:nvSpPr>
          <p:cNvPr id="486" name="T"/>
          <p:cNvSpPr txBox="1"/>
          <p:nvPr/>
        </p:nvSpPr>
        <p:spPr>
          <a:xfrm>
            <a:off x="7808976" y="5541264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Kebakaran TPA</a:t>
            </a:r>
            <a:endParaRPr lang="id-ID" sz="820"/>
          </a:p>
        </p:txBody>
      </p:sp>
      <p:sp>
        <p:nvSpPr>
          <p:cNvPr id="484" name="K"/>
          <p:cNvSpPr/>
          <p:nvPr/>
        </p:nvSpPr>
        <p:spPr>
          <a:xfrm>
            <a:off x="8703232" y="5568696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F5E1DD"/>
          </a:solidFill>
          <a:ln>
            <a:noFill/>
          </a:ln>
        </p:spPr>
      </p:sp>
      <p:sp>
        <p:nvSpPr>
          <p:cNvPr id="485" name="T"/>
          <p:cNvSpPr txBox="1"/>
          <p:nvPr/>
        </p:nvSpPr>
        <p:spPr>
          <a:xfrm>
            <a:off x="8703232" y="5568696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A23B2A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580"/>
          </a:p>
        </p:txBody>
      </p:sp>
      <p:sp>
        <p:nvSpPr>
          <p:cNvPr id="487" name="K"/>
          <p:cNvSpPr/>
          <p:nvPr/>
        </p:nvSpPr>
        <p:spPr>
          <a:xfrm>
            <a:off x="7589520" y="576072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787054"/>
            <a:ext cx="93634" cy="93634"/>
          </a:xfrm>
          <a:prstGeom prst="rect">
            <a:avLst/>
          </a:prstGeom>
        </p:spPr>
      </p:pic>
      <p:sp>
        <p:nvSpPr>
          <p:cNvPr id="489" name="T"/>
          <p:cNvSpPr txBox="1"/>
          <p:nvPr/>
        </p:nvSpPr>
        <p:spPr>
          <a:xfrm>
            <a:off x="7790688" y="57424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Barat Daya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TPA Makbon, Sorong</a:t>
            </a:r>
            <a:endParaRPr lang="id-ID" sz="760"/>
          </a:p>
        </p:txBody>
      </p:sp>
      <p:sp>
        <p:nvSpPr>
          <p:cNvPr id="490" name="K"/>
          <p:cNvSpPr/>
          <p:nvPr/>
        </p:nvSpPr>
        <p:spPr>
          <a:xfrm>
            <a:off x="10522442" y="5751576"/>
            <a:ext cx="9377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1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10580049" y="5784494"/>
            <a:ext cx="98755" cy="98755"/>
          </a:xfrm>
          <a:prstGeom prst="rect">
            <a:avLst/>
          </a:prstGeom>
        </p:spPr>
      </p:pic>
      <p:sp>
        <p:nvSpPr>
          <p:cNvPr id="492" name="T"/>
          <p:cNvSpPr txBox="1"/>
          <p:nvPr/>
        </p:nvSpPr>
        <p:spPr>
          <a:xfrm>
            <a:off x="10678804" y="5751576"/>
            <a:ext cx="7813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belum padam ± 2 ha</a:t>
            </a:r>
            <a:endParaRPr lang="id-ID" sz="600"/>
          </a:p>
        </p:txBody>
      </p:sp>
      <p:sp>
        <p:nvSpPr>
          <p:cNvPr id="493" name="K"/>
          <p:cNvSpPr/>
          <p:nvPr/>
        </p:nvSpPr>
        <p:spPr>
          <a:xfrm>
            <a:off x="10142666" y="5751576"/>
            <a:ext cx="343200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494" name="T"/>
          <p:cNvSpPr txBox="1"/>
          <p:nvPr/>
        </p:nvSpPr>
        <p:spPr>
          <a:xfrm>
            <a:off x="10142666" y="5751576"/>
            <a:ext cx="3432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5 ha</a:t>
            </a:r>
            <a:endParaRPr lang="id-ID" sz="600"/>
          </a:p>
        </p:txBody>
      </p:sp>
      <p:sp>
        <p:nvSpPr>
          <p:cNvPr id="589" name="K"/>
          <p:cNvSpPr/>
          <p:nvPr/>
        </p:nvSpPr>
        <p:spPr>
          <a:xfrm>
            <a:off x="7406640" y="6080760"/>
            <a:ext cx="4236415" cy="27432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590" name="T"/>
          <p:cNvSpPr txBox="1"/>
          <p:nvPr/>
        </p:nvSpPr>
        <p:spPr>
          <a:xfrm>
            <a:off x="7974025" y="60807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80" b="1" spc="1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KETERANGAN</a:t>
            </a:r>
            <a:endParaRPr lang="id-ID" sz="680"/>
          </a:p>
        </p:txBody>
      </p:sp>
      <p:sp>
        <p:nvSpPr>
          <p:cNvPr id="591" name="K"/>
          <p:cNvSpPr/>
          <p:nvPr/>
        </p:nvSpPr>
        <p:spPr>
          <a:xfrm>
            <a:off x="9117025" y="6140196"/>
            <a:ext cx="155448" cy="1554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9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149029" y="6172200"/>
            <a:ext cx="91440" cy="91440"/>
          </a:xfrm>
          <a:prstGeom prst="rect">
            <a:avLst/>
          </a:prstGeom>
        </p:spPr>
      </p:pic>
      <p:sp>
        <p:nvSpPr>
          <p:cNvPr id="593" name="T"/>
          <p:cNvSpPr txBox="1"/>
          <p:nvPr/>
        </p:nvSpPr>
        <p:spPr>
          <a:xfrm>
            <a:off x="9327337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750"/>
          </a:p>
        </p:txBody>
      </p:sp>
      <p:sp>
        <p:nvSpPr>
          <p:cNvPr id="594" name="K"/>
          <p:cNvSpPr/>
          <p:nvPr/>
        </p:nvSpPr>
        <p:spPr>
          <a:xfrm>
            <a:off x="10011308" y="6140196"/>
            <a:ext cx="155448" cy="15544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9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10043312" y="6172200"/>
            <a:ext cx="91440" cy="91440"/>
          </a:xfrm>
          <a:prstGeom prst="rect">
            <a:avLst/>
          </a:prstGeom>
        </p:spPr>
      </p:pic>
      <p:sp>
        <p:nvSpPr>
          <p:cNvPr id="596" name="T"/>
          <p:cNvSpPr txBox="1"/>
          <p:nvPr/>
        </p:nvSpPr>
        <p:spPr>
          <a:xfrm>
            <a:off x="10221620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63854"/>
            <a:ext cx="542834" cy="6839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548640" y="3657600"/>
            <a:ext cx="47548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Harian, 24–25 Oktober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