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99"/>
    <p:sldId id="256" r:id="rId2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9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Relationship Id="S2rId1" Type="http://schemas.openxmlformats.org/officeDocument/2006/relationships/image" Target="../media/image-2-1.png"/><Relationship Id="S2rId2" Type="http://schemas.openxmlformats.org/officeDocument/2006/relationships/image" Target="../media/image-2-2.png"/><Relationship Id="S2rId3" Type="http://schemas.openxmlformats.org/officeDocument/2006/relationships/image" Target="../media/image-2-3.png"/><Relationship Id="S2rId4" Type="http://schemas.openxmlformats.org/officeDocument/2006/relationships/image" Target="../media/image-2-4.png"/><Relationship Id="S2rId5" Type="http://schemas.openxmlformats.org/officeDocument/2006/relationships/image" Target="../media/image-2-5.png"/><Relationship Id="S2rId6" Type="http://schemas.openxmlformats.org/officeDocument/2006/relationships/image" Target="../media/image-2-6.png"/><Relationship Id="S2rId7" Type="http://schemas.openxmlformats.org/officeDocument/2006/relationships/image" Target="../media/image-2-7.png"/><Relationship Id="S2rId8" Type="http://schemas.openxmlformats.org/officeDocument/2006/relationships/image" Target="../media/image-2-8.png"/><Relationship Id="S2rId9" Type="http://schemas.openxmlformats.org/officeDocument/2006/relationships/image" Target="../media/image-2-9.png"/><Relationship Id="S2rId10" Type="http://schemas.openxmlformats.org/officeDocument/2006/relationships/image" Target="../media/image-2-10.png"/><Relationship Id="S2rId11" Type="http://schemas.openxmlformats.org/officeDocument/2006/relationships/image" Target="../media/image-2-11.png"/><Relationship Id="S2rId12" Type="http://schemas.openxmlformats.org/officeDocument/2006/relationships/image" Target="../media/image-2-12.png"/><Relationship Id="S2rId13" Type="http://schemas.openxmlformats.org/officeDocument/2006/relationships/image" Target="../media/image-2-13.png"/><Relationship Id="Lambang74" Type="http://schemas.openxmlformats.org/officeDocument/2006/relationships/image" Target="../media/lambang-74.png"/><Relationship Id="rIdFirespot" Type="http://schemas.openxmlformats.org/officeDocument/2006/relationships/image" Target="../media/ikon-firespot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Peta" Type="http://schemas.openxmlformats.org/officeDocument/2006/relationships/image" Target="../media/peta-hotspot-20okt.png"/><Relationship Id="rIdIk1" Type="http://schemas.openxmlformats.org/officeDocument/2006/relationships/image" Target="../media/image-1-2.png"/><Relationship Id="rIdIk2" Type="http://schemas.openxmlformats.org/officeDocument/2006/relationships/image" Target="../media/image-1-3.png"/><Relationship Id="rIdIk3" Type="http://schemas.openxmlformats.org/officeDocument/2006/relationships/image" Target="../media/image-1-4.png"/><Relationship Id="rIdLay" Type="http://schemas.openxmlformats.org/officeDocument/2006/relationships/slideLayout" Target="../slideLayouts/slideLayout2.xml"/><Relationship Id="rIdIk4" Type="http://schemas.openxmlformats.org/officeDocument/2006/relationships/image" Target="../media/ikon-firespot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teratas;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12.070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39.530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 23 Okt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5.240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 2026, 15.00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17450" y="1463040"/>
            <a:ext cx="1843984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737" y="1554480"/>
            <a:ext cx="190129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133398" y="1463040"/>
            <a:ext cx="1288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617450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6232112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6846774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619875" y="1463040"/>
            <a:ext cx="1843984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244" y="1554480"/>
            <a:ext cx="190129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140905" y="1463040"/>
            <a:ext cx="14874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TERBAKAR*</a:t>
            </a:r>
            <a:pPr algn="l" indent="0" marL="0">
              <a:buNone/>
            </a:pPr>
            <a:r>
              <a:rPr lang="en-US" sz="9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7619875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8234537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8849198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5F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9622301" y="1463040"/>
            <a:ext cx="1843984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148" y="1554480"/>
            <a:ext cx="190129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105809" y="1463040"/>
            <a:ext cx="13208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PADAM*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9622301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Okt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10236962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10851623" y="1911096"/>
            <a:ext cx="6146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0" name="Shape 31"/>
          <p:cNvSpPr/>
          <p:nvPr/>
        </p:nvSpPr>
        <p:spPr>
          <a:xfrm>
            <a:off x="5617450" y="25054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" name="Shape 41"/>
          <p:cNvSpPr/>
          <p:nvPr/>
        </p:nvSpPr>
        <p:spPr>
          <a:xfrm>
            <a:off x="7619875" y="25054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60" name="Shape 51"/>
          <p:cNvSpPr/>
          <p:nvPr/>
        </p:nvSpPr>
        <p:spPr>
          <a:xfrm>
            <a:off x="9622301" y="25054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78" name="Shape 66"/>
          <p:cNvSpPr/>
          <p:nvPr/>
        </p:nvSpPr>
        <p:spPr>
          <a:xfrm>
            <a:off x="5617450" y="302361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88" name="Shape 76"/>
          <p:cNvSpPr/>
          <p:nvPr/>
        </p:nvSpPr>
        <p:spPr>
          <a:xfrm>
            <a:off x="7619875" y="302361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98" name="Shape 86"/>
          <p:cNvSpPr/>
          <p:nvPr/>
        </p:nvSpPr>
        <p:spPr>
          <a:xfrm>
            <a:off x="9622301" y="302361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08" name="Shape 96"/>
          <p:cNvSpPr/>
          <p:nvPr/>
        </p:nvSpPr>
        <p:spPr>
          <a:xfrm>
            <a:off x="621792" y="320344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7" name="Shape 102"/>
          <p:cNvSpPr/>
          <p:nvPr/>
        </p:nvSpPr>
        <p:spPr>
          <a:xfrm>
            <a:off x="5617450" y="354177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27" name="Shape 112"/>
          <p:cNvSpPr/>
          <p:nvPr/>
        </p:nvSpPr>
        <p:spPr>
          <a:xfrm>
            <a:off x="7619875" y="354177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37" name="Shape 122"/>
          <p:cNvSpPr/>
          <p:nvPr/>
        </p:nvSpPr>
        <p:spPr>
          <a:xfrm>
            <a:off x="9622301" y="354177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55" name="Shape 137"/>
          <p:cNvSpPr/>
          <p:nvPr/>
        </p:nvSpPr>
        <p:spPr>
          <a:xfrm>
            <a:off x="5617450" y="405993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65" name="Shape 147"/>
          <p:cNvSpPr/>
          <p:nvPr/>
        </p:nvSpPr>
        <p:spPr>
          <a:xfrm>
            <a:off x="7619875" y="405993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75" name="Shape 157"/>
          <p:cNvSpPr/>
          <p:nvPr/>
        </p:nvSpPr>
        <p:spPr>
          <a:xfrm>
            <a:off x="9622301" y="405993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85" name="Shape 167"/>
          <p:cNvSpPr/>
          <p:nvPr/>
        </p:nvSpPr>
        <p:spPr>
          <a:xfrm>
            <a:off x="621792" y="423976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4" name="Shape 173"/>
          <p:cNvSpPr/>
          <p:nvPr/>
        </p:nvSpPr>
        <p:spPr>
          <a:xfrm>
            <a:off x="5617450" y="457809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04" name="Shape 183"/>
          <p:cNvSpPr/>
          <p:nvPr/>
        </p:nvSpPr>
        <p:spPr>
          <a:xfrm>
            <a:off x="7619875" y="457809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14" name="Shape 193"/>
          <p:cNvSpPr/>
          <p:nvPr/>
        </p:nvSpPr>
        <p:spPr>
          <a:xfrm>
            <a:off x="9622301" y="457809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6 provinsi</a:t>
            </a:r>
            <a:endParaRPr lang="en-US" sz="1200" dirty="0"/>
          </a:p>
        </p:txBody>
      </p:sp>
      <p:sp>
        <p:nvSpPr>
          <p:cNvPr id="226" name="Text 205"/>
          <p:cNvSpPr txBox="1"/>
          <p:nvPr/>
        </p:nvSpPr>
        <p:spPr>
          <a:xfrm>
            <a:off x="5577840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23.382</a:t>
            </a:r>
            <a:endParaRPr lang="en-US" sz="1050" dirty="0"/>
          </a:p>
        </p:txBody>
      </p:sp>
      <p:sp>
        <p:nvSpPr>
          <p:cNvPr id="227" name="Text 206"/>
          <p:cNvSpPr txBox="1"/>
          <p:nvPr/>
        </p:nvSpPr>
        <p:spPr>
          <a:xfrm>
            <a:off x="6192502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12.121</a:t>
            </a:r>
            <a:endParaRPr lang="en-US" sz="1050" dirty="0"/>
          </a:p>
        </p:txBody>
      </p:sp>
      <p:sp>
        <p:nvSpPr>
          <p:cNvPr id="228" name="Text 207"/>
          <p:cNvSpPr txBox="1"/>
          <p:nvPr/>
        </p:nvSpPr>
        <p:spPr>
          <a:xfrm>
            <a:off x="6807163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2.450</a:t>
            </a:r>
            <a:endParaRPr lang="en-US" sz="1150" dirty="0"/>
          </a:p>
        </p:txBody>
      </p:sp>
      <p:sp>
        <p:nvSpPr>
          <p:cNvPr id="229" name="Text 208"/>
          <p:cNvSpPr txBox="1"/>
          <p:nvPr/>
        </p:nvSpPr>
        <p:spPr>
          <a:xfrm>
            <a:off x="7580265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39.530</a:t>
            </a:r>
            <a:endParaRPr lang="en-US" sz="1050" dirty="0"/>
          </a:p>
        </p:txBody>
      </p:sp>
      <p:sp>
        <p:nvSpPr>
          <p:cNvPr id="230" name="Text 209"/>
          <p:cNvSpPr txBox="1"/>
          <p:nvPr/>
        </p:nvSpPr>
        <p:spPr>
          <a:xfrm>
            <a:off x="8194927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21.979</a:t>
            </a:r>
            <a:endParaRPr lang="en-US" sz="1050" dirty="0"/>
          </a:p>
        </p:txBody>
      </p:sp>
      <p:sp>
        <p:nvSpPr>
          <p:cNvPr id="231" name="Text 210"/>
          <p:cNvSpPr txBox="1"/>
          <p:nvPr/>
        </p:nvSpPr>
        <p:spPr>
          <a:xfrm>
            <a:off x="8809588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7.696</a:t>
            </a:r>
            <a:endParaRPr lang="en-US" sz="1150" dirty="0"/>
          </a:p>
        </p:txBody>
      </p:sp>
      <p:sp>
        <p:nvSpPr>
          <p:cNvPr id="232" name="Text 211"/>
          <p:cNvSpPr txBox="1"/>
          <p:nvPr/>
        </p:nvSpPr>
        <p:spPr>
          <a:xfrm>
            <a:off x="9582690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26.738</a:t>
            </a:r>
            <a:endParaRPr lang="en-US" sz="1050" dirty="0"/>
          </a:p>
        </p:txBody>
      </p:sp>
      <p:sp>
        <p:nvSpPr>
          <p:cNvPr id="233" name="Text 212"/>
          <p:cNvSpPr txBox="1"/>
          <p:nvPr/>
        </p:nvSpPr>
        <p:spPr>
          <a:xfrm>
            <a:off x="10197352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16.813</a:t>
            </a:r>
            <a:endParaRPr lang="en-US" sz="1050" dirty="0"/>
          </a:p>
        </p:txBody>
      </p:sp>
      <p:sp>
        <p:nvSpPr>
          <p:cNvPr id="234" name="Text 213"/>
          <p:cNvSpPr txBox="1"/>
          <p:nvPr/>
        </p:nvSpPr>
        <p:spPr>
          <a:xfrm>
            <a:off x="10812013" y="5330952"/>
            <a:ext cx="6938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5.240</a:t>
            </a:r>
            <a:endParaRPr lang="en-US" sz="1150" dirty="0"/>
          </a:p>
        </p:txBody>
      </p:sp>
      <p:sp>
        <p:nvSpPr>
          <p:cNvPr id="235" name="Shape 214"/>
          <p:cNvSpPr/>
          <p:nvPr/>
        </p:nvSpPr>
        <p:spPr>
          <a:xfrm>
            <a:off x="7677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9872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25325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27520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43467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45662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56397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58866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69107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1576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8877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101345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23–25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5001" name="Shape 137"/>
          <p:cNvSpPr/>
          <p:nvPr/>
        </p:nvSpPr>
        <p:spPr>
          <a:xfrm>
            <a:off x="5617450" y="50962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2" name="Shape 147"/>
          <p:cNvSpPr/>
          <p:nvPr/>
        </p:nvSpPr>
        <p:spPr>
          <a:xfrm>
            <a:off x="7619875" y="50962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3" name="Shape 157"/>
          <p:cNvSpPr/>
          <p:nvPr/>
        </p:nvSpPr>
        <p:spPr>
          <a:xfrm>
            <a:off x="9622301" y="5096256"/>
            <a:ext cx="1843984" cy="7315"/>
          </a:xfrm>
          <a:prstGeom prst="rect">
            <a:avLst/>
          </a:prstGeom>
          <a:solidFill>
            <a:srgbClr val="DCE1E7"/>
          </a:solidFill>
          <a:ln/>
        </p:spPr>
      </p:sp>
      <p:pic>
        <p:nvPicPr>
          <p:cNvPr id="500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2197608"/>
            <a:ext cx="315468" cy="420624"/>
          </a:xfrm>
          <a:prstGeom prst="rect">
            <a:avLst/>
          </a:prstGeom>
        </p:spPr>
      </p:pic>
      <p:sp>
        <p:nvSpPr>
          <p:cNvPr id="5005" name="Text 26"/>
          <p:cNvSpPr txBox="1"/>
          <p:nvPr/>
        </p:nvSpPr>
        <p:spPr>
          <a:xfrm>
            <a:off x="1225296" y="228904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1200" dirty="0"/>
          </a:p>
        </p:txBody>
      </p:sp>
      <p:sp>
        <p:nvSpPr>
          <p:cNvPr id="5006" name="Shape 98"/>
          <p:cNvSpPr/>
          <p:nvPr/>
        </p:nvSpPr>
        <p:spPr>
          <a:xfrm>
            <a:off x="2798064" y="23164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0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2348484"/>
            <a:ext cx="118872" cy="118872"/>
          </a:xfrm>
          <a:prstGeom prst="rect">
            <a:avLst/>
          </a:prstGeom>
        </p:spPr>
      </p:pic>
      <p:sp>
        <p:nvSpPr>
          <p:cNvPr id="5008" name="Text 99"/>
          <p:cNvSpPr txBox="1"/>
          <p:nvPr/>
        </p:nvSpPr>
        <p:spPr>
          <a:xfrm>
            <a:off x="3008376" y="23164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 TIDAK SEHAT</a:t>
            </a:r>
            <a:endParaRPr lang="en-US" sz="660" dirty="0"/>
          </a:p>
        </p:txBody>
      </p:sp>
      <p:sp>
        <p:nvSpPr>
          <p:cNvPr id="5009" name="Shape 29"/>
          <p:cNvSpPr/>
          <p:nvPr/>
        </p:nvSpPr>
        <p:spPr>
          <a:xfrm>
            <a:off x="3767328" y="23164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10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2348484"/>
            <a:ext cx="118872" cy="118872"/>
          </a:xfrm>
          <a:prstGeom prst="rect">
            <a:avLst/>
          </a:prstGeom>
        </p:spPr>
      </p:pic>
      <p:sp>
        <p:nvSpPr>
          <p:cNvPr id="5011" name="Text 30"/>
          <p:cNvSpPr txBox="1"/>
          <p:nvPr/>
        </p:nvSpPr>
        <p:spPr>
          <a:xfrm>
            <a:off x="3977640" y="23164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HUJAN, ANGIN</a:t>
            </a:r>
            <a:endParaRPr lang="en-US" sz="660" dirty="0"/>
          </a:p>
        </p:txBody>
      </p:sp>
      <p:pic>
        <p:nvPicPr>
          <p:cNvPr id="501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7384" y="3233928"/>
            <a:ext cx="308896" cy="420624"/>
          </a:xfrm>
          <a:prstGeom prst="rect">
            <a:avLst/>
          </a:prstGeom>
        </p:spPr>
      </p:pic>
      <p:sp>
        <p:nvSpPr>
          <p:cNvPr id="5013" name="Text 168"/>
          <p:cNvSpPr txBox="1"/>
          <p:nvPr/>
        </p:nvSpPr>
        <p:spPr>
          <a:xfrm>
            <a:off x="1225296" y="332536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1200" dirty="0"/>
          </a:p>
        </p:txBody>
      </p:sp>
      <p:sp>
        <p:nvSpPr>
          <p:cNvPr id="5014" name="Shape 27"/>
          <p:cNvSpPr/>
          <p:nvPr/>
        </p:nvSpPr>
        <p:spPr>
          <a:xfrm>
            <a:off x="2798064" y="33528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50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3384804"/>
            <a:ext cx="118872" cy="118872"/>
          </a:xfrm>
          <a:prstGeom prst="rect">
            <a:avLst/>
          </a:prstGeom>
        </p:spPr>
      </p:pic>
      <p:sp>
        <p:nvSpPr>
          <p:cNvPr id="5016" name="Text 28"/>
          <p:cNvSpPr txBox="1"/>
          <p:nvPr/>
        </p:nvSpPr>
        <p:spPr>
          <a:xfrm>
            <a:off x="3008376" y="335280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310 BERBAHAYA</a:t>
            </a:r>
            <a:endParaRPr lang="en-US" sz="660" dirty="0"/>
          </a:p>
        </p:txBody>
      </p:sp>
      <p:sp>
        <p:nvSpPr>
          <p:cNvPr id="5017" name="Shape 29"/>
          <p:cNvSpPr/>
          <p:nvPr/>
        </p:nvSpPr>
        <p:spPr>
          <a:xfrm>
            <a:off x="3767328" y="33528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18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3384804"/>
            <a:ext cx="118872" cy="118872"/>
          </a:xfrm>
          <a:prstGeom prst="rect">
            <a:avLst/>
          </a:prstGeom>
        </p:spPr>
      </p:pic>
      <p:sp>
        <p:nvSpPr>
          <p:cNvPr id="5019" name="Text 30"/>
          <p:cNvSpPr txBox="1"/>
          <p:nvPr/>
        </p:nvSpPr>
        <p:spPr>
          <a:xfrm>
            <a:off x="3977640" y="335280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HUJAN, ANGIN</a:t>
            </a:r>
            <a:endParaRPr lang="en-US" sz="660" dirty="0"/>
          </a:p>
        </p:txBody>
      </p:sp>
      <p:pic>
        <p:nvPicPr>
          <p:cNvPr id="50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169" y="2715768"/>
            <a:ext cx="325326" cy="420624"/>
          </a:xfrm>
          <a:prstGeom prst="rect">
            <a:avLst/>
          </a:prstGeom>
        </p:spPr>
      </p:pic>
      <p:sp>
        <p:nvSpPr>
          <p:cNvPr id="5021" name="Text 61"/>
          <p:cNvSpPr txBox="1"/>
          <p:nvPr/>
        </p:nvSpPr>
        <p:spPr>
          <a:xfrm>
            <a:off x="1225296" y="280720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1200" dirty="0"/>
          </a:p>
        </p:txBody>
      </p:sp>
      <p:sp>
        <p:nvSpPr>
          <p:cNvPr id="5022" name="Shape 98"/>
          <p:cNvSpPr/>
          <p:nvPr/>
        </p:nvSpPr>
        <p:spPr>
          <a:xfrm>
            <a:off x="2798064" y="283464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2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2866644"/>
            <a:ext cx="118872" cy="118872"/>
          </a:xfrm>
          <a:prstGeom prst="rect">
            <a:avLst/>
          </a:prstGeom>
        </p:spPr>
      </p:pic>
      <p:sp>
        <p:nvSpPr>
          <p:cNvPr id="5024" name="Text 99"/>
          <p:cNvSpPr txBox="1"/>
          <p:nvPr/>
        </p:nvSpPr>
        <p:spPr>
          <a:xfrm>
            <a:off x="3008376" y="283464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78 TIDAK SEHAT</a:t>
            </a:r>
            <a:endParaRPr lang="en-US" sz="660" dirty="0"/>
          </a:p>
        </p:txBody>
      </p:sp>
      <p:sp>
        <p:nvSpPr>
          <p:cNvPr id="5025" name="Shape 29"/>
          <p:cNvSpPr/>
          <p:nvPr/>
        </p:nvSpPr>
        <p:spPr>
          <a:xfrm>
            <a:off x="3767328" y="283464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26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2866644"/>
            <a:ext cx="118872" cy="118872"/>
          </a:xfrm>
          <a:prstGeom prst="rect">
            <a:avLst/>
          </a:prstGeom>
        </p:spPr>
      </p:pic>
      <p:sp>
        <p:nvSpPr>
          <p:cNvPr id="5027" name="Text 30"/>
          <p:cNvSpPr txBox="1"/>
          <p:nvPr/>
        </p:nvSpPr>
        <p:spPr>
          <a:xfrm>
            <a:off x="3977640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313" y="4270248"/>
            <a:ext cx="299037" cy="420624"/>
          </a:xfrm>
          <a:prstGeom prst="rect">
            <a:avLst/>
          </a:prstGeom>
        </p:spPr>
      </p:pic>
      <p:sp>
        <p:nvSpPr>
          <p:cNvPr id="5029" name="Text 97"/>
          <p:cNvSpPr txBox="1"/>
          <p:nvPr/>
        </p:nvSpPr>
        <p:spPr>
          <a:xfrm>
            <a:off x="1225296" y="4361688"/>
            <a:ext cx="17110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1200" dirty="0"/>
          </a:p>
        </p:txBody>
      </p:sp>
      <p:sp>
        <p:nvSpPr>
          <p:cNvPr id="5030" name="Shape 27"/>
          <p:cNvSpPr/>
          <p:nvPr/>
        </p:nvSpPr>
        <p:spPr>
          <a:xfrm>
            <a:off x="2798064" y="438912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/>
        </p:spPr>
      </p:sp>
      <p:pic>
        <p:nvPicPr>
          <p:cNvPr id="50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4421124"/>
            <a:ext cx="118872" cy="118872"/>
          </a:xfrm>
          <a:prstGeom prst="rect">
            <a:avLst/>
          </a:prstGeom>
        </p:spPr>
      </p:pic>
      <p:sp>
        <p:nvSpPr>
          <p:cNvPr id="5032" name="Text 28"/>
          <p:cNvSpPr txBox="1"/>
          <p:nvPr/>
        </p:nvSpPr>
        <p:spPr>
          <a:xfrm>
            <a:off x="3008376" y="438912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187 SGT TDK SEHAT</a:t>
            </a:r>
            <a:endParaRPr lang="en-US" sz="520" dirty="0"/>
          </a:p>
        </p:txBody>
      </p:sp>
      <p:sp>
        <p:nvSpPr>
          <p:cNvPr id="5033" name="Shape 100"/>
          <p:cNvSpPr/>
          <p:nvPr/>
        </p:nvSpPr>
        <p:spPr>
          <a:xfrm>
            <a:off x="3767328" y="438912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336" y="4421124"/>
            <a:ext cx="118872" cy="118872"/>
          </a:xfrm>
          <a:prstGeom prst="rect">
            <a:avLst/>
          </a:prstGeom>
        </p:spPr>
      </p:pic>
      <p:sp>
        <p:nvSpPr>
          <p:cNvPr id="5035" name="Text 101"/>
          <p:cNvSpPr txBox="1"/>
          <p:nvPr/>
        </p:nvSpPr>
        <p:spPr>
          <a:xfrm>
            <a:off x="3977640" y="438912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ANGIN KENCANG</a:t>
            </a:r>
            <a:endParaRPr lang="en-US" sz="660" dirty="0"/>
          </a:p>
        </p:txBody>
      </p:sp>
      <p:pic>
        <p:nvPicPr>
          <p:cNvPr id="5036" name="Image 4" descr="preencoded.png">    </p:cNvPr>
          <p:cNvPicPr>
            <a:picLocks noChangeAspect="1"/>
          </p:cNvPicPr>
          <p:nvPr/>
        </p:nvPicPr>
        <p:blipFill>
          <a:blip r:embed="S2rId5"/>
          <a:stretch>
            <a:fillRect/>
          </a:stretch>
        </p:blipFill>
        <p:spPr>
          <a:xfrm>
            <a:off x="783579" y="3752088"/>
            <a:ext cx="316505" cy="420624"/>
          </a:xfrm>
          <a:prstGeom prst="rect">
            <a:avLst/>
          </a:prstGeom>
        </p:spPr>
      </p:pic>
      <p:sp>
        <p:nvSpPr>
          <p:cNvPr id="5037" name="Text 26"/>
          <p:cNvSpPr txBox="1"/>
          <p:nvPr/>
        </p:nvSpPr>
        <p:spPr>
          <a:xfrm>
            <a:off x="1225296" y="3843528"/>
            <a:ext cx="1261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1200" dirty="0"/>
          </a:p>
        </p:txBody>
      </p:sp>
      <p:sp>
        <p:nvSpPr>
          <p:cNvPr id="5038" name="Shape 27"/>
          <p:cNvSpPr/>
          <p:nvPr/>
        </p:nvSpPr>
        <p:spPr>
          <a:xfrm>
            <a:off x="2798064" y="38709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39" name="Image 5" descr="preencoded.png">    </p:cNvPr>
          <p:cNvPicPr>
            <a:picLocks noChangeAspect="1"/>
          </p:cNvPicPr>
          <p:nvPr/>
        </p:nvPicPr>
        <p:blipFill>
          <a:blip r:embed="S2rId6"/>
          <a:stretch>
            <a:fillRect/>
          </a:stretch>
        </p:blipFill>
        <p:spPr>
          <a:xfrm>
            <a:off x="2862072" y="3902964"/>
            <a:ext cx="118872" cy="118872"/>
          </a:xfrm>
          <a:prstGeom prst="rect">
            <a:avLst/>
          </a:prstGeom>
        </p:spPr>
      </p:pic>
      <p:sp>
        <p:nvSpPr>
          <p:cNvPr id="5040" name="Text 28"/>
          <p:cNvSpPr txBox="1"/>
          <p:nvPr/>
        </p:nvSpPr>
        <p:spPr>
          <a:xfrm>
            <a:off x="3008376" y="387096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&lt; 56</a:t>
            </a:r>
            <a:endParaRPr lang="en-US" sz="660" dirty="0"/>
          </a:p>
        </p:txBody>
      </p:sp>
      <p:sp>
        <p:nvSpPr>
          <p:cNvPr id="5041" name="Shape 29"/>
          <p:cNvSpPr/>
          <p:nvPr/>
        </p:nvSpPr>
        <p:spPr>
          <a:xfrm>
            <a:off x="3767328" y="38709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42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3902964"/>
            <a:ext cx="118872" cy="118872"/>
          </a:xfrm>
          <a:prstGeom prst="rect">
            <a:avLst/>
          </a:prstGeom>
        </p:spPr>
      </p:pic>
      <p:sp>
        <p:nvSpPr>
          <p:cNvPr id="5043" name="Text 30"/>
          <p:cNvSpPr txBox="1"/>
          <p:nvPr/>
        </p:nvSpPr>
        <p:spPr>
          <a:xfrm>
            <a:off x="3977640" y="38709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4" name="Image 10" descr="preencoded.png">    </p:cNvPr>
          <p:cNvPicPr>
            <a:picLocks noChangeAspect="1"/>
          </p:cNvPicPr>
          <p:nvPr/>
        </p:nvPicPr>
        <p:blipFill>
          <a:blip r:embed="Lambang74"/>
          <a:stretch>
            <a:fillRect/>
          </a:stretch>
        </p:blipFill>
        <p:spPr>
          <a:xfrm>
            <a:off x="770954" y="4834517"/>
            <a:ext cx="341757" cy="328407"/>
          </a:xfrm>
          <a:prstGeom prst="rect">
            <a:avLst/>
          </a:prstGeom>
        </p:spPr>
      </p:pic>
      <p:sp>
        <p:nvSpPr>
          <p:cNvPr id="5045" name="Text 81"/>
          <p:cNvSpPr txBox="1"/>
          <p:nvPr/>
        </p:nvSpPr>
        <p:spPr>
          <a:xfrm>
            <a:off x="1225296" y="487984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Tenggara</a:t>
            </a:r>
            <a:endParaRPr lang="en-US" sz="1200" dirty="0"/>
          </a:p>
        </p:txBody>
      </p:sp>
      <p:sp>
        <p:nvSpPr>
          <p:cNvPr id="5052" name="Shape 45"/>
          <p:cNvSpPr/>
          <p:nvPr/>
        </p:nvSpPr>
        <p:spPr>
          <a:xfrm>
            <a:off x="5795702" y="238658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53" name="Text 46"/>
          <p:cNvSpPr txBox="1"/>
          <p:nvPr/>
        </p:nvSpPr>
        <p:spPr>
          <a:xfrm>
            <a:off x="5577840" y="22128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16.909</a:t>
            </a:r>
            <a:endParaRPr lang="en-US" sz="800" dirty="0"/>
          </a:p>
        </p:txBody>
      </p:sp>
      <p:sp>
        <p:nvSpPr>
          <p:cNvPr id="5054" name="Text 47"/>
          <p:cNvSpPr txBox="1"/>
          <p:nvPr/>
        </p:nvSpPr>
        <p:spPr>
          <a:xfrm>
            <a:off x="5577840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▲33%</a:t>
            </a:r>
            <a:endParaRPr lang="en-US" sz="680" dirty="0"/>
          </a:p>
        </p:txBody>
      </p:sp>
      <p:sp>
        <p:nvSpPr>
          <p:cNvPr id="5055" name="Shape 45"/>
          <p:cNvSpPr/>
          <p:nvPr/>
        </p:nvSpPr>
        <p:spPr>
          <a:xfrm>
            <a:off x="6410364" y="2448829"/>
            <a:ext cx="258158" cy="5662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56" name="Text 46"/>
          <p:cNvSpPr txBox="1"/>
          <p:nvPr/>
        </p:nvSpPr>
        <p:spPr>
          <a:xfrm>
            <a:off x="6192502" y="227509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8.055</a:t>
            </a:r>
            <a:endParaRPr lang="en-US" sz="800" dirty="0"/>
          </a:p>
        </p:txBody>
      </p:sp>
      <p:sp>
        <p:nvSpPr>
          <p:cNvPr id="5057" name="Text 47"/>
          <p:cNvSpPr txBox="1"/>
          <p:nvPr/>
        </p:nvSpPr>
        <p:spPr>
          <a:xfrm>
            <a:off x="6192502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▼52%</a:t>
            </a:r>
            <a:endParaRPr lang="en-US" sz="680" dirty="0"/>
          </a:p>
        </p:txBody>
      </p:sp>
      <p:sp>
        <p:nvSpPr>
          <p:cNvPr id="5058" name="Shape 45"/>
          <p:cNvSpPr/>
          <p:nvPr/>
        </p:nvSpPr>
        <p:spPr>
          <a:xfrm>
            <a:off x="7025025" y="248716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59" name="Text 49"/>
          <p:cNvSpPr txBox="1"/>
          <p:nvPr/>
        </p:nvSpPr>
        <p:spPr>
          <a:xfrm>
            <a:off x="6807163" y="231343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806</a:t>
            </a:r>
            <a:endParaRPr lang="en-US" sz="900" dirty="0"/>
          </a:p>
        </p:txBody>
      </p:sp>
      <p:sp>
        <p:nvSpPr>
          <p:cNvPr id="5060" name="Text 47"/>
          <p:cNvSpPr txBox="1"/>
          <p:nvPr/>
        </p:nvSpPr>
        <p:spPr>
          <a:xfrm>
            <a:off x="6807163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▼90%</a:t>
            </a:r>
            <a:endParaRPr lang="en-US" sz="680" dirty="0"/>
          </a:p>
        </p:txBody>
      </p:sp>
      <p:sp>
        <p:nvSpPr>
          <p:cNvPr id="5061" name="Shape 45"/>
          <p:cNvSpPr/>
          <p:nvPr/>
        </p:nvSpPr>
        <p:spPr>
          <a:xfrm>
            <a:off x="7798128" y="238658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62" name="Text 46"/>
          <p:cNvSpPr txBox="1"/>
          <p:nvPr/>
        </p:nvSpPr>
        <p:spPr>
          <a:xfrm>
            <a:off x="7580265" y="22128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27.879</a:t>
            </a:r>
            <a:endParaRPr lang="en-US" sz="800" dirty="0"/>
          </a:p>
        </p:txBody>
      </p:sp>
      <p:sp>
        <p:nvSpPr>
          <p:cNvPr id="5063" name="Text 47"/>
          <p:cNvSpPr txBox="1"/>
          <p:nvPr/>
        </p:nvSpPr>
        <p:spPr>
          <a:xfrm>
            <a:off x="7580265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▼4%</a:t>
            </a:r>
            <a:endParaRPr lang="en-US" sz="680" dirty="0"/>
          </a:p>
        </p:txBody>
      </p:sp>
      <p:sp>
        <p:nvSpPr>
          <p:cNvPr id="5064" name="Shape 45"/>
          <p:cNvSpPr/>
          <p:nvPr/>
        </p:nvSpPr>
        <p:spPr>
          <a:xfrm>
            <a:off x="8412788" y="2446000"/>
            <a:ext cx="258158" cy="5945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65" name="Text 46"/>
          <p:cNvSpPr txBox="1"/>
          <p:nvPr/>
        </p:nvSpPr>
        <p:spPr>
          <a:xfrm>
            <a:off x="8194927" y="2272264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13.944</a:t>
            </a:r>
            <a:endParaRPr lang="en-US" sz="800" dirty="0"/>
          </a:p>
        </p:txBody>
      </p:sp>
      <p:sp>
        <p:nvSpPr>
          <p:cNvPr id="5066" name="Text 47"/>
          <p:cNvSpPr txBox="1"/>
          <p:nvPr/>
        </p:nvSpPr>
        <p:spPr>
          <a:xfrm>
            <a:off x="8194927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▼50%</a:t>
            </a:r>
            <a:endParaRPr lang="en-US" sz="680" dirty="0"/>
          </a:p>
        </p:txBody>
      </p:sp>
      <p:sp>
        <p:nvSpPr>
          <p:cNvPr id="5067" name="Shape 45"/>
          <p:cNvSpPr/>
          <p:nvPr/>
        </p:nvSpPr>
        <p:spPr>
          <a:xfrm>
            <a:off x="9027450" y="248716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68" name="Text 49"/>
          <p:cNvSpPr txBox="1"/>
          <p:nvPr/>
        </p:nvSpPr>
        <p:spPr>
          <a:xfrm>
            <a:off x="8809588" y="231343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3.195</a:t>
            </a:r>
            <a:endParaRPr lang="en-US" sz="900" dirty="0"/>
          </a:p>
        </p:txBody>
      </p:sp>
      <p:sp>
        <p:nvSpPr>
          <p:cNvPr id="5069" name="Text 47"/>
          <p:cNvSpPr txBox="1"/>
          <p:nvPr/>
        </p:nvSpPr>
        <p:spPr>
          <a:xfrm>
            <a:off x="8809588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▼77%</a:t>
            </a:r>
            <a:endParaRPr lang="en-US" sz="680" dirty="0"/>
          </a:p>
        </p:txBody>
      </p:sp>
      <p:sp>
        <p:nvSpPr>
          <p:cNvPr id="5070" name="Shape 45"/>
          <p:cNvSpPr/>
          <p:nvPr/>
        </p:nvSpPr>
        <p:spPr>
          <a:xfrm>
            <a:off x="9800552" y="238658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71" name="Text 46"/>
          <p:cNvSpPr txBox="1"/>
          <p:nvPr/>
        </p:nvSpPr>
        <p:spPr>
          <a:xfrm>
            <a:off x="9582690" y="22128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20.532</a:t>
            </a:r>
            <a:endParaRPr lang="en-US" sz="800" dirty="0"/>
          </a:p>
        </p:txBody>
      </p:sp>
      <p:sp>
        <p:nvSpPr>
          <p:cNvPr id="5072" name="Text 47"/>
          <p:cNvSpPr txBox="1"/>
          <p:nvPr/>
        </p:nvSpPr>
        <p:spPr>
          <a:xfrm>
            <a:off x="9582690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073" name="Shape 45"/>
          <p:cNvSpPr/>
          <p:nvPr/>
        </p:nvSpPr>
        <p:spPr>
          <a:xfrm>
            <a:off x="10415214" y="2437216"/>
            <a:ext cx="258158" cy="6824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74" name="Text 46"/>
          <p:cNvSpPr txBox="1"/>
          <p:nvPr/>
        </p:nvSpPr>
        <p:spPr>
          <a:xfrm>
            <a:off x="10197352" y="2263480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11.786</a:t>
            </a:r>
            <a:endParaRPr lang="en-US" sz="800" dirty="0"/>
          </a:p>
        </p:txBody>
      </p:sp>
      <p:sp>
        <p:nvSpPr>
          <p:cNvPr id="5075" name="Text 47"/>
          <p:cNvSpPr txBox="1"/>
          <p:nvPr/>
        </p:nvSpPr>
        <p:spPr>
          <a:xfrm>
            <a:off x="10197352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▼43%</a:t>
            </a:r>
            <a:endParaRPr lang="en-US" sz="680" dirty="0"/>
          </a:p>
        </p:txBody>
      </p:sp>
      <p:sp>
        <p:nvSpPr>
          <p:cNvPr id="5076" name="Shape 45"/>
          <p:cNvSpPr/>
          <p:nvPr/>
        </p:nvSpPr>
        <p:spPr>
          <a:xfrm>
            <a:off x="11029876" y="248716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77" name="Text 49"/>
          <p:cNvSpPr txBox="1"/>
          <p:nvPr/>
        </p:nvSpPr>
        <p:spPr>
          <a:xfrm>
            <a:off x="10812013" y="231343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2.722</a:t>
            </a:r>
            <a:endParaRPr lang="en-US" sz="900" dirty="0"/>
          </a:p>
        </p:txBody>
      </p:sp>
      <p:sp>
        <p:nvSpPr>
          <p:cNvPr id="5078" name="Text 47"/>
          <p:cNvSpPr txBox="1"/>
          <p:nvPr/>
        </p:nvSpPr>
        <p:spPr>
          <a:xfrm>
            <a:off x="10812013" y="25146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▼77%</a:t>
            </a:r>
            <a:endParaRPr lang="en-US" sz="680" dirty="0"/>
          </a:p>
        </p:txBody>
      </p:sp>
      <p:sp>
        <p:nvSpPr>
          <p:cNvPr id="5079" name="Shape 45"/>
          <p:cNvSpPr/>
          <p:nvPr/>
        </p:nvSpPr>
        <p:spPr>
          <a:xfrm>
            <a:off x="5795702" y="342290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0" name="Text 46"/>
          <p:cNvSpPr txBox="1"/>
          <p:nvPr/>
        </p:nvSpPr>
        <p:spPr>
          <a:xfrm>
            <a:off x="5577840" y="324916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2.089</a:t>
            </a:r>
            <a:endParaRPr lang="en-US" sz="800" dirty="0"/>
          </a:p>
        </p:txBody>
      </p:sp>
      <p:sp>
        <p:nvSpPr>
          <p:cNvPr id="5081" name="Text 47"/>
          <p:cNvSpPr txBox="1"/>
          <p:nvPr/>
        </p:nvSpPr>
        <p:spPr>
          <a:xfrm>
            <a:off x="5577840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▲106%</a:t>
            </a:r>
            <a:endParaRPr lang="en-US" sz="680" dirty="0"/>
          </a:p>
        </p:txBody>
      </p:sp>
      <p:sp>
        <p:nvSpPr>
          <p:cNvPr id="5082" name="Shape 45"/>
          <p:cNvSpPr/>
          <p:nvPr/>
        </p:nvSpPr>
        <p:spPr>
          <a:xfrm>
            <a:off x="6410364" y="3477076"/>
            <a:ext cx="258158" cy="6470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83" name="Text 46"/>
          <p:cNvSpPr txBox="1"/>
          <p:nvPr/>
        </p:nvSpPr>
        <p:spPr>
          <a:xfrm>
            <a:off x="6192502" y="3303340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1.137</a:t>
            </a:r>
            <a:endParaRPr lang="en-US" sz="800" dirty="0"/>
          </a:p>
        </p:txBody>
      </p:sp>
      <p:sp>
        <p:nvSpPr>
          <p:cNvPr id="5084" name="Text 47"/>
          <p:cNvSpPr txBox="1"/>
          <p:nvPr/>
        </p:nvSpPr>
        <p:spPr>
          <a:xfrm>
            <a:off x="6192502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▼46%</a:t>
            </a:r>
            <a:endParaRPr lang="en-US" sz="680" dirty="0"/>
          </a:p>
        </p:txBody>
      </p:sp>
      <p:sp>
        <p:nvSpPr>
          <p:cNvPr id="5085" name="Shape 45"/>
          <p:cNvSpPr/>
          <p:nvPr/>
        </p:nvSpPr>
        <p:spPr>
          <a:xfrm>
            <a:off x="7025025" y="352348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86" name="Text 49"/>
          <p:cNvSpPr txBox="1"/>
          <p:nvPr/>
        </p:nvSpPr>
        <p:spPr>
          <a:xfrm>
            <a:off x="6807163" y="334975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314</a:t>
            </a:r>
            <a:endParaRPr lang="en-US" sz="900" dirty="0"/>
          </a:p>
        </p:txBody>
      </p:sp>
      <p:sp>
        <p:nvSpPr>
          <p:cNvPr id="5087" name="Text 47"/>
          <p:cNvSpPr txBox="1"/>
          <p:nvPr/>
        </p:nvSpPr>
        <p:spPr>
          <a:xfrm>
            <a:off x="6807163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▼72%</a:t>
            </a:r>
            <a:endParaRPr lang="en-US" sz="680" dirty="0"/>
          </a:p>
        </p:txBody>
      </p:sp>
      <p:sp>
        <p:nvSpPr>
          <p:cNvPr id="5088" name="Shape 45"/>
          <p:cNvSpPr/>
          <p:nvPr/>
        </p:nvSpPr>
        <p:spPr>
          <a:xfrm>
            <a:off x="7798128" y="3430872"/>
            <a:ext cx="258158" cy="11090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9" name="Text 46"/>
          <p:cNvSpPr txBox="1"/>
          <p:nvPr/>
        </p:nvSpPr>
        <p:spPr>
          <a:xfrm>
            <a:off x="7580265" y="3257136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2.332</a:t>
            </a:r>
            <a:endParaRPr lang="en-US" sz="800" dirty="0"/>
          </a:p>
        </p:txBody>
      </p:sp>
      <p:sp>
        <p:nvSpPr>
          <p:cNvPr id="5090" name="Text 47"/>
          <p:cNvSpPr txBox="1"/>
          <p:nvPr/>
        </p:nvSpPr>
        <p:spPr>
          <a:xfrm>
            <a:off x="7580265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▲2%</a:t>
            </a:r>
            <a:endParaRPr lang="en-US" sz="680" dirty="0"/>
          </a:p>
        </p:txBody>
      </p:sp>
      <p:sp>
        <p:nvSpPr>
          <p:cNvPr id="5091" name="Shape 45"/>
          <p:cNvSpPr/>
          <p:nvPr/>
        </p:nvSpPr>
        <p:spPr>
          <a:xfrm>
            <a:off x="8412788" y="342290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2" name="Text 46"/>
          <p:cNvSpPr txBox="1"/>
          <p:nvPr/>
        </p:nvSpPr>
        <p:spPr>
          <a:xfrm>
            <a:off x="8194927" y="324916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2.500</a:t>
            </a:r>
            <a:endParaRPr lang="en-US" sz="800" dirty="0"/>
          </a:p>
        </p:txBody>
      </p:sp>
      <p:sp>
        <p:nvSpPr>
          <p:cNvPr id="5093" name="Text 47"/>
          <p:cNvSpPr txBox="1"/>
          <p:nvPr/>
        </p:nvSpPr>
        <p:spPr>
          <a:xfrm>
            <a:off x="8194927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▲7%</a:t>
            </a:r>
            <a:endParaRPr lang="en-US" sz="680" dirty="0"/>
          </a:p>
        </p:txBody>
      </p:sp>
      <p:sp>
        <p:nvSpPr>
          <p:cNvPr id="5094" name="Shape 45"/>
          <p:cNvSpPr/>
          <p:nvPr/>
        </p:nvSpPr>
        <p:spPr>
          <a:xfrm>
            <a:off x="9027450" y="3483923"/>
            <a:ext cx="258158" cy="5785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95" name="Text 49"/>
          <p:cNvSpPr txBox="1"/>
          <p:nvPr/>
        </p:nvSpPr>
        <p:spPr>
          <a:xfrm>
            <a:off x="8809588" y="3310187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1.217</a:t>
            </a:r>
            <a:endParaRPr lang="en-US" sz="900" dirty="0"/>
          </a:p>
        </p:txBody>
      </p:sp>
      <p:sp>
        <p:nvSpPr>
          <p:cNvPr id="5096" name="Text 47"/>
          <p:cNvSpPr txBox="1"/>
          <p:nvPr/>
        </p:nvSpPr>
        <p:spPr>
          <a:xfrm>
            <a:off x="8809588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▼51%</a:t>
            </a:r>
            <a:endParaRPr lang="en-US" sz="680" dirty="0"/>
          </a:p>
        </p:txBody>
      </p:sp>
      <p:sp>
        <p:nvSpPr>
          <p:cNvPr id="5097" name="Shape 45"/>
          <p:cNvSpPr/>
          <p:nvPr/>
        </p:nvSpPr>
        <p:spPr>
          <a:xfrm>
            <a:off x="9800552" y="3427490"/>
            <a:ext cx="258158" cy="11428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8" name="Text 46"/>
          <p:cNvSpPr txBox="1"/>
          <p:nvPr/>
        </p:nvSpPr>
        <p:spPr>
          <a:xfrm>
            <a:off x="9582690" y="3253754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1.487</a:t>
            </a:r>
            <a:endParaRPr lang="en-US" sz="800" dirty="0"/>
          </a:p>
        </p:txBody>
      </p:sp>
      <p:sp>
        <p:nvSpPr>
          <p:cNvPr id="5099" name="Text 47"/>
          <p:cNvSpPr txBox="1"/>
          <p:nvPr/>
        </p:nvSpPr>
        <p:spPr>
          <a:xfrm>
            <a:off x="9582690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▲9%</a:t>
            </a:r>
            <a:endParaRPr lang="en-US" sz="680" dirty="0"/>
          </a:p>
        </p:txBody>
      </p:sp>
      <p:sp>
        <p:nvSpPr>
          <p:cNvPr id="5100" name="Shape 45"/>
          <p:cNvSpPr/>
          <p:nvPr/>
        </p:nvSpPr>
        <p:spPr>
          <a:xfrm>
            <a:off x="10415214" y="342290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1" name="Text 46"/>
          <p:cNvSpPr txBox="1"/>
          <p:nvPr/>
        </p:nvSpPr>
        <p:spPr>
          <a:xfrm>
            <a:off x="10197352" y="324916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1.547</a:t>
            </a:r>
            <a:endParaRPr lang="en-US" sz="800" dirty="0"/>
          </a:p>
        </p:txBody>
      </p:sp>
      <p:sp>
        <p:nvSpPr>
          <p:cNvPr id="5102" name="Text 47"/>
          <p:cNvSpPr txBox="1"/>
          <p:nvPr/>
        </p:nvSpPr>
        <p:spPr>
          <a:xfrm>
            <a:off x="10197352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▲4%</a:t>
            </a:r>
            <a:endParaRPr lang="en-US" sz="680" dirty="0"/>
          </a:p>
        </p:txBody>
      </p:sp>
      <p:sp>
        <p:nvSpPr>
          <p:cNvPr id="5103" name="Shape 45"/>
          <p:cNvSpPr/>
          <p:nvPr/>
        </p:nvSpPr>
        <p:spPr>
          <a:xfrm>
            <a:off x="11029876" y="3466467"/>
            <a:ext cx="258158" cy="7530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04" name="Text 49"/>
          <p:cNvSpPr txBox="1"/>
          <p:nvPr/>
        </p:nvSpPr>
        <p:spPr>
          <a:xfrm>
            <a:off x="10812013" y="3292731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980</a:t>
            </a:r>
            <a:endParaRPr lang="en-US" sz="900" dirty="0"/>
          </a:p>
        </p:txBody>
      </p:sp>
      <p:sp>
        <p:nvSpPr>
          <p:cNvPr id="5105" name="Text 47"/>
          <p:cNvSpPr txBox="1"/>
          <p:nvPr/>
        </p:nvSpPr>
        <p:spPr>
          <a:xfrm>
            <a:off x="10812013" y="355092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▼37%</a:t>
            </a:r>
            <a:endParaRPr lang="en-US" sz="680" dirty="0"/>
          </a:p>
        </p:txBody>
      </p:sp>
      <p:sp>
        <p:nvSpPr>
          <p:cNvPr id="5106" name="Shape 45"/>
          <p:cNvSpPr/>
          <p:nvPr/>
        </p:nvSpPr>
        <p:spPr>
          <a:xfrm>
            <a:off x="5795702" y="290474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07" name="Text 46"/>
          <p:cNvSpPr txBox="1"/>
          <p:nvPr/>
        </p:nvSpPr>
        <p:spPr>
          <a:xfrm>
            <a:off x="5577840" y="273100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1.871</a:t>
            </a:r>
            <a:endParaRPr lang="en-US" sz="800" dirty="0"/>
          </a:p>
        </p:txBody>
      </p:sp>
      <p:sp>
        <p:nvSpPr>
          <p:cNvPr id="5108" name="Text 47"/>
          <p:cNvSpPr txBox="1"/>
          <p:nvPr/>
        </p:nvSpPr>
        <p:spPr>
          <a:xfrm>
            <a:off x="5577840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▼20%</a:t>
            </a:r>
            <a:endParaRPr lang="en-US" sz="680" dirty="0"/>
          </a:p>
        </p:txBody>
      </p:sp>
      <p:sp>
        <p:nvSpPr>
          <p:cNvPr id="5109" name="Shape 45"/>
          <p:cNvSpPr/>
          <p:nvPr/>
        </p:nvSpPr>
        <p:spPr>
          <a:xfrm>
            <a:off x="6410364" y="2931365"/>
            <a:ext cx="258158" cy="9225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0" name="Text 46"/>
          <p:cNvSpPr txBox="1"/>
          <p:nvPr/>
        </p:nvSpPr>
        <p:spPr>
          <a:xfrm>
            <a:off x="6192502" y="2757629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1.452</a:t>
            </a:r>
            <a:endParaRPr lang="en-US" sz="800" dirty="0"/>
          </a:p>
        </p:txBody>
      </p:sp>
      <p:sp>
        <p:nvSpPr>
          <p:cNvPr id="5111" name="Text 47"/>
          <p:cNvSpPr txBox="1"/>
          <p:nvPr/>
        </p:nvSpPr>
        <p:spPr>
          <a:xfrm>
            <a:off x="6192502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▼22%</a:t>
            </a:r>
            <a:endParaRPr lang="en-US" sz="680" dirty="0"/>
          </a:p>
        </p:txBody>
      </p:sp>
      <p:sp>
        <p:nvSpPr>
          <p:cNvPr id="5112" name="Shape 45"/>
          <p:cNvSpPr/>
          <p:nvPr/>
        </p:nvSpPr>
        <p:spPr>
          <a:xfrm>
            <a:off x="7025025" y="3002269"/>
            <a:ext cx="258158" cy="2134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3" name="Text 49"/>
          <p:cNvSpPr txBox="1"/>
          <p:nvPr/>
        </p:nvSpPr>
        <p:spPr>
          <a:xfrm>
            <a:off x="6807163" y="282853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336</a:t>
            </a:r>
            <a:endParaRPr lang="en-US" sz="900" dirty="0"/>
          </a:p>
        </p:txBody>
      </p:sp>
      <p:sp>
        <p:nvSpPr>
          <p:cNvPr id="5114" name="Text 47"/>
          <p:cNvSpPr txBox="1"/>
          <p:nvPr/>
        </p:nvSpPr>
        <p:spPr>
          <a:xfrm>
            <a:off x="6807163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▼77%</a:t>
            </a:r>
            <a:endParaRPr lang="en-US" sz="680" dirty="0"/>
          </a:p>
        </p:txBody>
      </p:sp>
      <p:sp>
        <p:nvSpPr>
          <p:cNvPr id="5115" name="Shape 45"/>
          <p:cNvSpPr/>
          <p:nvPr/>
        </p:nvSpPr>
        <p:spPr>
          <a:xfrm>
            <a:off x="7798128" y="290474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6" name="Text 46"/>
          <p:cNvSpPr txBox="1"/>
          <p:nvPr/>
        </p:nvSpPr>
        <p:spPr>
          <a:xfrm>
            <a:off x="7580265" y="273100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4.717</a:t>
            </a:r>
            <a:endParaRPr lang="en-US" sz="800" dirty="0"/>
          </a:p>
        </p:txBody>
      </p:sp>
      <p:sp>
        <p:nvSpPr>
          <p:cNvPr id="5117" name="Text 47"/>
          <p:cNvSpPr txBox="1"/>
          <p:nvPr/>
        </p:nvSpPr>
        <p:spPr>
          <a:xfrm>
            <a:off x="7580265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▲43%</a:t>
            </a:r>
            <a:endParaRPr lang="en-US" sz="680" dirty="0"/>
          </a:p>
        </p:txBody>
      </p:sp>
      <p:sp>
        <p:nvSpPr>
          <p:cNvPr id="5118" name="Shape 45"/>
          <p:cNvSpPr/>
          <p:nvPr/>
        </p:nvSpPr>
        <p:spPr>
          <a:xfrm>
            <a:off x="8412788" y="2937195"/>
            <a:ext cx="258158" cy="8642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9" name="Text 46"/>
          <p:cNvSpPr txBox="1"/>
          <p:nvPr/>
        </p:nvSpPr>
        <p:spPr>
          <a:xfrm>
            <a:off x="8194927" y="2763459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3.429</a:t>
            </a:r>
            <a:endParaRPr lang="en-US" sz="800" dirty="0"/>
          </a:p>
        </p:txBody>
      </p:sp>
      <p:sp>
        <p:nvSpPr>
          <p:cNvPr id="5120" name="Text 47"/>
          <p:cNvSpPr txBox="1"/>
          <p:nvPr/>
        </p:nvSpPr>
        <p:spPr>
          <a:xfrm>
            <a:off x="8194927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▼27%</a:t>
            </a:r>
            <a:endParaRPr lang="en-US" sz="680" dirty="0"/>
          </a:p>
        </p:txBody>
      </p:sp>
      <p:sp>
        <p:nvSpPr>
          <p:cNvPr id="5121" name="Shape 45"/>
          <p:cNvSpPr/>
          <p:nvPr/>
        </p:nvSpPr>
        <p:spPr>
          <a:xfrm>
            <a:off x="9027450" y="2992090"/>
            <a:ext cx="258158" cy="3152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2" name="Text 49"/>
          <p:cNvSpPr txBox="1"/>
          <p:nvPr/>
        </p:nvSpPr>
        <p:spPr>
          <a:xfrm>
            <a:off x="8809588" y="2818354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1.251</a:t>
            </a:r>
            <a:endParaRPr lang="en-US" sz="900" dirty="0"/>
          </a:p>
        </p:txBody>
      </p:sp>
      <p:sp>
        <p:nvSpPr>
          <p:cNvPr id="5123" name="Text 47"/>
          <p:cNvSpPr txBox="1"/>
          <p:nvPr/>
        </p:nvSpPr>
        <p:spPr>
          <a:xfrm>
            <a:off x="8809588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▼64%</a:t>
            </a:r>
            <a:endParaRPr lang="en-US" sz="680" dirty="0"/>
          </a:p>
        </p:txBody>
      </p:sp>
      <p:sp>
        <p:nvSpPr>
          <p:cNvPr id="5124" name="Shape 45"/>
          <p:cNvSpPr/>
          <p:nvPr/>
        </p:nvSpPr>
        <p:spPr>
          <a:xfrm>
            <a:off x="9800552" y="290474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5" name="Text 46"/>
          <p:cNvSpPr txBox="1"/>
          <p:nvPr/>
        </p:nvSpPr>
        <p:spPr>
          <a:xfrm>
            <a:off x="9582690" y="273100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2.628</a:t>
            </a:r>
            <a:endParaRPr lang="en-US" sz="800" dirty="0"/>
          </a:p>
        </p:txBody>
      </p:sp>
      <p:sp>
        <p:nvSpPr>
          <p:cNvPr id="5126" name="Text 47"/>
          <p:cNvSpPr txBox="1"/>
          <p:nvPr/>
        </p:nvSpPr>
        <p:spPr>
          <a:xfrm>
            <a:off x="9582690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127" name="Shape 45"/>
          <p:cNvSpPr/>
          <p:nvPr/>
        </p:nvSpPr>
        <p:spPr>
          <a:xfrm>
            <a:off x="10415214" y="2911804"/>
            <a:ext cx="258158" cy="11181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8" name="Text 46"/>
          <p:cNvSpPr txBox="1"/>
          <p:nvPr/>
        </p:nvSpPr>
        <p:spPr>
          <a:xfrm>
            <a:off x="10197352" y="273806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2.472</a:t>
            </a:r>
            <a:endParaRPr lang="en-US" sz="800" dirty="0"/>
          </a:p>
        </p:txBody>
      </p:sp>
      <p:sp>
        <p:nvSpPr>
          <p:cNvPr id="5129" name="Text 47"/>
          <p:cNvSpPr txBox="1"/>
          <p:nvPr/>
        </p:nvSpPr>
        <p:spPr>
          <a:xfrm>
            <a:off x="10197352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▼6%</a:t>
            </a:r>
            <a:endParaRPr lang="en-US" sz="680" dirty="0"/>
          </a:p>
        </p:txBody>
      </p:sp>
      <p:sp>
        <p:nvSpPr>
          <p:cNvPr id="5130" name="Shape 45"/>
          <p:cNvSpPr/>
          <p:nvPr/>
        </p:nvSpPr>
        <p:spPr>
          <a:xfrm>
            <a:off x="11029876" y="2979182"/>
            <a:ext cx="258158" cy="4443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1" name="Text 49"/>
          <p:cNvSpPr txBox="1"/>
          <p:nvPr/>
        </p:nvSpPr>
        <p:spPr>
          <a:xfrm>
            <a:off x="10812013" y="2805446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982</a:t>
            </a:r>
            <a:endParaRPr lang="en-US" sz="900" dirty="0"/>
          </a:p>
        </p:txBody>
      </p:sp>
      <p:sp>
        <p:nvSpPr>
          <p:cNvPr id="5132" name="Text 47"/>
          <p:cNvSpPr txBox="1"/>
          <p:nvPr/>
        </p:nvSpPr>
        <p:spPr>
          <a:xfrm>
            <a:off x="10812013" y="303276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▼60%</a:t>
            </a:r>
            <a:endParaRPr lang="en-US" sz="680" dirty="0"/>
          </a:p>
        </p:txBody>
      </p:sp>
      <p:sp>
        <p:nvSpPr>
          <p:cNvPr id="5133" name="Shape 45"/>
          <p:cNvSpPr/>
          <p:nvPr/>
        </p:nvSpPr>
        <p:spPr>
          <a:xfrm>
            <a:off x="5795702" y="445922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4" name="Text 46"/>
          <p:cNvSpPr txBox="1"/>
          <p:nvPr/>
        </p:nvSpPr>
        <p:spPr>
          <a:xfrm>
            <a:off x="5577840" y="428548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1.200</a:t>
            </a:r>
            <a:endParaRPr lang="en-US" sz="800" dirty="0"/>
          </a:p>
        </p:txBody>
      </p:sp>
      <p:sp>
        <p:nvSpPr>
          <p:cNvPr id="5135" name="Text 47"/>
          <p:cNvSpPr txBox="1"/>
          <p:nvPr/>
        </p:nvSpPr>
        <p:spPr>
          <a:xfrm>
            <a:off x="5577840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▼17%</a:t>
            </a:r>
            <a:endParaRPr lang="en-US" sz="680" dirty="0"/>
          </a:p>
        </p:txBody>
      </p:sp>
      <p:sp>
        <p:nvSpPr>
          <p:cNvPr id="5136" name="Shape 45"/>
          <p:cNvSpPr/>
          <p:nvPr/>
        </p:nvSpPr>
        <p:spPr>
          <a:xfrm>
            <a:off x="6410364" y="4543722"/>
            <a:ext cx="258158" cy="3437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7" name="Text 46"/>
          <p:cNvSpPr txBox="1"/>
          <p:nvPr/>
        </p:nvSpPr>
        <p:spPr>
          <a:xfrm>
            <a:off x="6192502" y="4369986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347</a:t>
            </a:r>
            <a:endParaRPr lang="en-US" sz="800" dirty="0"/>
          </a:p>
        </p:txBody>
      </p:sp>
      <p:sp>
        <p:nvSpPr>
          <p:cNvPr id="5138" name="Text 47"/>
          <p:cNvSpPr txBox="1"/>
          <p:nvPr/>
        </p:nvSpPr>
        <p:spPr>
          <a:xfrm>
            <a:off x="6192502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▼71%</a:t>
            </a:r>
            <a:endParaRPr lang="en-US" sz="680" dirty="0"/>
          </a:p>
        </p:txBody>
      </p:sp>
      <p:sp>
        <p:nvSpPr>
          <p:cNvPr id="5139" name="Shape 45"/>
          <p:cNvSpPr/>
          <p:nvPr/>
        </p:nvSpPr>
        <p:spPr>
          <a:xfrm>
            <a:off x="7025025" y="455980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0" name="Text 49"/>
          <p:cNvSpPr txBox="1"/>
          <p:nvPr/>
        </p:nvSpPr>
        <p:spPr>
          <a:xfrm>
            <a:off x="6807163" y="438607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110</a:t>
            </a:r>
            <a:endParaRPr lang="en-US" sz="900" dirty="0"/>
          </a:p>
        </p:txBody>
      </p:sp>
      <p:sp>
        <p:nvSpPr>
          <p:cNvPr id="5141" name="Text 47"/>
          <p:cNvSpPr txBox="1"/>
          <p:nvPr/>
        </p:nvSpPr>
        <p:spPr>
          <a:xfrm>
            <a:off x="6807163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▼68%</a:t>
            </a:r>
            <a:endParaRPr lang="en-US" sz="680" dirty="0"/>
          </a:p>
        </p:txBody>
      </p:sp>
      <p:sp>
        <p:nvSpPr>
          <p:cNvPr id="5142" name="Shape 45"/>
          <p:cNvSpPr/>
          <p:nvPr/>
        </p:nvSpPr>
        <p:spPr>
          <a:xfrm>
            <a:off x="7798128" y="445922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3" name="Text 46"/>
          <p:cNvSpPr txBox="1"/>
          <p:nvPr/>
        </p:nvSpPr>
        <p:spPr>
          <a:xfrm>
            <a:off x="7580265" y="428548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1.928</a:t>
            </a:r>
            <a:endParaRPr lang="en-US" sz="800" dirty="0"/>
          </a:p>
        </p:txBody>
      </p:sp>
      <p:sp>
        <p:nvSpPr>
          <p:cNvPr id="5144" name="Text 47"/>
          <p:cNvSpPr txBox="1"/>
          <p:nvPr/>
        </p:nvSpPr>
        <p:spPr>
          <a:xfrm>
            <a:off x="7580265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▼47%</a:t>
            </a:r>
            <a:endParaRPr lang="en-US" sz="680" dirty="0"/>
          </a:p>
        </p:txBody>
      </p:sp>
      <p:sp>
        <p:nvSpPr>
          <p:cNvPr id="5145" name="Shape 45"/>
          <p:cNvSpPr/>
          <p:nvPr/>
        </p:nvSpPr>
        <p:spPr>
          <a:xfrm>
            <a:off x="8412788" y="4545689"/>
            <a:ext cx="258158" cy="3240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6" name="Text 46"/>
          <p:cNvSpPr txBox="1"/>
          <p:nvPr/>
        </p:nvSpPr>
        <p:spPr>
          <a:xfrm>
            <a:off x="8194927" y="437195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526</a:t>
            </a:r>
            <a:endParaRPr lang="en-US" sz="800" dirty="0"/>
          </a:p>
        </p:txBody>
      </p:sp>
      <p:sp>
        <p:nvSpPr>
          <p:cNvPr id="5147" name="Text 47"/>
          <p:cNvSpPr txBox="1"/>
          <p:nvPr/>
        </p:nvSpPr>
        <p:spPr>
          <a:xfrm>
            <a:off x="8194927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▼73%</a:t>
            </a:r>
            <a:endParaRPr lang="en-US" sz="680" dirty="0"/>
          </a:p>
        </p:txBody>
      </p:sp>
      <p:sp>
        <p:nvSpPr>
          <p:cNvPr id="5148" name="Shape 45"/>
          <p:cNvSpPr/>
          <p:nvPr/>
        </p:nvSpPr>
        <p:spPr>
          <a:xfrm>
            <a:off x="9027450" y="455980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9" name="Text 49"/>
          <p:cNvSpPr txBox="1"/>
          <p:nvPr/>
        </p:nvSpPr>
        <p:spPr>
          <a:xfrm>
            <a:off x="8809588" y="438607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257</a:t>
            </a:r>
            <a:endParaRPr lang="en-US" sz="900" dirty="0"/>
          </a:p>
        </p:txBody>
      </p:sp>
      <p:sp>
        <p:nvSpPr>
          <p:cNvPr id="5150" name="Text 47"/>
          <p:cNvSpPr txBox="1"/>
          <p:nvPr/>
        </p:nvSpPr>
        <p:spPr>
          <a:xfrm>
            <a:off x="8809588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▼51%</a:t>
            </a:r>
            <a:endParaRPr lang="en-US" sz="680" dirty="0"/>
          </a:p>
        </p:txBody>
      </p:sp>
      <p:sp>
        <p:nvSpPr>
          <p:cNvPr id="5151" name="Shape 45"/>
          <p:cNvSpPr/>
          <p:nvPr/>
        </p:nvSpPr>
        <p:spPr>
          <a:xfrm>
            <a:off x="9800552" y="445922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2" name="Text 46"/>
          <p:cNvSpPr txBox="1"/>
          <p:nvPr/>
        </p:nvSpPr>
        <p:spPr>
          <a:xfrm>
            <a:off x="9582690" y="428548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994</a:t>
            </a:r>
            <a:endParaRPr lang="en-US" sz="800" dirty="0"/>
          </a:p>
        </p:txBody>
      </p:sp>
      <p:sp>
        <p:nvSpPr>
          <p:cNvPr id="5153" name="Text 47"/>
          <p:cNvSpPr txBox="1"/>
          <p:nvPr/>
        </p:nvSpPr>
        <p:spPr>
          <a:xfrm>
            <a:off x="9582690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▼34%</a:t>
            </a:r>
            <a:endParaRPr lang="en-US" sz="680" dirty="0"/>
          </a:p>
        </p:txBody>
      </p:sp>
      <p:sp>
        <p:nvSpPr>
          <p:cNvPr id="5154" name="Shape 45"/>
          <p:cNvSpPr/>
          <p:nvPr/>
        </p:nvSpPr>
        <p:spPr>
          <a:xfrm>
            <a:off x="10415214" y="4540211"/>
            <a:ext cx="258158" cy="3788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5" name="Text 46"/>
          <p:cNvSpPr txBox="1"/>
          <p:nvPr/>
        </p:nvSpPr>
        <p:spPr>
          <a:xfrm>
            <a:off x="10197352" y="4366475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317</a:t>
            </a:r>
            <a:endParaRPr lang="en-US" sz="800" dirty="0"/>
          </a:p>
        </p:txBody>
      </p:sp>
      <p:sp>
        <p:nvSpPr>
          <p:cNvPr id="5156" name="Text 47"/>
          <p:cNvSpPr txBox="1"/>
          <p:nvPr/>
        </p:nvSpPr>
        <p:spPr>
          <a:xfrm>
            <a:off x="10197352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▼68%</a:t>
            </a:r>
            <a:endParaRPr lang="en-US" sz="680" dirty="0"/>
          </a:p>
        </p:txBody>
      </p:sp>
      <p:sp>
        <p:nvSpPr>
          <p:cNvPr id="5157" name="Shape 45"/>
          <p:cNvSpPr/>
          <p:nvPr/>
        </p:nvSpPr>
        <p:spPr>
          <a:xfrm>
            <a:off x="11029876" y="4559808"/>
            <a:ext cx="258158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8" name="Text 49"/>
          <p:cNvSpPr txBox="1"/>
          <p:nvPr/>
        </p:nvSpPr>
        <p:spPr>
          <a:xfrm>
            <a:off x="10812013" y="438607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62</a:t>
            </a:r>
            <a:endParaRPr lang="en-US" sz="900" dirty="0"/>
          </a:p>
        </p:txBody>
      </p:sp>
      <p:sp>
        <p:nvSpPr>
          <p:cNvPr id="5159" name="Text 47"/>
          <p:cNvSpPr txBox="1"/>
          <p:nvPr/>
        </p:nvSpPr>
        <p:spPr>
          <a:xfrm>
            <a:off x="10812013" y="458724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▼80%</a:t>
            </a:r>
            <a:endParaRPr lang="en-US" sz="680" dirty="0"/>
          </a:p>
        </p:txBody>
      </p:sp>
      <p:sp>
        <p:nvSpPr>
          <p:cNvPr id="5160" name="Shape 45"/>
          <p:cNvSpPr/>
          <p:nvPr/>
        </p:nvSpPr>
        <p:spPr>
          <a:xfrm>
            <a:off x="5795702" y="394106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1" name="Text 46"/>
          <p:cNvSpPr txBox="1"/>
          <p:nvPr/>
        </p:nvSpPr>
        <p:spPr>
          <a:xfrm>
            <a:off x="5577840" y="376732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1.160</a:t>
            </a:r>
            <a:endParaRPr lang="en-US" sz="800" dirty="0"/>
          </a:p>
        </p:txBody>
      </p:sp>
      <p:sp>
        <p:nvSpPr>
          <p:cNvPr id="5162" name="Text 47"/>
          <p:cNvSpPr txBox="1"/>
          <p:nvPr/>
        </p:nvSpPr>
        <p:spPr>
          <a:xfrm>
            <a:off x="5577840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▼1%</a:t>
            </a:r>
            <a:endParaRPr lang="en-US" sz="680" dirty="0"/>
          </a:p>
        </p:txBody>
      </p:sp>
      <p:sp>
        <p:nvSpPr>
          <p:cNvPr id="5163" name="Shape 45"/>
          <p:cNvSpPr/>
          <p:nvPr/>
        </p:nvSpPr>
        <p:spPr>
          <a:xfrm>
            <a:off x="6410364" y="3970270"/>
            <a:ext cx="258158" cy="8966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4" name="Text 46"/>
          <p:cNvSpPr txBox="1"/>
          <p:nvPr/>
        </p:nvSpPr>
        <p:spPr>
          <a:xfrm>
            <a:off x="6192502" y="3796534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875</a:t>
            </a:r>
            <a:endParaRPr lang="en-US" sz="800" dirty="0"/>
          </a:p>
        </p:txBody>
      </p:sp>
      <p:sp>
        <p:nvSpPr>
          <p:cNvPr id="5165" name="Text 47"/>
          <p:cNvSpPr txBox="1"/>
          <p:nvPr/>
        </p:nvSpPr>
        <p:spPr>
          <a:xfrm>
            <a:off x="6192502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▼25%</a:t>
            </a:r>
            <a:endParaRPr lang="en-US" sz="680" dirty="0"/>
          </a:p>
        </p:txBody>
      </p:sp>
      <p:sp>
        <p:nvSpPr>
          <p:cNvPr id="5166" name="Shape 45"/>
          <p:cNvSpPr/>
          <p:nvPr/>
        </p:nvSpPr>
        <p:spPr>
          <a:xfrm>
            <a:off x="7025025" y="3990560"/>
            <a:ext cx="258158" cy="6937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7" name="Text 49"/>
          <p:cNvSpPr txBox="1"/>
          <p:nvPr/>
        </p:nvSpPr>
        <p:spPr>
          <a:xfrm>
            <a:off x="6807163" y="3816824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677</a:t>
            </a:r>
            <a:endParaRPr lang="en-US" sz="900" dirty="0"/>
          </a:p>
        </p:txBody>
      </p:sp>
      <p:sp>
        <p:nvSpPr>
          <p:cNvPr id="5168" name="Text 47"/>
          <p:cNvSpPr txBox="1"/>
          <p:nvPr/>
        </p:nvSpPr>
        <p:spPr>
          <a:xfrm>
            <a:off x="6807163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▼23%</a:t>
            </a:r>
            <a:endParaRPr lang="en-US" sz="680" dirty="0"/>
          </a:p>
        </p:txBody>
      </p:sp>
      <p:sp>
        <p:nvSpPr>
          <p:cNvPr id="5169" name="Shape 45"/>
          <p:cNvSpPr/>
          <p:nvPr/>
        </p:nvSpPr>
        <p:spPr>
          <a:xfrm>
            <a:off x="7798128" y="394106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0" name="Text 46"/>
          <p:cNvSpPr txBox="1"/>
          <p:nvPr/>
        </p:nvSpPr>
        <p:spPr>
          <a:xfrm>
            <a:off x="7580265" y="376732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2.063</a:t>
            </a:r>
            <a:endParaRPr lang="en-US" sz="800" dirty="0"/>
          </a:p>
        </p:txBody>
      </p:sp>
      <p:sp>
        <p:nvSpPr>
          <p:cNvPr id="5171" name="Text 47"/>
          <p:cNvSpPr txBox="1"/>
          <p:nvPr/>
        </p:nvSpPr>
        <p:spPr>
          <a:xfrm>
            <a:off x="7580265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172" name="Shape 45"/>
          <p:cNvSpPr/>
          <p:nvPr/>
        </p:nvSpPr>
        <p:spPr>
          <a:xfrm>
            <a:off x="8412788" y="3991178"/>
            <a:ext cx="258158" cy="6875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3" name="Text 46"/>
          <p:cNvSpPr txBox="1"/>
          <p:nvPr/>
        </p:nvSpPr>
        <p:spPr>
          <a:xfrm>
            <a:off x="8194927" y="381744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1.194</a:t>
            </a:r>
            <a:endParaRPr lang="en-US" sz="800" dirty="0"/>
          </a:p>
        </p:txBody>
      </p:sp>
      <p:sp>
        <p:nvSpPr>
          <p:cNvPr id="5174" name="Text 47"/>
          <p:cNvSpPr txBox="1"/>
          <p:nvPr/>
        </p:nvSpPr>
        <p:spPr>
          <a:xfrm>
            <a:off x="8194927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▼42%</a:t>
            </a:r>
            <a:endParaRPr lang="en-US" sz="680" dirty="0"/>
          </a:p>
        </p:txBody>
      </p:sp>
      <p:sp>
        <p:nvSpPr>
          <p:cNvPr id="5175" name="Shape 45"/>
          <p:cNvSpPr/>
          <p:nvPr/>
        </p:nvSpPr>
        <p:spPr>
          <a:xfrm>
            <a:off x="9027450" y="3974253"/>
            <a:ext cx="258158" cy="85683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6" name="Text 49"/>
          <p:cNvSpPr txBox="1"/>
          <p:nvPr/>
        </p:nvSpPr>
        <p:spPr>
          <a:xfrm>
            <a:off x="8809588" y="3800517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1.487</a:t>
            </a:r>
            <a:endParaRPr lang="en-US" sz="900" dirty="0"/>
          </a:p>
        </p:txBody>
      </p:sp>
      <p:sp>
        <p:nvSpPr>
          <p:cNvPr id="5177" name="Text 47"/>
          <p:cNvSpPr txBox="1"/>
          <p:nvPr/>
        </p:nvSpPr>
        <p:spPr>
          <a:xfrm>
            <a:off x="8809588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▲25%</a:t>
            </a:r>
            <a:endParaRPr lang="en-US" sz="680" dirty="0"/>
          </a:p>
        </p:txBody>
      </p:sp>
      <p:sp>
        <p:nvSpPr>
          <p:cNvPr id="5178" name="Shape 45"/>
          <p:cNvSpPr/>
          <p:nvPr/>
        </p:nvSpPr>
        <p:spPr>
          <a:xfrm>
            <a:off x="9800552" y="394106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9" name="Text 46"/>
          <p:cNvSpPr txBox="1"/>
          <p:nvPr/>
        </p:nvSpPr>
        <p:spPr>
          <a:xfrm>
            <a:off x="9582690" y="376732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842</a:t>
            </a:r>
            <a:endParaRPr lang="en-US" sz="800" dirty="0"/>
          </a:p>
        </p:txBody>
      </p:sp>
      <p:sp>
        <p:nvSpPr>
          <p:cNvPr id="5180" name="Text 47"/>
          <p:cNvSpPr txBox="1"/>
          <p:nvPr/>
        </p:nvSpPr>
        <p:spPr>
          <a:xfrm>
            <a:off x="9582690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▼2%</a:t>
            </a:r>
            <a:endParaRPr lang="en-US" sz="680" dirty="0"/>
          </a:p>
        </p:txBody>
      </p:sp>
      <p:sp>
        <p:nvSpPr>
          <p:cNvPr id="5181" name="Shape 45"/>
          <p:cNvSpPr/>
          <p:nvPr/>
        </p:nvSpPr>
        <p:spPr>
          <a:xfrm>
            <a:off x="10415214" y="3976369"/>
            <a:ext cx="258158" cy="8356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2" name="Text 46"/>
          <p:cNvSpPr txBox="1"/>
          <p:nvPr/>
        </p:nvSpPr>
        <p:spPr>
          <a:xfrm>
            <a:off x="10197352" y="380263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592</a:t>
            </a:r>
            <a:endParaRPr lang="en-US" sz="800" dirty="0"/>
          </a:p>
        </p:txBody>
      </p:sp>
      <p:sp>
        <p:nvSpPr>
          <p:cNvPr id="5183" name="Text 47"/>
          <p:cNvSpPr txBox="1"/>
          <p:nvPr/>
        </p:nvSpPr>
        <p:spPr>
          <a:xfrm>
            <a:off x="10197352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▼30%</a:t>
            </a:r>
            <a:endParaRPr lang="en-US" sz="680" dirty="0"/>
          </a:p>
        </p:txBody>
      </p:sp>
      <p:sp>
        <p:nvSpPr>
          <p:cNvPr id="5184" name="Shape 45"/>
          <p:cNvSpPr/>
          <p:nvPr/>
        </p:nvSpPr>
        <p:spPr>
          <a:xfrm>
            <a:off x="11029876" y="3998719"/>
            <a:ext cx="258158" cy="6121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5" name="Text 49"/>
          <p:cNvSpPr txBox="1"/>
          <p:nvPr/>
        </p:nvSpPr>
        <p:spPr>
          <a:xfrm>
            <a:off x="10812013" y="382498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434</a:t>
            </a:r>
            <a:endParaRPr lang="en-US" sz="900" dirty="0"/>
          </a:p>
        </p:txBody>
      </p:sp>
      <p:sp>
        <p:nvSpPr>
          <p:cNvPr id="5186" name="Text 47"/>
          <p:cNvSpPr txBox="1"/>
          <p:nvPr/>
        </p:nvSpPr>
        <p:spPr>
          <a:xfrm>
            <a:off x="10812013" y="406908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▼27%</a:t>
            </a:r>
            <a:endParaRPr lang="en-US" sz="680" dirty="0"/>
          </a:p>
        </p:txBody>
      </p:sp>
      <p:sp>
        <p:nvSpPr>
          <p:cNvPr id="5187" name="Shape 45"/>
          <p:cNvSpPr/>
          <p:nvPr/>
        </p:nvSpPr>
        <p:spPr>
          <a:xfrm>
            <a:off x="5795702" y="5024933"/>
            <a:ext cx="258158" cy="7132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8" name="Text 46"/>
          <p:cNvSpPr txBox="1"/>
          <p:nvPr/>
        </p:nvSpPr>
        <p:spPr>
          <a:xfrm>
            <a:off x="5577840" y="4851197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153</a:t>
            </a:r>
            <a:endParaRPr lang="en-US" sz="800" dirty="0"/>
          </a:p>
        </p:txBody>
      </p:sp>
      <p:sp>
        <p:nvSpPr>
          <p:cNvPr id="5189" name="Text 47"/>
          <p:cNvSpPr txBox="1"/>
          <p:nvPr/>
        </p:nvSpPr>
        <p:spPr>
          <a:xfrm>
            <a:off x="5577840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▼45%</a:t>
            </a:r>
            <a:endParaRPr lang="en-US" sz="680" dirty="0"/>
          </a:p>
        </p:txBody>
      </p:sp>
      <p:sp>
        <p:nvSpPr>
          <p:cNvPr id="5190" name="Shape 45"/>
          <p:cNvSpPr/>
          <p:nvPr/>
        </p:nvSpPr>
        <p:spPr>
          <a:xfrm>
            <a:off x="6410364" y="4977384"/>
            <a:ext cx="258158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1" name="Text 46"/>
          <p:cNvSpPr txBox="1"/>
          <p:nvPr/>
        </p:nvSpPr>
        <p:spPr>
          <a:xfrm>
            <a:off x="6192502" y="48036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255</a:t>
            </a:r>
            <a:endParaRPr lang="en-US" sz="800" dirty="0"/>
          </a:p>
        </p:txBody>
      </p:sp>
      <p:sp>
        <p:nvSpPr>
          <p:cNvPr id="5192" name="Text 47"/>
          <p:cNvSpPr txBox="1"/>
          <p:nvPr/>
        </p:nvSpPr>
        <p:spPr>
          <a:xfrm>
            <a:off x="6192502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▲67%</a:t>
            </a:r>
            <a:endParaRPr lang="en-US" sz="680" dirty="0"/>
          </a:p>
        </p:txBody>
      </p:sp>
      <p:sp>
        <p:nvSpPr>
          <p:cNvPr id="5193" name="Shape 45"/>
          <p:cNvSpPr/>
          <p:nvPr/>
        </p:nvSpPr>
        <p:spPr>
          <a:xfrm>
            <a:off x="7025025" y="4999760"/>
            <a:ext cx="258158" cy="9649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4" name="Text 49"/>
          <p:cNvSpPr txBox="1"/>
          <p:nvPr/>
        </p:nvSpPr>
        <p:spPr>
          <a:xfrm>
            <a:off x="6807163" y="4826024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207</a:t>
            </a:r>
            <a:endParaRPr lang="en-US" sz="900" dirty="0"/>
          </a:p>
        </p:txBody>
      </p:sp>
      <p:sp>
        <p:nvSpPr>
          <p:cNvPr id="5195" name="Text 47"/>
          <p:cNvSpPr txBox="1"/>
          <p:nvPr/>
        </p:nvSpPr>
        <p:spPr>
          <a:xfrm>
            <a:off x="6807163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▼19%</a:t>
            </a:r>
            <a:endParaRPr lang="en-US" sz="680" dirty="0"/>
          </a:p>
        </p:txBody>
      </p:sp>
      <p:sp>
        <p:nvSpPr>
          <p:cNvPr id="5196" name="Shape 45"/>
          <p:cNvSpPr/>
          <p:nvPr/>
        </p:nvSpPr>
        <p:spPr>
          <a:xfrm>
            <a:off x="7798128" y="497738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7" name="Text 46"/>
          <p:cNvSpPr txBox="1"/>
          <p:nvPr/>
        </p:nvSpPr>
        <p:spPr>
          <a:xfrm>
            <a:off x="7580265" y="48036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611</a:t>
            </a:r>
            <a:endParaRPr lang="en-US" sz="800" dirty="0"/>
          </a:p>
        </p:txBody>
      </p:sp>
      <p:sp>
        <p:nvSpPr>
          <p:cNvPr id="5198" name="Text 47"/>
          <p:cNvSpPr txBox="1"/>
          <p:nvPr/>
        </p:nvSpPr>
        <p:spPr>
          <a:xfrm>
            <a:off x="7580265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▼1%</a:t>
            </a:r>
            <a:endParaRPr lang="en-US" sz="680" dirty="0"/>
          </a:p>
        </p:txBody>
      </p:sp>
      <p:sp>
        <p:nvSpPr>
          <p:cNvPr id="5199" name="Shape 45"/>
          <p:cNvSpPr/>
          <p:nvPr/>
        </p:nvSpPr>
        <p:spPr>
          <a:xfrm>
            <a:off x="8412788" y="5021179"/>
            <a:ext cx="258158" cy="7507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0" name="Text 46"/>
          <p:cNvSpPr txBox="1"/>
          <p:nvPr/>
        </p:nvSpPr>
        <p:spPr>
          <a:xfrm>
            <a:off x="8194927" y="4847443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386</a:t>
            </a:r>
            <a:endParaRPr lang="en-US" sz="800" dirty="0"/>
          </a:p>
        </p:txBody>
      </p:sp>
      <p:sp>
        <p:nvSpPr>
          <p:cNvPr id="5201" name="Text 47"/>
          <p:cNvSpPr txBox="1"/>
          <p:nvPr/>
        </p:nvSpPr>
        <p:spPr>
          <a:xfrm>
            <a:off x="8194927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▼37%</a:t>
            </a:r>
            <a:endParaRPr lang="en-US" sz="680" dirty="0"/>
          </a:p>
        </p:txBody>
      </p:sp>
      <p:sp>
        <p:nvSpPr>
          <p:cNvPr id="5202" name="Shape 45"/>
          <p:cNvSpPr/>
          <p:nvPr/>
        </p:nvSpPr>
        <p:spPr>
          <a:xfrm>
            <a:off x="9027450" y="5039948"/>
            <a:ext cx="258158" cy="5630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3" name="Text 49"/>
          <p:cNvSpPr txBox="1"/>
          <p:nvPr/>
        </p:nvSpPr>
        <p:spPr>
          <a:xfrm>
            <a:off x="8809588" y="4866212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289</a:t>
            </a:r>
            <a:endParaRPr lang="en-US" sz="900" dirty="0"/>
          </a:p>
        </p:txBody>
      </p:sp>
      <p:sp>
        <p:nvSpPr>
          <p:cNvPr id="5204" name="Text 47"/>
          <p:cNvSpPr txBox="1"/>
          <p:nvPr/>
        </p:nvSpPr>
        <p:spPr>
          <a:xfrm>
            <a:off x="8809588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▼25%</a:t>
            </a:r>
            <a:endParaRPr lang="en-US" sz="680" dirty="0"/>
          </a:p>
        </p:txBody>
      </p:sp>
      <p:sp>
        <p:nvSpPr>
          <p:cNvPr id="5205" name="Shape 45"/>
          <p:cNvSpPr/>
          <p:nvPr/>
        </p:nvSpPr>
        <p:spPr>
          <a:xfrm>
            <a:off x="9800552" y="4977384"/>
            <a:ext cx="258158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6" name="Text 46"/>
          <p:cNvSpPr txBox="1"/>
          <p:nvPr/>
        </p:nvSpPr>
        <p:spPr>
          <a:xfrm>
            <a:off x="9582690" y="4803648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255</a:t>
            </a:r>
            <a:endParaRPr lang="en-US" sz="800" dirty="0"/>
          </a:p>
        </p:txBody>
      </p:sp>
      <p:sp>
        <p:nvSpPr>
          <p:cNvPr id="5207" name="Text 47"/>
          <p:cNvSpPr txBox="1"/>
          <p:nvPr/>
        </p:nvSpPr>
        <p:spPr>
          <a:xfrm>
            <a:off x="9582690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▼10%</a:t>
            </a:r>
            <a:endParaRPr lang="en-US" sz="680" dirty="0"/>
          </a:p>
        </p:txBody>
      </p:sp>
      <p:sp>
        <p:nvSpPr>
          <p:cNvPr id="5208" name="Shape 45"/>
          <p:cNvSpPr/>
          <p:nvPr/>
        </p:nvSpPr>
        <p:spPr>
          <a:xfrm>
            <a:off x="10415214" y="5050206"/>
            <a:ext cx="258158" cy="4605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9" name="Text 46"/>
          <p:cNvSpPr txBox="1"/>
          <p:nvPr/>
        </p:nvSpPr>
        <p:spPr>
          <a:xfrm>
            <a:off x="10197352" y="4876470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</a:t>
            </a:r>
            <a:endParaRPr lang="en-US" sz="800" dirty="0"/>
          </a:p>
        </p:txBody>
      </p:sp>
      <p:sp>
        <p:nvSpPr>
          <p:cNvPr id="5210" name="Text 47"/>
          <p:cNvSpPr txBox="1"/>
          <p:nvPr/>
        </p:nvSpPr>
        <p:spPr>
          <a:xfrm>
            <a:off x="10197352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▼61%</a:t>
            </a:r>
            <a:endParaRPr lang="en-US" sz="680" dirty="0"/>
          </a:p>
        </p:txBody>
      </p:sp>
      <p:sp>
        <p:nvSpPr>
          <p:cNvPr id="5211" name="Shape 45"/>
          <p:cNvSpPr/>
          <p:nvPr/>
        </p:nvSpPr>
        <p:spPr>
          <a:xfrm>
            <a:off x="11029876" y="5068412"/>
            <a:ext cx="258158" cy="2784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2" name="Text 49"/>
          <p:cNvSpPr txBox="1"/>
          <p:nvPr/>
        </p:nvSpPr>
        <p:spPr>
          <a:xfrm>
            <a:off x="10812013" y="4894676"/>
            <a:ext cx="6938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</a:t>
            </a:r>
            <a:endParaRPr lang="en-US" sz="900" dirty="0"/>
          </a:p>
        </p:txBody>
      </p:sp>
      <p:sp>
        <p:nvSpPr>
          <p:cNvPr id="5213" name="Text 47"/>
          <p:cNvSpPr txBox="1"/>
          <p:nvPr/>
        </p:nvSpPr>
        <p:spPr>
          <a:xfrm>
            <a:off x="10812013" y="5105400"/>
            <a:ext cx="6938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▼39%</a:t>
            </a:r>
            <a:endParaRPr lang="en-US" sz="680" dirty="0"/>
          </a:p>
        </p:txBody>
      </p:sp>
      <p:sp>
        <p:nvSpPr>
          <p:cNvPr id="5214" name="Shape 27"/>
          <p:cNvSpPr/>
          <p:nvPr/>
        </p:nvSpPr>
        <p:spPr>
          <a:xfrm>
            <a:off x="2798064" y="4907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215" name="Image 5" descr="preencoded.png">    </p:cNvPr>
          <p:cNvPicPr>
            <a:picLocks noChangeAspect="1"/>
          </p:cNvPicPr>
          <p:nvPr/>
        </p:nvPicPr>
        <p:blipFill>
          <a:blip r:embed="S2rId6"/>
          <a:stretch>
            <a:fillRect/>
          </a:stretch>
        </p:blipFill>
        <p:spPr>
          <a:xfrm>
            <a:off x="2862072" y="4939284"/>
            <a:ext cx="118872" cy="118872"/>
          </a:xfrm>
          <a:prstGeom prst="rect">
            <a:avLst/>
          </a:prstGeom>
        </p:spPr>
      </p:pic>
      <p:sp>
        <p:nvSpPr>
          <p:cNvPr id="5216" name="Text 28"/>
          <p:cNvSpPr txBox="1"/>
          <p:nvPr/>
        </p:nvSpPr>
        <p:spPr>
          <a:xfrm>
            <a:off x="3008376" y="49072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&lt; 56</a:t>
            </a:r>
            <a:endParaRPr lang="en-US" sz="660" dirty="0"/>
          </a:p>
        </p:txBody>
      </p:sp>
      <p:sp>
        <p:nvSpPr>
          <p:cNvPr id="5217" name="Shape 29"/>
          <p:cNvSpPr/>
          <p:nvPr/>
        </p:nvSpPr>
        <p:spPr>
          <a:xfrm>
            <a:off x="3767328" y="49072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218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4939284"/>
            <a:ext cx="118872" cy="118872"/>
          </a:xfrm>
          <a:prstGeom prst="rect">
            <a:avLst/>
          </a:prstGeom>
        </p:spPr>
      </p:pic>
      <p:sp>
        <p:nvSpPr>
          <p:cNvPr id="5219" name="Text 30"/>
          <p:cNvSpPr txBox="1"/>
          <p:nvPr/>
        </p:nvSpPr>
        <p:spPr>
          <a:xfrm>
            <a:off x="3977640" y="490728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CERAH BERAWAN</a:t>
            </a:r>
            <a:endParaRPr lang="en-US" sz="580" dirty="0"/>
          </a:p>
        </p:txBody>
      </p:sp>
      <p:sp>
        <p:nvSpPr>
          <p:cNvPr id="5220" name="Shape 220"/>
          <p:cNvSpPr/>
          <p:nvPr/>
        </p:nvSpPr>
        <p:spPr>
          <a:xfrm>
            <a:off x="82805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/>
        </p:spPr>
      </p:sp>
      <p:sp>
        <p:nvSpPr>
          <p:cNvPr id="5221" name="Text 223"/>
          <p:cNvSpPr txBox="1"/>
          <p:nvPr/>
        </p:nvSpPr>
        <p:spPr>
          <a:xfrm>
            <a:off x="8527395" y="5897880"/>
            <a:ext cx="1150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sangat tidak sehat</a:t>
            </a:r>
            <a:endParaRPr lang="en-US" sz="750" dirty="0"/>
          </a:p>
        </p:txBody>
      </p:sp>
      <p:sp>
        <p:nvSpPr>
          <p:cNvPr id="5222" name="Shape 9"/>
          <p:cNvSpPr/>
          <p:nvPr/>
        </p:nvSpPr>
        <p:spPr>
          <a:xfrm>
            <a:off x="4709160" y="1463040"/>
            <a:ext cx="822960" cy="402336"/>
          </a:xfrm>
          <a:prstGeom prst="roundRect">
            <a:avLst>
              <a:gd name="adj" fmla="val 13636"/>
            </a:avLst>
          </a:prstGeom>
          <a:solidFill>
            <a:srgbClr val="8C2A1C"/>
          </a:solidFill>
          <a:ln/>
        </p:spPr>
      </p:sp>
      <p:pic>
        <p:nvPicPr>
          <p:cNvPr id="5223" name="Image 1" descr="preencoded.png">    </p:cNvPr>
          <p:cNvPicPr>
            <a:picLocks noChangeAspect="1"/>
          </p:cNvPicPr>
          <p:nvPr/>
        </p:nvPicPr>
        <p:blipFill>
          <a:blip r:embed="rIdFirespot"/>
          <a:stretch>
            <a:fillRect/>
          </a:stretch>
        </p:blipFill>
        <p:spPr>
          <a:xfrm>
            <a:off x="4791456" y="1581912"/>
            <a:ext cx="164592" cy="164592"/>
          </a:xfrm>
          <a:prstGeom prst="rect">
            <a:avLst/>
          </a:prstGeom>
        </p:spPr>
      </p:pic>
      <p:sp>
        <p:nvSpPr>
          <p:cNvPr id="5224" name="Text 10"/>
          <p:cNvSpPr txBox="1"/>
          <p:nvPr/>
        </p:nvSpPr>
        <p:spPr>
          <a:xfrm>
            <a:off x="5001768" y="1463040"/>
            <a:ext cx="50292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FIRESPOT</a:t>
            </a:r>
            <a:pPr algn="l" indent="0" marL="0">
              <a:buNone/>
            </a:pPr>
            <a:r>
              <a:rPr lang="en-US" sz="82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820" dirty="0"/>
          </a:p>
        </p:txBody>
      </p:sp>
      <p:sp>
        <p:nvSpPr>
          <p:cNvPr id="5225" name="Text 13"/>
          <p:cNvSpPr txBox="1"/>
          <p:nvPr/>
        </p:nvSpPr>
        <p:spPr>
          <a:xfrm>
            <a:off x="4663440" y="1911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</a:t>
            </a:r>
            <a:endParaRPr lang="en-US" sz="850" dirty="0"/>
          </a:p>
        </p:txBody>
      </p:sp>
      <p:sp>
        <p:nvSpPr>
          <p:cNvPr id="5226" name="Text 49"/>
          <p:cNvSpPr txBox="1"/>
          <p:nvPr/>
        </p:nvSpPr>
        <p:spPr>
          <a:xfrm>
            <a:off x="4663440" y="216712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763</a:t>
            </a:r>
            <a:endParaRPr lang="en-US" sz="1000" dirty="0"/>
          </a:p>
        </p:txBody>
      </p:sp>
      <p:sp>
        <p:nvSpPr>
          <p:cNvPr id="5227" name="Text 49"/>
          <p:cNvSpPr txBox="1"/>
          <p:nvPr/>
        </p:nvSpPr>
        <p:spPr>
          <a:xfrm>
            <a:off x="4663440" y="268528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332</a:t>
            </a:r>
            <a:endParaRPr lang="en-US" sz="1000" dirty="0"/>
          </a:p>
        </p:txBody>
      </p:sp>
      <p:sp>
        <p:nvSpPr>
          <p:cNvPr id="5228" name="Text 49"/>
          <p:cNvSpPr txBox="1"/>
          <p:nvPr/>
        </p:nvSpPr>
        <p:spPr>
          <a:xfrm>
            <a:off x="4663440" y="320344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278</a:t>
            </a:r>
            <a:endParaRPr lang="en-US" sz="1000" dirty="0"/>
          </a:p>
        </p:txBody>
      </p:sp>
      <p:sp>
        <p:nvSpPr>
          <p:cNvPr id="5229" name="Text 49"/>
          <p:cNvSpPr txBox="1"/>
          <p:nvPr/>
        </p:nvSpPr>
        <p:spPr>
          <a:xfrm>
            <a:off x="4663440" y="372160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281</a:t>
            </a:r>
            <a:endParaRPr lang="en-US" sz="1000" dirty="0"/>
          </a:p>
        </p:txBody>
      </p:sp>
      <p:sp>
        <p:nvSpPr>
          <p:cNvPr id="5230" name="Text 49"/>
          <p:cNvSpPr txBox="1"/>
          <p:nvPr/>
        </p:nvSpPr>
        <p:spPr>
          <a:xfrm>
            <a:off x="4663440" y="423976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</a:t>
            </a:r>
            <a:endParaRPr lang="en-US" sz="1000" dirty="0"/>
          </a:p>
        </p:txBody>
      </p:sp>
      <p:sp>
        <p:nvSpPr>
          <p:cNvPr id="5231" name="Text 49"/>
          <p:cNvSpPr txBox="1"/>
          <p:nvPr/>
        </p:nvSpPr>
        <p:spPr>
          <a:xfrm>
            <a:off x="4663440" y="4757928"/>
            <a:ext cx="91440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105</a:t>
            </a:r>
            <a:endParaRPr lang="en-US" sz="1000" dirty="0"/>
          </a:p>
        </p:txBody>
      </p:sp>
      <p:sp>
        <p:nvSpPr>
          <p:cNvPr id="5232" name="Text 207"/>
          <p:cNvSpPr txBox="1"/>
          <p:nvPr/>
        </p:nvSpPr>
        <p:spPr>
          <a:xfrm>
            <a:off x="4663440" y="53309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1.810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yang Dilakukan per Tanggal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184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63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dilaporkan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5806723"/>
            <a:ext cx="548640" cy="16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824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20370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202082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0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07238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288950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22" name="Shape 15"/>
          <p:cNvSpPr/>
          <p:nvPr/>
        </p:nvSpPr>
        <p:spPr>
          <a:xfrm>
            <a:off x="3749040" y="1417320"/>
            <a:ext cx="0" cy="56692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1440180"/>
            <a:ext cx="109728" cy="10972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986784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</a:t>
            </a:r>
            <a:endParaRPr lang="en-US" sz="680" dirty="0"/>
          </a:p>
        </p:txBody>
      </p:sp>
      <p:sp>
        <p:nvSpPr>
          <p:cNvPr id="25" name="Text 17"/>
          <p:cNvSpPr txBox="1"/>
          <p:nvPr/>
        </p:nvSpPr>
        <p:spPr>
          <a:xfrm>
            <a:off x="3840480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13.396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1645920"/>
            <a:ext cx="109728" cy="10972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986784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BPBD</a:t>
            </a:r>
            <a:endParaRPr lang="en-US" sz="680" dirty="0"/>
          </a:p>
        </p:txBody>
      </p:sp>
      <p:sp>
        <p:nvSpPr>
          <p:cNvPr id="28" name="Text 19"/>
          <p:cNvSpPr txBox="1"/>
          <p:nvPr/>
        </p:nvSpPr>
        <p:spPr>
          <a:xfrm>
            <a:off x="3840480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11.231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1851660"/>
            <a:ext cx="109728" cy="10972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986784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Polri</a:t>
            </a:r>
            <a:endParaRPr lang="en-US" sz="680" dirty="0"/>
          </a:p>
        </p:txBody>
      </p:sp>
      <p:sp>
        <p:nvSpPr>
          <p:cNvPr id="31" name="Text 21"/>
          <p:cNvSpPr txBox="1"/>
          <p:nvPr/>
        </p:nvSpPr>
        <p:spPr>
          <a:xfrm>
            <a:off x="3840480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10.446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16%</a:t>
            </a:r>
            <a:endParaRPr lang="en-US" sz="12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4978" y="1440180"/>
            <a:ext cx="109728" cy="10972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231282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Swasta</a:t>
            </a:r>
            <a:endParaRPr lang="en-US" sz="680" dirty="0"/>
          </a:p>
        </p:txBody>
      </p:sp>
      <p:sp>
        <p:nvSpPr>
          <p:cNvPr id="34" name="Text 23"/>
          <p:cNvSpPr txBox="1"/>
          <p:nvPr/>
        </p:nvSpPr>
        <p:spPr>
          <a:xfrm>
            <a:off x="5084978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8.950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14%</a:t>
            </a:r>
            <a:endParaRPr lang="en-US" sz="12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4978" y="1645920"/>
            <a:ext cx="109728" cy="10972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231282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Relawan</a:t>
            </a:r>
            <a:endParaRPr lang="en-US" sz="680" dirty="0"/>
          </a:p>
        </p:txBody>
      </p:sp>
      <p:sp>
        <p:nvSpPr>
          <p:cNvPr id="37" name="Text 25"/>
          <p:cNvSpPr txBox="1"/>
          <p:nvPr/>
        </p:nvSpPr>
        <p:spPr>
          <a:xfrm>
            <a:off x="5084978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8.201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13%</a:t>
            </a:r>
            <a:endParaRPr lang="en-US" sz="12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4978" y="1851660"/>
            <a:ext cx="109728" cy="10972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231282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Pemda</a:t>
            </a:r>
            <a:endParaRPr lang="en-US" sz="680" dirty="0"/>
          </a:p>
        </p:txBody>
      </p:sp>
      <p:sp>
        <p:nvSpPr>
          <p:cNvPr id="40" name="Text 27"/>
          <p:cNvSpPr txBox="1"/>
          <p:nvPr/>
        </p:nvSpPr>
        <p:spPr>
          <a:xfrm>
            <a:off x="5084978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4.767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9477" y="1440180"/>
            <a:ext cx="109728" cy="10972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475781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MPA</a:t>
            </a:r>
            <a:endParaRPr lang="en-US" sz="680" dirty="0"/>
          </a:p>
        </p:txBody>
      </p:sp>
      <p:sp>
        <p:nvSpPr>
          <p:cNvPr id="43" name="Text 29"/>
          <p:cNvSpPr txBox="1"/>
          <p:nvPr/>
        </p:nvSpPr>
        <p:spPr>
          <a:xfrm>
            <a:off x="6329477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4.749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9477" y="1645920"/>
            <a:ext cx="109728" cy="109728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6475781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Kehutanan</a:t>
            </a:r>
            <a:endParaRPr lang="en-US" sz="680" dirty="0"/>
          </a:p>
        </p:txBody>
      </p:sp>
      <p:sp>
        <p:nvSpPr>
          <p:cNvPr id="46" name="Text 31"/>
          <p:cNvSpPr txBox="1"/>
          <p:nvPr/>
        </p:nvSpPr>
        <p:spPr>
          <a:xfrm>
            <a:off x="6329477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9477" y="1851660"/>
            <a:ext cx="109728" cy="109728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6475781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M. Agni</a:t>
            </a:r>
            <a:endParaRPr lang="en-US" sz="680" dirty="0"/>
          </a:p>
        </p:txBody>
      </p:sp>
      <p:sp>
        <p:nvSpPr>
          <p:cNvPr id="49" name="Text 33"/>
          <p:cNvSpPr txBox="1"/>
          <p:nvPr/>
        </p:nvSpPr>
        <p:spPr>
          <a:xfrm>
            <a:off x="6329477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1.758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SETELAH OMC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dari 4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84" name="Shape 66"/>
          <p:cNvSpPr/>
          <p:nvPr/>
        </p:nvSpPr>
        <p:spPr>
          <a:xfrm>
            <a:off x="676656" y="3294126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85" name="Text 67"/>
          <p:cNvSpPr txBox="1"/>
          <p:nvPr/>
        </p:nvSpPr>
        <p:spPr>
          <a:xfrm>
            <a:off x="795528" y="310896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60" dirty="0"/>
          </a:p>
        </p:txBody>
      </p:sp>
      <p:sp>
        <p:nvSpPr>
          <p:cNvPr id="86" name="Text 68"/>
          <p:cNvSpPr txBox="1"/>
          <p:nvPr/>
        </p:nvSpPr>
        <p:spPr>
          <a:xfrm>
            <a:off x="2027869" y="310896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OMC tidak dilaksanakan</a:t>
            </a:r>
            <a:endParaRPr lang="en-US" sz="864" dirty="0"/>
          </a:p>
        </p:txBody>
      </p:sp>
      <p:sp>
        <p:nvSpPr>
          <p:cNvPr id="87" name="Shape 69"/>
          <p:cNvSpPr/>
          <p:nvPr/>
        </p:nvSpPr>
        <p:spPr>
          <a:xfrm>
            <a:off x="3561885" y="3170682"/>
            <a:ext cx="994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88" name="Text 70"/>
          <p:cNvSpPr txBox="1"/>
          <p:nvPr/>
        </p:nvSpPr>
        <p:spPr>
          <a:xfrm>
            <a:off x="3561885" y="3170682"/>
            <a:ext cx="99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756" dirty="0"/>
          </a:p>
        </p:txBody>
      </p:sp>
      <p:sp>
        <p:nvSpPr>
          <p:cNvPr id="89" name="Text 71"/>
          <p:cNvSpPr txBox="1"/>
          <p:nvPr/>
        </p:nvSpPr>
        <p:spPr>
          <a:xfrm>
            <a:off x="3561885" y="333527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Kapuas Hulu, 24 Okt (tanpa OMC)</a:t>
            </a:r>
            <a:endParaRPr lang="en-US" sz="840" dirty="0"/>
          </a:p>
        </p:txBody>
      </p:sp>
      <p:sp>
        <p:nvSpPr>
          <p:cNvPr id="90" name="Shape 72"/>
          <p:cNvSpPr/>
          <p:nvPr/>
        </p:nvSpPr>
        <p:spPr>
          <a:xfrm>
            <a:off x="676656" y="3737610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55244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55244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Palangka Raya, Katingan, Pulpis, Kotim, Kobar</a:t>
            </a:r>
            <a:endParaRPr lang="en-US" sz="864" dirty="0"/>
          </a:p>
        </p:txBody>
      </p:sp>
      <p:sp>
        <p:nvSpPr>
          <p:cNvPr id="105" name="Shape 87"/>
          <p:cNvSpPr/>
          <p:nvPr/>
        </p:nvSpPr>
        <p:spPr>
          <a:xfrm>
            <a:off x="3561885" y="3614166"/>
            <a:ext cx="922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6" name="Text 88"/>
          <p:cNvSpPr txBox="1"/>
          <p:nvPr/>
        </p:nvSpPr>
        <p:spPr>
          <a:xfrm>
            <a:off x="3561885" y="3614166"/>
            <a:ext cx="92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DERAS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77875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Kab. Seruyan, 24 Okt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4181094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99592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99592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Palembang, Banyuasin, OKI, Muba</a:t>
            </a:r>
            <a:endParaRPr lang="en-US" sz="864" dirty="0"/>
          </a:p>
        </p:txBody>
      </p:sp>
      <p:sp>
        <p:nvSpPr>
          <p:cNvPr id="99" name="Shape 87"/>
          <p:cNvSpPr/>
          <p:nvPr/>
        </p:nvSpPr>
        <p:spPr>
          <a:xfrm>
            <a:off x="3561885" y="4057650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0" name="Text 88"/>
          <p:cNvSpPr txBox="1"/>
          <p:nvPr/>
        </p:nvSpPr>
        <p:spPr>
          <a:xfrm>
            <a:off x="3561885" y="4057650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22224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Muba, Palembang, Banyuasin, OKI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624578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439412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439412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Tala, Kotabaru, Batola, Tapin, HSS, HSU, Balangan</a:t>
            </a:r>
            <a:endParaRPr lang="en-US" sz="864" dirty="0"/>
          </a:p>
        </p:txBody>
      </p:sp>
      <p:sp>
        <p:nvSpPr>
          <p:cNvPr id="93" name="Shape 75"/>
          <p:cNvSpPr/>
          <p:nvPr/>
        </p:nvSpPr>
        <p:spPr>
          <a:xfrm>
            <a:off x="3561885" y="4501134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6"/>
          <p:cNvSpPr txBox="1"/>
          <p:nvPr/>
        </p:nvSpPr>
        <p:spPr>
          <a:xfrm>
            <a:off x="3561885" y="450113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665726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Tapin dan Kotabaru; 2 sortie, 2.000 kg NaCl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OMC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389252" y="4983480"/>
            <a:ext cx="1510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389252" y="4983480"/>
            <a:ext cx="151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sortie, 21.600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ICE + NaCl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7.500 kg</a:t>
            </a:r>
            <a:endParaRPr lang="en-US" sz="864" dirty="0"/>
          </a:p>
        </p:txBody>
      </p:sp>
      <p:sp>
        <p:nvSpPr>
          <p:cNvPr id="121" name="Shape 102"/>
          <p:cNvSpPr/>
          <p:nvPr/>
        </p:nvSpPr>
        <p:spPr>
          <a:xfrm>
            <a:off x="3561885" y="5401818"/>
            <a:ext cx="922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22" name="Text 103"/>
          <p:cNvSpPr txBox="1"/>
          <p:nvPr/>
        </p:nvSpPr>
        <p:spPr>
          <a:xfrm>
            <a:off x="3561885" y="5401818"/>
            <a:ext cx="92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DERAS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NaCl 3.000 kg, dry ice 4.500 kg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12.100 kg</a:t>
            </a:r>
            <a:endParaRPr lang="en-US" sz="864" dirty="0"/>
          </a:p>
        </p:txBody>
      </p:sp>
      <p:sp>
        <p:nvSpPr>
          <p:cNvPr id="129" name="Shape 110"/>
          <p:cNvSpPr/>
          <p:nvPr/>
        </p:nvSpPr>
        <p:spPr>
          <a:xfrm>
            <a:off x="3561885" y="5845302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111"/>
          <p:cNvSpPr txBox="1"/>
          <p:nvPr/>
        </p:nvSpPr>
        <p:spPr>
          <a:xfrm>
            <a:off x="3561885" y="5845302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NaCl 8.800 kg, dry ice 3.300 kg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63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42821"/>
            <a:ext cx="1718064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42821"/>
            <a:ext cx="171806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510124" y="2942821"/>
            <a:ext cx="114537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510124" y="2942821"/>
            <a:ext cx="114537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207861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252034"/>
            <a:ext cx="954480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252034"/>
            <a:ext cx="954480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746540" y="3252034"/>
            <a:ext cx="954480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746540" y="3252034"/>
            <a:ext cx="954480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9792463" y="3207861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517074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561247"/>
            <a:ext cx="381792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561247"/>
            <a:ext cx="38179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173852" y="3561247"/>
            <a:ext cx="1527168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173852" y="3561247"/>
            <a:ext cx="1527168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9792463" y="3517074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3826287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3870460"/>
            <a:ext cx="381792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3870460"/>
            <a:ext cx="38179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173852" y="3870460"/>
            <a:ext cx="1336272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173852" y="3870460"/>
            <a:ext cx="133627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601567" y="3826287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135500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179673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179673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7982956" y="4179673"/>
            <a:ext cx="763584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7982956" y="4179673"/>
            <a:ext cx="76358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837983" y="4135500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444713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488886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488886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7982956" y="4488886"/>
            <a:ext cx="572688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7982956" y="4488886"/>
            <a:ext cx="572688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647087" y="4444713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5063139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Timur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5107312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5107312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7982956" y="5107312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7982956" y="5107312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265295" y="5063139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5372352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90" name="Shape 168"/>
          <p:cNvSpPr/>
          <p:nvPr/>
        </p:nvSpPr>
        <p:spPr>
          <a:xfrm>
            <a:off x="7982956" y="5416525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1" name="Text 169"/>
          <p:cNvSpPr txBox="1"/>
          <p:nvPr/>
        </p:nvSpPr>
        <p:spPr>
          <a:xfrm>
            <a:off x="7982956" y="5416525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2" name="Text 170"/>
          <p:cNvSpPr txBox="1"/>
          <p:nvPr/>
        </p:nvSpPr>
        <p:spPr>
          <a:xfrm>
            <a:off x="8265295" y="5372352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3" name="Text 149"/>
          <p:cNvSpPr txBox="1"/>
          <p:nvPr/>
        </p:nvSpPr>
        <p:spPr>
          <a:xfrm>
            <a:off x="6329020" y="4753926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Barat</a:t>
            </a:r>
            <a:endParaRPr lang="en-US" sz="900" dirty="0"/>
          </a:p>
        </p:txBody>
      </p:sp>
      <p:sp>
        <p:nvSpPr>
          <p:cNvPr id="194" name="Shape 150"/>
          <p:cNvSpPr/>
          <p:nvPr/>
        </p:nvSpPr>
        <p:spPr>
          <a:xfrm>
            <a:off x="7792060" y="4798099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95" name="Text 151"/>
          <p:cNvSpPr txBox="1"/>
          <p:nvPr/>
        </p:nvSpPr>
        <p:spPr>
          <a:xfrm>
            <a:off x="7792060" y="4798099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6" name="Shape 152"/>
          <p:cNvSpPr/>
          <p:nvPr/>
        </p:nvSpPr>
        <p:spPr>
          <a:xfrm>
            <a:off x="7982956" y="4798099"/>
            <a:ext cx="572688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7" name="Text 153"/>
          <p:cNvSpPr txBox="1"/>
          <p:nvPr/>
        </p:nvSpPr>
        <p:spPr>
          <a:xfrm>
            <a:off x="7982956" y="4798099"/>
            <a:ext cx="572688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98" name="Text 154"/>
          <p:cNvSpPr txBox="1"/>
          <p:nvPr/>
        </p:nvSpPr>
        <p:spPr>
          <a:xfrm>
            <a:off x="8647087" y="4753926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9" name="Text 149"/>
          <p:cNvSpPr txBox="1"/>
          <p:nvPr/>
        </p:nvSpPr>
        <p:spPr>
          <a:xfrm>
            <a:off x="6329020" y="5681565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201" name="Text 151"/>
          <p:cNvSpPr txBox="1"/>
          <p:nvPr/>
        </p:nvSpPr>
        <p:spPr>
          <a:xfrm>
            <a:off x="7792060" y="5725738"/>
            <a:ext cx="28634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02" name="Shape 152"/>
          <p:cNvSpPr/>
          <p:nvPr/>
        </p:nvSpPr>
        <p:spPr>
          <a:xfrm>
            <a:off x="7792060" y="5725738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03" name="Text 153"/>
          <p:cNvSpPr txBox="1"/>
          <p:nvPr/>
        </p:nvSpPr>
        <p:spPr>
          <a:xfrm>
            <a:off x="7792060" y="5725738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04" name="Text 154"/>
          <p:cNvSpPr txBox="1"/>
          <p:nvPr/>
        </p:nvSpPr>
        <p:spPr>
          <a:xfrm>
            <a:off x="8074399" y="5681565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05" name="Text 149"/>
          <p:cNvSpPr txBox="1"/>
          <p:nvPr/>
        </p:nvSpPr>
        <p:spPr>
          <a:xfrm>
            <a:off x="6329020" y="5990778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900" dirty="0"/>
          </a:p>
        </p:txBody>
      </p:sp>
      <p:sp>
        <p:nvSpPr>
          <p:cNvPr id="206" name="Shape 150"/>
          <p:cNvSpPr/>
          <p:nvPr/>
        </p:nvSpPr>
        <p:spPr>
          <a:xfrm>
            <a:off x="7792060" y="6034951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07" name="Text 151"/>
          <p:cNvSpPr txBox="1"/>
          <p:nvPr/>
        </p:nvSpPr>
        <p:spPr>
          <a:xfrm>
            <a:off x="7792060" y="6034951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0" name="Text 154"/>
          <p:cNvSpPr txBox="1"/>
          <p:nvPr/>
        </p:nvSpPr>
        <p:spPr>
          <a:xfrm>
            <a:off x="8074399" y="5990778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1" name="Shape 168"/>
          <p:cNvSpPr/>
          <p:nvPr/>
        </p:nvSpPr>
        <p:spPr>
          <a:xfrm>
            <a:off x="7792060" y="5416525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12" name="Text 169"/>
          <p:cNvSpPr txBox="1"/>
          <p:nvPr/>
        </p:nvSpPr>
        <p:spPr>
          <a:xfrm>
            <a:off x="7792060" y="5416525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 Hotspot untuk Pengendalian dan Penanganan Karhutla 2026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Terbanyak di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806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Total: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4.113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10.826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terbakar,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6.148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belum padam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 2026, 15.00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9001" name="Peta 9001"/>
          <p:cNvSpPr/>
          <p:nvPr/>
        </p:nvSpPr>
        <p:spPr>
          <a:xfrm>
            <a:off x="64008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2" name="Ikon Hotspot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04672" y="1549908"/>
            <a:ext cx="274320" cy="274320"/>
          </a:xfrm>
          <a:prstGeom prst="rect">
            <a:avLst/>
          </a:prstGeom>
        </p:spPr>
      </p:pic>
      <p:sp>
        <p:nvSpPr>
          <p:cNvPr id="9003" name="Peta 9003"/>
          <p:cNvSpPr/>
          <p:nvPr/>
        </p:nvSpPr>
        <p:spPr>
          <a:xfrm>
            <a:off x="1207008" y="1435608"/>
            <a:ext cx="19644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spc="100" dirty="0">
                <a:solidFill>
                  <a:srgbClr val="AFC3DA"/>
                </a:solidFill>
                <a:latin typeface="Roboto"/>
                <a:ea typeface="Roboto"/>
                <a:cs typeface="Roboto"/>
              </a:rPr>
              <a:t>HOTSPOT</a:t>
            </a:r>
          </a:p>
        </p:txBody>
      </p:sp>
      <p:sp>
        <p:nvSpPr>
          <p:cNvPr id="9004" name="Peta 9004"/>
          <p:cNvSpPr/>
          <p:nvPr/>
        </p:nvSpPr>
        <p:spPr>
          <a:xfrm>
            <a:off x="1207008" y="1435608"/>
            <a:ext cx="1927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4.113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5" name="Peta 9005"/>
          <p:cNvSpPr/>
          <p:nvPr/>
        </p:nvSpPr>
        <p:spPr>
          <a:xfrm>
            <a:off x="339090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8C2A1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6" name="Ikon Firespot"/>
          <p:cNvPicPr>
            <a:picLocks noChangeAspect="1"/>
          </p:cNvPicPr>
          <p:nvPr/>
        </p:nvPicPr>
        <p:blipFill>
          <a:blip r:embed="rIdIk4"/>
          <a:stretch>
            <a:fillRect/>
          </a:stretch>
        </p:blipFill>
        <p:spPr>
          <a:xfrm>
            <a:off x="3555492" y="1549908"/>
            <a:ext cx="274320" cy="274320"/>
          </a:xfrm>
          <a:prstGeom prst="rect">
            <a:avLst/>
          </a:prstGeom>
        </p:spPr>
      </p:pic>
      <p:sp>
        <p:nvSpPr>
          <p:cNvPr id="9007" name="Peta 9007"/>
          <p:cNvSpPr/>
          <p:nvPr/>
        </p:nvSpPr>
        <p:spPr>
          <a:xfrm>
            <a:off x="3957828" y="1435608"/>
            <a:ext cx="19644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spc="100" dirty="0">
                <a:solidFill>
                  <a:srgbClr val="F5C6BA"/>
                </a:solidFill>
                <a:latin typeface="Roboto"/>
                <a:ea typeface="Roboto"/>
                <a:cs typeface="Roboto"/>
              </a:rPr>
              <a:t>FIRESPOT</a:t>
            </a:r>
          </a:p>
        </p:txBody>
      </p:sp>
      <p:sp>
        <p:nvSpPr>
          <p:cNvPr id="9008" name="Peta 9008"/>
          <p:cNvSpPr/>
          <p:nvPr/>
        </p:nvSpPr>
        <p:spPr>
          <a:xfrm>
            <a:off x="3957828" y="1435608"/>
            <a:ext cx="1927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2.549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9" name="Peta 9009"/>
          <p:cNvSpPr/>
          <p:nvPr/>
        </p:nvSpPr>
        <p:spPr>
          <a:xfrm>
            <a:off x="614172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0" name="Ikon Luas Terbakar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6306312" y="1549908"/>
            <a:ext cx="274320" cy="274320"/>
          </a:xfrm>
          <a:prstGeom prst="rect">
            <a:avLst/>
          </a:prstGeom>
        </p:spPr>
      </p:pic>
      <p:sp>
        <p:nvSpPr>
          <p:cNvPr id="9011" name="Peta 9011"/>
          <p:cNvSpPr/>
          <p:nvPr/>
        </p:nvSpPr>
        <p:spPr>
          <a:xfrm>
            <a:off x="6708648" y="1435608"/>
            <a:ext cx="19644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spc="100" dirty="0">
                <a:solidFill>
                  <a:srgbClr val="D3DFEA"/>
                </a:solidFill>
                <a:latin typeface="Roboto"/>
                <a:ea typeface="Roboto"/>
                <a:cs typeface="Roboto"/>
              </a:rPr>
              <a:t>LUAS TERBAKAR</a:t>
            </a:r>
          </a:p>
        </p:txBody>
      </p:sp>
      <p:sp>
        <p:nvSpPr>
          <p:cNvPr id="9012" name="Peta 9012"/>
          <p:cNvSpPr/>
          <p:nvPr/>
        </p:nvSpPr>
        <p:spPr>
          <a:xfrm>
            <a:off x="6708648" y="1435608"/>
            <a:ext cx="1927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10.826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3" name="Peta 9013"/>
          <p:cNvSpPr/>
          <p:nvPr/>
        </p:nvSpPr>
        <p:spPr>
          <a:xfrm>
            <a:off x="889254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4" name="Ikon Belum Padam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9057132" y="1549908"/>
            <a:ext cx="274320" cy="274320"/>
          </a:xfrm>
          <a:prstGeom prst="rect">
            <a:avLst/>
          </a:prstGeom>
        </p:spPr>
      </p:pic>
      <p:sp>
        <p:nvSpPr>
          <p:cNvPr id="9015" name="Peta 9015"/>
          <p:cNvSpPr/>
          <p:nvPr/>
        </p:nvSpPr>
        <p:spPr>
          <a:xfrm>
            <a:off x="9459468" y="1435608"/>
            <a:ext cx="196443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spc="100" dirty="0">
                <a:solidFill>
                  <a:srgbClr val="FFDCC2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16" name="Peta 9016"/>
          <p:cNvSpPr/>
          <p:nvPr/>
        </p:nvSpPr>
        <p:spPr>
          <a:xfrm>
            <a:off x="9459468" y="1435608"/>
            <a:ext cx="19278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6.148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7" name="Peta 9017"/>
          <p:cNvSpPr/>
          <p:nvPr/>
        </p:nvSpPr>
        <p:spPr>
          <a:xfrm>
            <a:off x="6855920" y="2029968"/>
            <a:ext cx="1006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spc="1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PROVINSI</a:t>
            </a:r>
          </a:p>
        </p:txBody>
      </p:sp>
      <p:sp>
        <p:nvSpPr>
          <p:cNvPr id="9018" name="Peta 9018"/>
          <p:cNvSpPr/>
          <p:nvPr/>
        </p:nvSpPr>
        <p:spPr>
          <a:xfrm>
            <a:off x="788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9" name="Ikon HOTSPOT*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7944216" y="2139696"/>
            <a:ext cx="118872" cy="118872"/>
          </a:xfrm>
          <a:prstGeom prst="rect">
            <a:avLst/>
          </a:prstGeom>
        </p:spPr>
      </p:pic>
      <p:sp>
        <p:nvSpPr>
          <p:cNvPr id="9020" name="Peta 9020"/>
          <p:cNvSpPr/>
          <p:nvPr/>
        </p:nvSpPr>
        <p:spPr>
          <a:xfrm>
            <a:off x="8090520" y="2029968"/>
            <a:ext cx="64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HOTSPOT*</a:t>
            </a:r>
            <a:r>
              <a:rPr lang="id-ID" sz="56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1" name="Peta 9021"/>
          <p:cNvSpPr/>
          <p:nvPr/>
        </p:nvSpPr>
        <p:spPr>
          <a:xfrm>
            <a:off x="876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8C2A1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2" name="Ikon FIRESPOT"/>
          <p:cNvPicPr>
            <a:picLocks noChangeAspect="1"/>
          </p:cNvPicPr>
          <p:nvPr/>
        </p:nvPicPr>
        <p:blipFill>
          <a:blip r:embed="rIdIk4"/>
          <a:stretch>
            <a:fillRect/>
          </a:stretch>
        </p:blipFill>
        <p:spPr>
          <a:xfrm>
            <a:off x="8824216" y="2139696"/>
            <a:ext cx="118872" cy="118872"/>
          </a:xfrm>
          <a:prstGeom prst="rect">
            <a:avLst/>
          </a:prstGeom>
        </p:spPr>
      </p:pic>
      <p:sp>
        <p:nvSpPr>
          <p:cNvPr id="9023" name="Peta 9023"/>
          <p:cNvSpPr/>
          <p:nvPr/>
        </p:nvSpPr>
        <p:spPr>
          <a:xfrm>
            <a:off x="8970520" y="2029968"/>
            <a:ext cx="64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FIRESPOT</a:t>
            </a:r>
            <a:r>
              <a:rPr lang="id-ID" sz="560" dirty="0">
                <a:solidFill>
                  <a:srgbClr val="F5C6BA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4" name="Peta 9024"/>
          <p:cNvSpPr/>
          <p:nvPr/>
        </p:nvSpPr>
        <p:spPr>
          <a:xfrm>
            <a:off x="9649352" y="2029968"/>
            <a:ext cx="982568" cy="338328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5" name="Ikon LUAS TERBAKAR*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9704216" y="2139696"/>
            <a:ext cx="118872" cy="118872"/>
          </a:xfrm>
          <a:prstGeom prst="rect">
            <a:avLst/>
          </a:prstGeom>
        </p:spPr>
      </p:pic>
      <p:sp>
        <p:nvSpPr>
          <p:cNvPr id="9026" name="Peta 9026"/>
          <p:cNvSpPr/>
          <p:nvPr/>
        </p:nvSpPr>
        <p:spPr>
          <a:xfrm>
            <a:off x="9850520" y="2029968"/>
            <a:ext cx="77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TERBAKAR*</a:t>
            </a:r>
            <a:r>
              <a:rPr lang="id-ID" sz="56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7" name="Peta 9027"/>
          <p:cNvSpPr/>
          <p:nvPr/>
        </p:nvSpPr>
        <p:spPr>
          <a:xfrm>
            <a:off x="10659352" y="2029968"/>
            <a:ext cx="892568" cy="338328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8" name="Ikon BELUM PADAM*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10714216" y="2139696"/>
            <a:ext cx="118872" cy="118872"/>
          </a:xfrm>
          <a:prstGeom prst="rect">
            <a:avLst/>
          </a:prstGeom>
        </p:spPr>
      </p:pic>
      <p:sp>
        <p:nvSpPr>
          <p:cNvPr id="9029" name="Peta 9029"/>
          <p:cNvSpPr/>
          <p:nvPr/>
        </p:nvSpPr>
        <p:spPr>
          <a:xfrm>
            <a:off x="10860520" y="2029968"/>
            <a:ext cx="68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  <a:r>
              <a:rPr lang="id-ID" sz="560" dirty="0">
                <a:solidFill>
                  <a:srgbClr val="FFE6D5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30" name="Peta 9030"/>
          <p:cNvSpPr/>
          <p:nvPr/>
        </p:nvSpPr>
        <p:spPr>
          <a:xfrm>
            <a:off x="6627320" y="248351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31" name="Peta 9031"/>
          <p:cNvSpPr/>
          <p:nvPr/>
        </p:nvSpPr>
        <p:spPr>
          <a:xfrm>
            <a:off x="6901640" y="2414016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</a:p>
        </p:txBody>
      </p:sp>
      <p:sp>
        <p:nvSpPr>
          <p:cNvPr id="9032" name="Peta 9032"/>
          <p:cNvSpPr/>
          <p:nvPr/>
        </p:nvSpPr>
        <p:spPr>
          <a:xfrm>
            <a:off x="7861920" y="241401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806</a:t>
            </a:r>
          </a:p>
        </p:txBody>
      </p:sp>
      <p:sp>
        <p:nvSpPr>
          <p:cNvPr id="9033" name="Peta 9033"/>
          <p:cNvSpPr/>
          <p:nvPr/>
        </p:nvSpPr>
        <p:spPr>
          <a:xfrm>
            <a:off x="843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▼90%</a:t>
            </a:r>
          </a:p>
        </p:txBody>
      </p:sp>
      <p:sp>
        <p:nvSpPr>
          <p:cNvPr id="9034" name="Peta 9034"/>
          <p:cNvSpPr/>
          <p:nvPr/>
        </p:nvSpPr>
        <p:spPr>
          <a:xfrm>
            <a:off x="8741920" y="241401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763</a:t>
            </a:r>
          </a:p>
        </p:txBody>
      </p:sp>
      <p:sp>
        <p:nvSpPr>
          <p:cNvPr id="9035" name="Peta 9035"/>
          <p:cNvSpPr/>
          <p:nvPr/>
        </p:nvSpPr>
        <p:spPr>
          <a:xfrm>
            <a:off x="931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▼90%</a:t>
            </a:r>
          </a:p>
        </p:txBody>
      </p:sp>
      <p:sp>
        <p:nvSpPr>
          <p:cNvPr id="9036" name="Peta 9036"/>
          <p:cNvSpPr/>
          <p:nvPr/>
        </p:nvSpPr>
        <p:spPr>
          <a:xfrm>
            <a:off x="9621920" y="2414016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3.195</a:t>
            </a:r>
          </a:p>
        </p:txBody>
      </p:sp>
      <p:sp>
        <p:nvSpPr>
          <p:cNvPr id="9037" name="Peta 9037"/>
          <p:cNvSpPr/>
          <p:nvPr/>
        </p:nvSpPr>
        <p:spPr>
          <a:xfrm>
            <a:off x="1032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▼77%</a:t>
            </a:r>
          </a:p>
        </p:txBody>
      </p:sp>
      <p:sp>
        <p:nvSpPr>
          <p:cNvPr id="9038" name="Peta 9038"/>
          <p:cNvSpPr/>
          <p:nvPr/>
        </p:nvSpPr>
        <p:spPr>
          <a:xfrm>
            <a:off x="10631920" y="2414016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2.722</a:t>
            </a:r>
          </a:p>
        </p:txBody>
      </p:sp>
      <p:sp>
        <p:nvSpPr>
          <p:cNvPr id="9039" name="Peta 9039"/>
          <p:cNvSpPr/>
          <p:nvPr/>
        </p:nvSpPr>
        <p:spPr>
          <a:xfrm>
            <a:off x="1124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▼77%</a:t>
            </a:r>
          </a:p>
        </p:txBody>
      </p:sp>
      <p:sp>
        <p:nvSpPr>
          <p:cNvPr id="9040" name="Peta 9040"/>
          <p:cNvSpPr/>
          <p:nvPr/>
        </p:nvSpPr>
        <p:spPr>
          <a:xfrm>
            <a:off x="6599888" y="2745028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41" name="Peta 9041"/>
          <p:cNvSpPr/>
          <p:nvPr/>
        </p:nvSpPr>
        <p:spPr>
          <a:xfrm>
            <a:off x="6627320" y="281452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42" name="Peta 9042"/>
          <p:cNvSpPr/>
          <p:nvPr/>
        </p:nvSpPr>
        <p:spPr>
          <a:xfrm>
            <a:off x="6901640" y="2745028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</a:p>
        </p:txBody>
      </p:sp>
      <p:sp>
        <p:nvSpPr>
          <p:cNvPr id="9043" name="Peta 9043"/>
          <p:cNvSpPr/>
          <p:nvPr/>
        </p:nvSpPr>
        <p:spPr>
          <a:xfrm>
            <a:off x="7861920" y="274502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677</a:t>
            </a:r>
          </a:p>
        </p:txBody>
      </p:sp>
      <p:sp>
        <p:nvSpPr>
          <p:cNvPr id="9044" name="Peta 9044"/>
          <p:cNvSpPr/>
          <p:nvPr/>
        </p:nvSpPr>
        <p:spPr>
          <a:xfrm>
            <a:off x="843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▼23%</a:t>
            </a:r>
          </a:p>
        </p:txBody>
      </p:sp>
      <p:sp>
        <p:nvSpPr>
          <p:cNvPr id="9045" name="Peta 9045"/>
          <p:cNvSpPr/>
          <p:nvPr/>
        </p:nvSpPr>
        <p:spPr>
          <a:xfrm>
            <a:off x="8741920" y="274502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281</a:t>
            </a:r>
          </a:p>
        </p:txBody>
      </p:sp>
      <p:sp>
        <p:nvSpPr>
          <p:cNvPr id="9046" name="Peta 9046"/>
          <p:cNvSpPr/>
          <p:nvPr/>
        </p:nvSpPr>
        <p:spPr>
          <a:xfrm>
            <a:off x="931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▼51%</a:t>
            </a:r>
          </a:p>
        </p:txBody>
      </p:sp>
      <p:sp>
        <p:nvSpPr>
          <p:cNvPr id="9047" name="Peta 9047"/>
          <p:cNvSpPr/>
          <p:nvPr/>
        </p:nvSpPr>
        <p:spPr>
          <a:xfrm>
            <a:off x="9621920" y="2745028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1.487</a:t>
            </a:r>
          </a:p>
        </p:txBody>
      </p:sp>
      <p:sp>
        <p:nvSpPr>
          <p:cNvPr id="9048" name="Peta 9048"/>
          <p:cNvSpPr/>
          <p:nvPr/>
        </p:nvSpPr>
        <p:spPr>
          <a:xfrm>
            <a:off x="1032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▲25%</a:t>
            </a:r>
          </a:p>
        </p:txBody>
      </p:sp>
      <p:sp>
        <p:nvSpPr>
          <p:cNvPr id="9049" name="Peta 9049"/>
          <p:cNvSpPr/>
          <p:nvPr/>
        </p:nvSpPr>
        <p:spPr>
          <a:xfrm>
            <a:off x="10631920" y="2745028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434</a:t>
            </a:r>
          </a:p>
        </p:txBody>
      </p:sp>
      <p:sp>
        <p:nvSpPr>
          <p:cNvPr id="9050" name="Peta 9050"/>
          <p:cNvSpPr/>
          <p:nvPr/>
        </p:nvSpPr>
        <p:spPr>
          <a:xfrm>
            <a:off x="1124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▼27%</a:t>
            </a:r>
          </a:p>
        </p:txBody>
      </p:sp>
      <p:sp>
        <p:nvSpPr>
          <p:cNvPr id="9051" name="Peta 9051"/>
          <p:cNvSpPr/>
          <p:nvPr/>
        </p:nvSpPr>
        <p:spPr>
          <a:xfrm>
            <a:off x="6599888" y="3076040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2" name="Peta 9052"/>
          <p:cNvSpPr/>
          <p:nvPr/>
        </p:nvSpPr>
        <p:spPr>
          <a:xfrm>
            <a:off x="6627320" y="314553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53" name="Peta 9053"/>
          <p:cNvSpPr/>
          <p:nvPr/>
        </p:nvSpPr>
        <p:spPr>
          <a:xfrm>
            <a:off x="6901640" y="3076040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</a:p>
        </p:txBody>
      </p:sp>
      <p:sp>
        <p:nvSpPr>
          <p:cNvPr id="9054" name="Peta 9054"/>
          <p:cNvSpPr/>
          <p:nvPr/>
        </p:nvSpPr>
        <p:spPr>
          <a:xfrm>
            <a:off x="7861920" y="307604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336</a:t>
            </a:r>
          </a:p>
        </p:txBody>
      </p:sp>
      <p:sp>
        <p:nvSpPr>
          <p:cNvPr id="9055" name="Peta 9055"/>
          <p:cNvSpPr/>
          <p:nvPr/>
        </p:nvSpPr>
        <p:spPr>
          <a:xfrm>
            <a:off x="843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▼77%</a:t>
            </a:r>
          </a:p>
        </p:txBody>
      </p:sp>
      <p:sp>
        <p:nvSpPr>
          <p:cNvPr id="9056" name="Peta 9056"/>
          <p:cNvSpPr/>
          <p:nvPr/>
        </p:nvSpPr>
        <p:spPr>
          <a:xfrm>
            <a:off x="8741920" y="307604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332</a:t>
            </a:r>
          </a:p>
        </p:txBody>
      </p:sp>
      <p:sp>
        <p:nvSpPr>
          <p:cNvPr id="9057" name="Peta 9057"/>
          <p:cNvSpPr/>
          <p:nvPr/>
        </p:nvSpPr>
        <p:spPr>
          <a:xfrm>
            <a:off x="931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▼70%</a:t>
            </a:r>
          </a:p>
        </p:txBody>
      </p:sp>
      <p:sp>
        <p:nvSpPr>
          <p:cNvPr id="9058" name="Peta 9058"/>
          <p:cNvSpPr/>
          <p:nvPr/>
        </p:nvSpPr>
        <p:spPr>
          <a:xfrm>
            <a:off x="9621920" y="3076040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1.251</a:t>
            </a:r>
          </a:p>
        </p:txBody>
      </p:sp>
      <p:sp>
        <p:nvSpPr>
          <p:cNvPr id="9059" name="Peta 9059"/>
          <p:cNvSpPr/>
          <p:nvPr/>
        </p:nvSpPr>
        <p:spPr>
          <a:xfrm>
            <a:off x="1032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▼64%</a:t>
            </a:r>
          </a:p>
        </p:txBody>
      </p:sp>
      <p:sp>
        <p:nvSpPr>
          <p:cNvPr id="9060" name="Peta 9060"/>
          <p:cNvSpPr/>
          <p:nvPr/>
        </p:nvSpPr>
        <p:spPr>
          <a:xfrm>
            <a:off x="10631920" y="3076040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982</a:t>
            </a:r>
          </a:p>
        </p:txBody>
      </p:sp>
      <p:sp>
        <p:nvSpPr>
          <p:cNvPr id="9061" name="Peta 9061"/>
          <p:cNvSpPr/>
          <p:nvPr/>
        </p:nvSpPr>
        <p:spPr>
          <a:xfrm>
            <a:off x="1124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▼60%</a:t>
            </a:r>
          </a:p>
        </p:txBody>
      </p:sp>
      <p:sp>
        <p:nvSpPr>
          <p:cNvPr id="9062" name="Peta 9062"/>
          <p:cNvSpPr/>
          <p:nvPr/>
        </p:nvSpPr>
        <p:spPr>
          <a:xfrm>
            <a:off x="6599888" y="3407052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63" name="Peta 9063"/>
          <p:cNvSpPr/>
          <p:nvPr/>
        </p:nvSpPr>
        <p:spPr>
          <a:xfrm>
            <a:off x="6627320" y="347654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064" name="Peta 9064"/>
          <p:cNvSpPr/>
          <p:nvPr/>
        </p:nvSpPr>
        <p:spPr>
          <a:xfrm>
            <a:off x="6901640" y="3407052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Barat</a:t>
            </a:r>
          </a:p>
        </p:txBody>
      </p:sp>
      <p:sp>
        <p:nvSpPr>
          <p:cNvPr id="9065" name="Peta 9065"/>
          <p:cNvSpPr/>
          <p:nvPr/>
        </p:nvSpPr>
        <p:spPr>
          <a:xfrm>
            <a:off x="7861920" y="340705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314</a:t>
            </a:r>
          </a:p>
        </p:txBody>
      </p:sp>
      <p:sp>
        <p:nvSpPr>
          <p:cNvPr id="9066" name="Peta 9066"/>
          <p:cNvSpPr/>
          <p:nvPr/>
        </p:nvSpPr>
        <p:spPr>
          <a:xfrm>
            <a:off x="843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▼72%</a:t>
            </a:r>
          </a:p>
        </p:txBody>
      </p:sp>
      <p:sp>
        <p:nvSpPr>
          <p:cNvPr id="9067" name="Peta 9067"/>
          <p:cNvSpPr/>
          <p:nvPr/>
        </p:nvSpPr>
        <p:spPr>
          <a:xfrm>
            <a:off x="8741920" y="340705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278</a:t>
            </a:r>
          </a:p>
        </p:txBody>
      </p:sp>
      <p:sp>
        <p:nvSpPr>
          <p:cNvPr id="9068" name="Peta 9068"/>
          <p:cNvSpPr/>
          <p:nvPr/>
        </p:nvSpPr>
        <p:spPr>
          <a:xfrm>
            <a:off x="931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▼71%</a:t>
            </a:r>
          </a:p>
        </p:txBody>
      </p:sp>
      <p:sp>
        <p:nvSpPr>
          <p:cNvPr id="9069" name="Peta 9069"/>
          <p:cNvSpPr/>
          <p:nvPr/>
        </p:nvSpPr>
        <p:spPr>
          <a:xfrm>
            <a:off x="9621920" y="3407052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1.217</a:t>
            </a:r>
          </a:p>
        </p:txBody>
      </p:sp>
      <p:sp>
        <p:nvSpPr>
          <p:cNvPr id="9070" name="Peta 9070"/>
          <p:cNvSpPr/>
          <p:nvPr/>
        </p:nvSpPr>
        <p:spPr>
          <a:xfrm>
            <a:off x="1032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▼51%</a:t>
            </a:r>
          </a:p>
        </p:txBody>
      </p:sp>
      <p:sp>
        <p:nvSpPr>
          <p:cNvPr id="9071" name="Peta 9071"/>
          <p:cNvSpPr/>
          <p:nvPr/>
        </p:nvSpPr>
        <p:spPr>
          <a:xfrm>
            <a:off x="10631920" y="3407052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980</a:t>
            </a:r>
          </a:p>
        </p:txBody>
      </p:sp>
      <p:sp>
        <p:nvSpPr>
          <p:cNvPr id="9072" name="Peta 9072"/>
          <p:cNvSpPr/>
          <p:nvPr/>
        </p:nvSpPr>
        <p:spPr>
          <a:xfrm>
            <a:off x="1124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▼37%</a:t>
            </a:r>
          </a:p>
        </p:txBody>
      </p:sp>
      <p:sp>
        <p:nvSpPr>
          <p:cNvPr id="9073" name="Peta 9073"/>
          <p:cNvSpPr/>
          <p:nvPr/>
        </p:nvSpPr>
        <p:spPr>
          <a:xfrm>
            <a:off x="6599888" y="3738064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4" name="Peta 9074"/>
          <p:cNvSpPr/>
          <p:nvPr/>
        </p:nvSpPr>
        <p:spPr>
          <a:xfrm>
            <a:off x="6627320" y="380755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075" name="Peta 9075"/>
          <p:cNvSpPr/>
          <p:nvPr/>
        </p:nvSpPr>
        <p:spPr>
          <a:xfrm>
            <a:off x="6901640" y="3738064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</a:p>
        </p:txBody>
      </p:sp>
      <p:sp>
        <p:nvSpPr>
          <p:cNvPr id="9076" name="Peta 9076"/>
          <p:cNvSpPr/>
          <p:nvPr/>
        </p:nvSpPr>
        <p:spPr>
          <a:xfrm>
            <a:off x="7861920" y="373806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259</a:t>
            </a:r>
          </a:p>
        </p:txBody>
      </p:sp>
      <p:sp>
        <p:nvSpPr>
          <p:cNvPr id="9077" name="Peta 9077"/>
          <p:cNvSpPr/>
          <p:nvPr/>
        </p:nvSpPr>
        <p:spPr>
          <a:xfrm>
            <a:off x="843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▲135%</a:t>
            </a:r>
          </a:p>
        </p:txBody>
      </p:sp>
      <p:sp>
        <p:nvSpPr>
          <p:cNvPr id="9078" name="Peta 9078"/>
          <p:cNvSpPr/>
          <p:nvPr/>
        </p:nvSpPr>
        <p:spPr>
          <a:xfrm>
            <a:off x="8741920" y="373806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96</a:t>
            </a:r>
          </a:p>
        </p:txBody>
      </p:sp>
      <p:sp>
        <p:nvSpPr>
          <p:cNvPr id="9079" name="Peta 9079"/>
          <p:cNvSpPr/>
          <p:nvPr/>
        </p:nvSpPr>
        <p:spPr>
          <a:xfrm>
            <a:off x="931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▲33%</a:t>
            </a:r>
          </a:p>
        </p:txBody>
      </p:sp>
      <p:sp>
        <p:nvSpPr>
          <p:cNvPr id="9080" name="Peta 9080"/>
          <p:cNvSpPr/>
          <p:nvPr/>
        </p:nvSpPr>
        <p:spPr>
          <a:xfrm>
            <a:off x="9621920" y="3738064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287</a:t>
            </a:r>
          </a:p>
        </p:txBody>
      </p:sp>
      <p:sp>
        <p:nvSpPr>
          <p:cNvPr id="9081" name="Peta 9081"/>
          <p:cNvSpPr/>
          <p:nvPr/>
        </p:nvSpPr>
        <p:spPr>
          <a:xfrm>
            <a:off x="1032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▲42%</a:t>
            </a:r>
          </a:p>
        </p:txBody>
      </p:sp>
      <p:sp>
        <p:nvSpPr>
          <p:cNvPr id="9082" name="Peta 9082"/>
          <p:cNvSpPr/>
          <p:nvPr/>
        </p:nvSpPr>
        <p:spPr>
          <a:xfrm>
            <a:off x="10631920" y="3738064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55</a:t>
            </a:r>
          </a:p>
        </p:txBody>
      </p:sp>
      <p:sp>
        <p:nvSpPr>
          <p:cNvPr id="9083" name="Peta 9083"/>
          <p:cNvSpPr/>
          <p:nvPr/>
        </p:nvSpPr>
        <p:spPr>
          <a:xfrm>
            <a:off x="1124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▼39%</a:t>
            </a:r>
          </a:p>
        </p:txBody>
      </p:sp>
      <p:sp>
        <p:nvSpPr>
          <p:cNvPr id="9084" name="Peta 9084"/>
          <p:cNvSpPr/>
          <p:nvPr/>
        </p:nvSpPr>
        <p:spPr>
          <a:xfrm>
            <a:off x="6599888" y="4069076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85" name="Peta 9085"/>
          <p:cNvSpPr/>
          <p:nvPr/>
        </p:nvSpPr>
        <p:spPr>
          <a:xfrm>
            <a:off x="6627320" y="413857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086" name="Peta 9086"/>
          <p:cNvSpPr/>
          <p:nvPr/>
        </p:nvSpPr>
        <p:spPr>
          <a:xfrm>
            <a:off x="6901640" y="4069076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</a:p>
        </p:txBody>
      </p:sp>
      <p:sp>
        <p:nvSpPr>
          <p:cNvPr id="9087" name="Peta 9087"/>
          <p:cNvSpPr/>
          <p:nvPr/>
        </p:nvSpPr>
        <p:spPr>
          <a:xfrm>
            <a:off x="7861920" y="406907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230</a:t>
            </a:r>
          </a:p>
        </p:txBody>
      </p:sp>
      <p:sp>
        <p:nvSpPr>
          <p:cNvPr id="9088" name="Peta 9088"/>
          <p:cNvSpPr/>
          <p:nvPr/>
        </p:nvSpPr>
        <p:spPr>
          <a:xfrm>
            <a:off x="843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▲17%</a:t>
            </a:r>
          </a:p>
        </p:txBody>
      </p:sp>
      <p:sp>
        <p:nvSpPr>
          <p:cNvPr id="9089" name="Peta 9089"/>
          <p:cNvSpPr/>
          <p:nvPr/>
        </p:nvSpPr>
        <p:spPr>
          <a:xfrm>
            <a:off x="8741920" y="406907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65</a:t>
            </a:r>
          </a:p>
        </p:txBody>
      </p:sp>
      <p:sp>
        <p:nvSpPr>
          <p:cNvPr id="9090" name="Peta 9090"/>
          <p:cNvSpPr/>
          <p:nvPr/>
        </p:nvSpPr>
        <p:spPr>
          <a:xfrm>
            <a:off x="931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▲51%</a:t>
            </a:r>
          </a:p>
        </p:txBody>
      </p:sp>
      <p:sp>
        <p:nvSpPr>
          <p:cNvPr id="9091" name="Peta 9091"/>
          <p:cNvSpPr/>
          <p:nvPr/>
        </p:nvSpPr>
        <p:spPr>
          <a:xfrm>
            <a:off x="9621920" y="4069076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695</a:t>
            </a:r>
          </a:p>
        </p:txBody>
      </p:sp>
      <p:sp>
        <p:nvSpPr>
          <p:cNvPr id="9092" name="Peta 9092"/>
          <p:cNvSpPr/>
          <p:nvPr/>
        </p:nvSpPr>
        <p:spPr>
          <a:xfrm>
            <a:off x="1032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▲16%</a:t>
            </a:r>
          </a:p>
        </p:txBody>
      </p:sp>
      <p:sp>
        <p:nvSpPr>
          <p:cNvPr id="9093" name="Peta 9093"/>
          <p:cNvSpPr/>
          <p:nvPr/>
        </p:nvSpPr>
        <p:spPr>
          <a:xfrm>
            <a:off x="10631920" y="4069076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83</a:t>
            </a:r>
          </a:p>
        </p:txBody>
      </p:sp>
      <p:sp>
        <p:nvSpPr>
          <p:cNvPr id="9094" name="Peta 9094"/>
          <p:cNvSpPr/>
          <p:nvPr/>
        </p:nvSpPr>
        <p:spPr>
          <a:xfrm>
            <a:off x="1124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▲6%</a:t>
            </a:r>
          </a:p>
        </p:txBody>
      </p:sp>
      <p:sp>
        <p:nvSpPr>
          <p:cNvPr id="9095" name="Peta 9095"/>
          <p:cNvSpPr/>
          <p:nvPr/>
        </p:nvSpPr>
        <p:spPr>
          <a:xfrm>
            <a:off x="6599888" y="4400088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96" name="Peta 9096"/>
          <p:cNvSpPr/>
          <p:nvPr/>
        </p:nvSpPr>
        <p:spPr>
          <a:xfrm>
            <a:off x="6627320" y="446958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097" name="Peta 9097"/>
          <p:cNvSpPr/>
          <p:nvPr/>
        </p:nvSpPr>
        <p:spPr>
          <a:xfrm>
            <a:off x="6901640" y="4400088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</a:p>
        </p:txBody>
      </p:sp>
      <p:sp>
        <p:nvSpPr>
          <p:cNvPr id="9098" name="Peta 9098"/>
          <p:cNvSpPr/>
          <p:nvPr/>
        </p:nvSpPr>
        <p:spPr>
          <a:xfrm>
            <a:off x="7861920" y="440008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207</a:t>
            </a:r>
          </a:p>
        </p:txBody>
      </p:sp>
      <p:sp>
        <p:nvSpPr>
          <p:cNvPr id="9099" name="Peta 9099"/>
          <p:cNvSpPr/>
          <p:nvPr/>
        </p:nvSpPr>
        <p:spPr>
          <a:xfrm>
            <a:off x="843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▼19%</a:t>
            </a:r>
          </a:p>
        </p:txBody>
      </p:sp>
      <p:sp>
        <p:nvSpPr>
          <p:cNvPr id="9100" name="Peta 9100"/>
          <p:cNvSpPr/>
          <p:nvPr/>
        </p:nvSpPr>
        <p:spPr>
          <a:xfrm>
            <a:off x="8741920" y="440008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105</a:t>
            </a:r>
          </a:p>
        </p:txBody>
      </p:sp>
      <p:sp>
        <p:nvSpPr>
          <p:cNvPr id="9101" name="Peta 9101"/>
          <p:cNvSpPr/>
          <p:nvPr/>
        </p:nvSpPr>
        <p:spPr>
          <a:xfrm>
            <a:off x="931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▼41%</a:t>
            </a:r>
          </a:p>
        </p:txBody>
      </p:sp>
      <p:sp>
        <p:nvSpPr>
          <p:cNvPr id="9102" name="Peta 9102"/>
          <p:cNvSpPr/>
          <p:nvPr/>
        </p:nvSpPr>
        <p:spPr>
          <a:xfrm>
            <a:off x="9621920" y="4400088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289</a:t>
            </a:r>
          </a:p>
        </p:txBody>
      </p:sp>
      <p:sp>
        <p:nvSpPr>
          <p:cNvPr id="9103" name="Peta 9103"/>
          <p:cNvSpPr/>
          <p:nvPr/>
        </p:nvSpPr>
        <p:spPr>
          <a:xfrm>
            <a:off x="1032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▼25%</a:t>
            </a:r>
          </a:p>
        </p:txBody>
      </p:sp>
      <p:sp>
        <p:nvSpPr>
          <p:cNvPr id="9104" name="Peta 9104"/>
          <p:cNvSpPr/>
          <p:nvPr/>
        </p:nvSpPr>
        <p:spPr>
          <a:xfrm>
            <a:off x="10631920" y="4400088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60</a:t>
            </a:r>
          </a:p>
        </p:txBody>
      </p:sp>
      <p:sp>
        <p:nvSpPr>
          <p:cNvPr id="9105" name="Peta 9105"/>
          <p:cNvSpPr/>
          <p:nvPr/>
        </p:nvSpPr>
        <p:spPr>
          <a:xfrm>
            <a:off x="1124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▼39%</a:t>
            </a:r>
          </a:p>
        </p:txBody>
      </p:sp>
      <p:sp>
        <p:nvSpPr>
          <p:cNvPr id="9106" name="Peta 9106"/>
          <p:cNvSpPr/>
          <p:nvPr/>
        </p:nvSpPr>
        <p:spPr>
          <a:xfrm>
            <a:off x="6599888" y="4731100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7" name="Peta 9107"/>
          <p:cNvSpPr/>
          <p:nvPr/>
        </p:nvSpPr>
        <p:spPr>
          <a:xfrm>
            <a:off x="6627320" y="480059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108" name="Peta 9108"/>
          <p:cNvSpPr/>
          <p:nvPr/>
        </p:nvSpPr>
        <p:spPr>
          <a:xfrm>
            <a:off x="6901640" y="4731100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 Utara</a:t>
            </a:r>
          </a:p>
        </p:txBody>
      </p:sp>
      <p:sp>
        <p:nvSpPr>
          <p:cNvPr id="9109" name="Peta 9109"/>
          <p:cNvSpPr/>
          <p:nvPr/>
        </p:nvSpPr>
        <p:spPr>
          <a:xfrm>
            <a:off x="7861920" y="473110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171</a:t>
            </a:r>
          </a:p>
        </p:txBody>
      </p:sp>
      <p:sp>
        <p:nvSpPr>
          <p:cNvPr id="9110" name="Peta 9110"/>
          <p:cNvSpPr/>
          <p:nvPr/>
        </p:nvSpPr>
        <p:spPr>
          <a:xfrm>
            <a:off x="843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▼1%</a:t>
            </a:r>
          </a:p>
        </p:txBody>
      </p:sp>
      <p:sp>
        <p:nvSpPr>
          <p:cNvPr id="9111" name="Peta 9111"/>
          <p:cNvSpPr/>
          <p:nvPr/>
        </p:nvSpPr>
        <p:spPr>
          <a:xfrm>
            <a:off x="8741920" y="473110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97</a:t>
            </a:r>
          </a:p>
        </p:txBody>
      </p:sp>
      <p:sp>
        <p:nvSpPr>
          <p:cNvPr id="9112" name="Peta 9112"/>
          <p:cNvSpPr/>
          <p:nvPr/>
        </p:nvSpPr>
        <p:spPr>
          <a:xfrm>
            <a:off x="931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▲23%</a:t>
            </a:r>
          </a:p>
        </p:txBody>
      </p:sp>
      <p:sp>
        <p:nvSpPr>
          <p:cNvPr id="9113" name="Peta 9113"/>
          <p:cNvSpPr/>
          <p:nvPr/>
        </p:nvSpPr>
        <p:spPr>
          <a:xfrm>
            <a:off x="9621920" y="4731100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239</a:t>
            </a:r>
          </a:p>
        </p:txBody>
      </p:sp>
      <p:sp>
        <p:nvSpPr>
          <p:cNvPr id="9114" name="Peta 9114"/>
          <p:cNvSpPr/>
          <p:nvPr/>
        </p:nvSpPr>
        <p:spPr>
          <a:xfrm>
            <a:off x="1032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▼10%</a:t>
            </a:r>
          </a:p>
        </p:txBody>
      </p:sp>
      <p:sp>
        <p:nvSpPr>
          <p:cNvPr id="9115" name="Peta 9115"/>
          <p:cNvSpPr/>
          <p:nvPr/>
        </p:nvSpPr>
        <p:spPr>
          <a:xfrm>
            <a:off x="10631920" y="4731100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94</a:t>
            </a:r>
          </a:p>
        </p:txBody>
      </p:sp>
      <p:sp>
        <p:nvSpPr>
          <p:cNvPr id="9116" name="Peta 9116"/>
          <p:cNvSpPr/>
          <p:nvPr/>
        </p:nvSpPr>
        <p:spPr>
          <a:xfrm>
            <a:off x="1124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▼34%</a:t>
            </a:r>
          </a:p>
        </p:txBody>
      </p:sp>
      <p:sp>
        <p:nvSpPr>
          <p:cNvPr id="9117" name="Peta 9117"/>
          <p:cNvSpPr/>
          <p:nvPr/>
        </p:nvSpPr>
        <p:spPr>
          <a:xfrm>
            <a:off x="6599888" y="5062112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8" name="Peta 9118"/>
          <p:cNvSpPr/>
          <p:nvPr/>
        </p:nvSpPr>
        <p:spPr>
          <a:xfrm>
            <a:off x="6627320" y="513160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9119" name="Peta 9119"/>
          <p:cNvSpPr/>
          <p:nvPr/>
        </p:nvSpPr>
        <p:spPr>
          <a:xfrm>
            <a:off x="6901640" y="5062112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</a:p>
        </p:txBody>
      </p:sp>
      <p:sp>
        <p:nvSpPr>
          <p:cNvPr id="9120" name="Peta 9120"/>
          <p:cNvSpPr/>
          <p:nvPr/>
        </p:nvSpPr>
        <p:spPr>
          <a:xfrm>
            <a:off x="7861920" y="506211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169</a:t>
            </a:r>
          </a:p>
        </p:txBody>
      </p:sp>
      <p:sp>
        <p:nvSpPr>
          <p:cNvPr id="9121" name="Peta 9121"/>
          <p:cNvSpPr/>
          <p:nvPr/>
        </p:nvSpPr>
        <p:spPr>
          <a:xfrm>
            <a:off x="843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▲67%</a:t>
            </a:r>
          </a:p>
        </p:txBody>
      </p:sp>
      <p:sp>
        <p:nvSpPr>
          <p:cNvPr id="9122" name="Peta 9122"/>
          <p:cNvSpPr/>
          <p:nvPr/>
        </p:nvSpPr>
        <p:spPr>
          <a:xfrm>
            <a:off x="8741920" y="506211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67</a:t>
            </a:r>
          </a:p>
        </p:txBody>
      </p:sp>
      <p:sp>
        <p:nvSpPr>
          <p:cNvPr id="9123" name="Peta 9123"/>
          <p:cNvSpPr/>
          <p:nvPr/>
        </p:nvSpPr>
        <p:spPr>
          <a:xfrm>
            <a:off x="931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▲2%</a:t>
            </a:r>
          </a:p>
        </p:txBody>
      </p:sp>
      <p:sp>
        <p:nvSpPr>
          <p:cNvPr id="9124" name="Peta 9124"/>
          <p:cNvSpPr/>
          <p:nvPr/>
        </p:nvSpPr>
        <p:spPr>
          <a:xfrm>
            <a:off x="9621920" y="5062112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236</a:t>
            </a:r>
          </a:p>
        </p:txBody>
      </p:sp>
      <p:sp>
        <p:nvSpPr>
          <p:cNvPr id="9125" name="Peta 9125"/>
          <p:cNvSpPr/>
          <p:nvPr/>
        </p:nvSpPr>
        <p:spPr>
          <a:xfrm>
            <a:off x="1032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▲8%</a:t>
            </a:r>
          </a:p>
        </p:txBody>
      </p:sp>
      <p:sp>
        <p:nvSpPr>
          <p:cNvPr id="9126" name="Peta 9126"/>
          <p:cNvSpPr/>
          <p:nvPr/>
        </p:nvSpPr>
        <p:spPr>
          <a:xfrm>
            <a:off x="10631920" y="5062112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110</a:t>
            </a:r>
          </a:p>
        </p:txBody>
      </p:sp>
      <p:sp>
        <p:nvSpPr>
          <p:cNvPr id="9127" name="Peta 9127"/>
          <p:cNvSpPr/>
          <p:nvPr/>
        </p:nvSpPr>
        <p:spPr>
          <a:xfrm>
            <a:off x="1124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▲26%</a:t>
            </a:r>
          </a:p>
        </p:txBody>
      </p:sp>
      <p:sp>
        <p:nvSpPr>
          <p:cNvPr id="9128" name="Peta 9128"/>
          <p:cNvSpPr/>
          <p:nvPr/>
        </p:nvSpPr>
        <p:spPr>
          <a:xfrm>
            <a:off x="6599888" y="5393124"/>
            <a:ext cx="495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9" name="Peta 9129"/>
          <p:cNvSpPr/>
          <p:nvPr/>
        </p:nvSpPr>
        <p:spPr>
          <a:xfrm>
            <a:off x="6627320" y="546261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30" name="Peta 9130"/>
          <p:cNvSpPr/>
          <p:nvPr/>
        </p:nvSpPr>
        <p:spPr>
          <a:xfrm>
            <a:off x="6901640" y="5393124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Barat</a:t>
            </a:r>
          </a:p>
        </p:txBody>
      </p:sp>
      <p:sp>
        <p:nvSpPr>
          <p:cNvPr id="9131" name="Peta 9131"/>
          <p:cNvSpPr/>
          <p:nvPr/>
        </p:nvSpPr>
        <p:spPr>
          <a:xfrm>
            <a:off x="7861920" y="539312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121</a:t>
            </a:r>
          </a:p>
        </p:txBody>
      </p:sp>
      <p:sp>
        <p:nvSpPr>
          <p:cNvPr id="9132" name="Peta 9132"/>
          <p:cNvSpPr/>
          <p:nvPr/>
        </p:nvSpPr>
        <p:spPr>
          <a:xfrm>
            <a:off x="843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▲109%</a:t>
            </a:r>
          </a:p>
        </p:txBody>
      </p:sp>
      <p:sp>
        <p:nvSpPr>
          <p:cNvPr id="9133" name="Peta 9133"/>
          <p:cNvSpPr/>
          <p:nvPr/>
        </p:nvSpPr>
        <p:spPr>
          <a:xfrm>
            <a:off x="8741920" y="539312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35</a:t>
            </a:r>
          </a:p>
        </p:txBody>
      </p:sp>
      <p:sp>
        <p:nvSpPr>
          <p:cNvPr id="9134" name="Peta 9134"/>
          <p:cNvSpPr/>
          <p:nvPr/>
        </p:nvSpPr>
        <p:spPr>
          <a:xfrm>
            <a:off x="931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▲250%</a:t>
            </a:r>
          </a:p>
        </p:txBody>
      </p:sp>
      <p:sp>
        <p:nvSpPr>
          <p:cNvPr id="9135" name="Peta 9135"/>
          <p:cNvSpPr/>
          <p:nvPr/>
        </p:nvSpPr>
        <p:spPr>
          <a:xfrm>
            <a:off x="9621920" y="5393124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193</a:t>
            </a:r>
          </a:p>
        </p:txBody>
      </p:sp>
      <p:sp>
        <p:nvSpPr>
          <p:cNvPr id="9136" name="Peta 9136"/>
          <p:cNvSpPr/>
          <p:nvPr/>
        </p:nvSpPr>
        <p:spPr>
          <a:xfrm>
            <a:off x="1032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▲105%</a:t>
            </a:r>
          </a:p>
        </p:txBody>
      </p:sp>
      <p:sp>
        <p:nvSpPr>
          <p:cNvPr id="9137" name="Peta 9137"/>
          <p:cNvSpPr/>
          <p:nvPr/>
        </p:nvSpPr>
        <p:spPr>
          <a:xfrm>
            <a:off x="10631920" y="5393124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21</a:t>
            </a:r>
          </a:p>
        </p:txBody>
      </p:sp>
      <p:sp>
        <p:nvSpPr>
          <p:cNvPr id="9138" name="Peta 9138"/>
          <p:cNvSpPr/>
          <p:nvPr/>
        </p:nvSpPr>
        <p:spPr>
          <a:xfrm>
            <a:off x="1124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▲91%</a:t>
            </a:r>
          </a:p>
        </p:txBody>
      </p:sp>
      <p:pic>
        <p:nvPicPr>
          <p:cNvPr id="9139" name="Peta hotspot 20 Okt"/>
          <p:cNvPicPr>
            <a:picLocks noChangeAspect="1"/>
          </p:cNvPicPr>
          <p:nvPr/>
        </p:nvPicPr>
        <p:blipFill>
          <a:blip r:embed="rIdPeta"/>
          <a:stretch>
            <a:fillRect/>
          </a:stretch>
        </p:blipFill>
        <p:spPr>
          <a:xfrm>
            <a:off x="640080" y="2717209"/>
            <a:ext cx="5776928" cy="2319693"/>
          </a:xfrm>
          <a:prstGeom prst="rect">
            <a:avLst/>
          </a:prstGeom>
        </p:spPr>
      </p:pic>
      <p:sp>
        <p:nvSpPr>
          <p:cNvPr id="9140" name="Peta 9140"/>
          <p:cNvSpPr/>
          <p:nvPr/>
        </p:nvSpPr>
        <p:spPr>
          <a:xfrm>
            <a:off x="762609" y="5939028"/>
            <a:ext cx="128016" cy="128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1" name="Peta 9141"/>
          <p:cNvSpPr/>
          <p:nvPr/>
        </p:nvSpPr>
        <p:spPr>
          <a:xfrm>
            <a:off x="982065" y="5897880"/>
            <a:ext cx="24631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Ukuran lingkaran sebanding jumlah titik panas</a:t>
            </a:r>
          </a:p>
        </p:txBody>
      </p:sp>
      <p:sp>
        <p:nvSpPr>
          <p:cNvPr id="9142" name="Peta 9142"/>
          <p:cNvSpPr/>
          <p:nvPr/>
        </p:nvSpPr>
        <p:spPr>
          <a:xfrm>
            <a:off x="3445230" y="5939028"/>
            <a:ext cx="128016" cy="128016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3" name="Peta 9143"/>
          <p:cNvSpPr/>
          <p:nvPr/>
        </p:nvSpPr>
        <p:spPr>
          <a:xfrm>
            <a:off x="3664686" y="5897880"/>
            <a:ext cx="10820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Firespot (titik)</a:t>
            </a:r>
          </a:p>
        </p:txBody>
      </p:sp>
      <p:sp>
        <p:nvSpPr>
          <p:cNvPr id="9144" name="Peta 9144"/>
          <p:cNvSpPr/>
          <p:nvPr/>
        </p:nvSpPr>
        <p:spPr>
          <a:xfrm>
            <a:off x="4746726" y="5939028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5" name="Peta 9145"/>
          <p:cNvSpPr/>
          <p:nvPr/>
        </p:nvSpPr>
        <p:spPr>
          <a:xfrm>
            <a:off x="4966182" y="5897880"/>
            <a:ext cx="160591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Provinsi dengan titik panas</a:t>
            </a:r>
          </a:p>
        </p:txBody>
      </p:sp>
      <p:sp>
        <p:nvSpPr>
          <p:cNvPr id="9146" name="Peta 9146"/>
          <p:cNvSpPr/>
          <p:nvPr/>
        </p:nvSpPr>
        <p:spPr>
          <a:xfrm>
            <a:off x="6572097" y="5939028"/>
            <a:ext cx="128016" cy="1280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7" name="Peta 9147"/>
          <p:cNvSpPr/>
          <p:nvPr/>
        </p:nvSpPr>
        <p:spPr>
          <a:xfrm>
            <a:off x="6791553" y="5897880"/>
            <a:ext cx="1129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Tanpa titik panas</a:t>
            </a:r>
          </a:p>
        </p:txBody>
      </p:sp>
      <p:sp>
        <p:nvSpPr>
          <p:cNvPr id="9148" name="Peta 9148"/>
          <p:cNvSpPr/>
          <p:nvPr/>
        </p:nvSpPr>
        <p:spPr>
          <a:xfrm>
            <a:off x="7921218" y="5939028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9" name="Peta 9149"/>
          <p:cNvSpPr/>
          <p:nvPr/>
        </p:nvSpPr>
        <p:spPr>
          <a:xfrm>
            <a:off x="8140674" y="5897880"/>
            <a:ext cx="1510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naik dari hari sebelumnya</a:t>
            </a:r>
          </a:p>
        </p:txBody>
      </p:sp>
      <p:sp>
        <p:nvSpPr>
          <p:cNvPr id="9150" name="Peta 9150"/>
          <p:cNvSpPr/>
          <p:nvPr/>
        </p:nvSpPr>
        <p:spPr>
          <a:xfrm>
            <a:off x="9651339" y="5939028"/>
            <a:ext cx="128016" cy="128016"/>
          </a:xfrm>
          <a:prstGeom prst="rect">
            <a:avLst/>
          </a:prstGeom>
          <a:solidFill>
            <a:srgbClr val="2F86D1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51" name="Peta 9151"/>
          <p:cNvSpPr/>
          <p:nvPr/>
        </p:nvSpPr>
        <p:spPr>
          <a:xfrm>
            <a:off x="9870795" y="5897880"/>
            <a:ext cx="155829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turun dari hari sebelumnya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