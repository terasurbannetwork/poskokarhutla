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NTTlogo" Type="http://schemas.openxmlformats.org/officeDocument/2006/relationships/image" Target="../media/logo-nt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3.432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14.528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20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22.251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 2026, 16.25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37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21857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4709160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020458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331757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4709160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020458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331757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4709160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020458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331757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4709160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020458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331757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4709160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020458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331757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466344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5.417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5372913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9.140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082386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18.516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6974738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14.528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7684211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21.074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393684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41.290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286037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8.322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999551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11.528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704982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22.251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20–26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22 Okt sementara, data s.d. 16.25 WIB.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4709160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020458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331757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673 BERBAHAYA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660" dirty="0"/>
          </a:p>
        </p:txBody>
      </p:sp>
      <p:pic>
        <p:nvPicPr>
          <p:cNvPr id="50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13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14" name="Shape 27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16" name="Text 28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741 BERBAHAYA</a:t>
            </a:r>
            <a:endParaRPr lang="en-US" sz="660" dirty="0"/>
          </a:p>
        </p:txBody>
      </p:sp>
      <p:sp>
        <p:nvSpPr>
          <p:cNvPr id="5017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19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3233928"/>
            <a:ext cx="299037" cy="420624"/>
          </a:xfrm>
          <a:prstGeom prst="rect">
            <a:avLst/>
          </a:prstGeom>
        </p:spPr>
      </p:pic>
      <p:sp>
        <p:nvSpPr>
          <p:cNvPr id="5021" name="Text 97"/>
          <p:cNvSpPr txBox="1"/>
          <p:nvPr/>
        </p:nvSpPr>
        <p:spPr>
          <a:xfrm>
            <a:off x="1225296" y="332536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22" name="Shape 27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24" name="Text 28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419 BERBAHAYA</a:t>
            </a:r>
            <a:endParaRPr lang="en-US" sz="660" dirty="0"/>
          </a:p>
        </p:txBody>
      </p:sp>
      <p:sp>
        <p:nvSpPr>
          <p:cNvPr id="5025" name="Shape 64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27" name="Text 65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3752088"/>
            <a:ext cx="308896" cy="420624"/>
          </a:xfrm>
          <a:prstGeom prst="rect">
            <a:avLst/>
          </a:prstGeom>
        </p:spPr>
      </p:pic>
      <p:sp>
        <p:nvSpPr>
          <p:cNvPr id="5029" name="Text 168"/>
          <p:cNvSpPr txBox="1"/>
          <p:nvPr/>
        </p:nvSpPr>
        <p:spPr>
          <a:xfrm>
            <a:off x="1225296" y="384352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5030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32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141</a:t>
            </a:r>
            <a:endParaRPr lang="en-US" sz="660" dirty="0"/>
          </a:p>
        </p:txBody>
      </p:sp>
      <p:sp>
        <p:nvSpPr>
          <p:cNvPr id="5033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35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6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37" name="Text 81"/>
          <p:cNvSpPr txBox="1"/>
          <p:nvPr/>
        </p:nvSpPr>
        <p:spPr>
          <a:xfrm>
            <a:off x="1225296" y="436168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38" name="Shape 98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40" name="Text 99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204 TIDAK SEHAT</a:t>
            </a:r>
            <a:endParaRPr lang="en-US" sz="660" dirty="0"/>
          </a:p>
        </p:txBody>
      </p:sp>
      <p:sp>
        <p:nvSpPr>
          <p:cNvPr id="5041" name="Shape 29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43" name="Text 30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NTTlogo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46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48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141</a:t>
            </a:r>
            <a:endParaRPr lang="en-US" sz="660" dirty="0"/>
          </a:p>
        </p:txBody>
      </p:sp>
      <p:sp>
        <p:nvSpPr>
          <p:cNvPr id="5049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51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660" dirty="0"/>
          </a:p>
        </p:txBody>
      </p:sp>
      <p:sp>
        <p:nvSpPr>
          <p:cNvPr id="5052" name="Shape 45"/>
          <p:cNvSpPr/>
          <p:nvPr/>
        </p:nvSpPr>
        <p:spPr>
          <a:xfrm>
            <a:off x="4914907" y="2483001"/>
            <a:ext cx="297979" cy="224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4663440" y="230926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2.363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466344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5624380" y="2474572"/>
            <a:ext cx="297979" cy="3088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5372913" y="230083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5372913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▲38%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6333853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082386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12.509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082386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▲285%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226206" y="2478235"/>
            <a:ext cx="297979" cy="272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6974738" y="230449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6.668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6974738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▼31%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7935678" y="2470645"/>
            <a:ext cx="297979" cy="3481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7684211" y="229690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8.527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7684211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8645151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393684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29.118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393684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▲241%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537504" y="2468352"/>
            <a:ext cx="297979" cy="3710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286037" y="22946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5.024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286037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246977" y="2465013"/>
            <a:ext cx="297979" cy="4044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9995510" y="229127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5.477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999551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0956450" y="23865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704982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16.097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704982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▲194%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4914907" y="2979015"/>
            <a:ext cx="297979" cy="446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4663440" y="280527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947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466344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5624380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5372913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2.524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5372913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6333853" y="2924948"/>
            <a:ext cx="297979" cy="9866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082386" y="275121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2.095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082386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226206" y="2951189"/>
            <a:ext cx="297979" cy="724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6974738" y="27774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3.103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6974738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▲168%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7935678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7684211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5.093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7684211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▲64%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8645151" y="2954939"/>
            <a:ext cx="297979" cy="6867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393684" y="278120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2.943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393684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537504" y="2968961"/>
            <a:ext cx="297979" cy="5465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286037" y="27952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1.338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286037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▲110%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246977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9995510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2.910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999551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▲117%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0956450" y="2947493"/>
            <a:ext cx="297979" cy="761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704982" y="277375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1.864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704982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▼36%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4914907" y="3459633"/>
            <a:ext cx="297979" cy="8214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4663440" y="328589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993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466344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5624380" y="3439200"/>
            <a:ext cx="297979" cy="10257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5372913" y="326546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1.240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5372913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6333853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082386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1.437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082386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226206" y="3477636"/>
            <a:ext cx="297979" cy="6414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6974738" y="330390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1.972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6974738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▲36%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7935678" y="3459790"/>
            <a:ext cx="297979" cy="819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7684211" y="328605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2.520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7684211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8645151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393684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3.654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393684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537504" y="3481253"/>
            <a:ext cx="297979" cy="6052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286037" y="330751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767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286037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246977" y="3452984"/>
            <a:ext cx="297979" cy="8879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9995510" y="32792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1.125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999551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0956450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704982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1.506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704982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914907" y="4035249"/>
            <a:ext cx="297979" cy="2468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63440" y="386151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6344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624380" y="3998043"/>
            <a:ext cx="297979" cy="6189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372913" y="382430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529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372913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6333853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082386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1.016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082386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226206" y="4023296"/>
            <a:ext cx="297979" cy="366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974738" y="384956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705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974738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935678" y="3995487"/>
            <a:ext cx="297979" cy="6444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7684211" y="382175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1.239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7684211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▲76%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8645151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393684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2.286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393684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▲85%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537504" y="4009759"/>
            <a:ext cx="297979" cy="5017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286037" y="383602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578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286037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▼53%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246977" y="3981883"/>
            <a:ext cx="297979" cy="7805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9995510" y="380814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900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999551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0956450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704982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1.370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704982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4914907" y="4485817"/>
            <a:ext cx="297979" cy="9227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4663440" y="431208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753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466344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5624380" y="4470131"/>
            <a:ext cx="297979" cy="10796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5372913" y="429639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881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5372913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6333853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082386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970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082386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226206" y="4511814"/>
            <a:ext cx="297979" cy="6628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6974738" y="433807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1.467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6974738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7935678" y="4467004"/>
            <a:ext cx="297979" cy="11109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7684211" y="42932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2.458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7684211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8645151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393684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2.630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393684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537504" y="4530252"/>
            <a:ext cx="297979" cy="478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286037" y="43565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521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286037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246977" y="4491050"/>
            <a:ext cx="297979" cy="8704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9995510" y="431731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948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999551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▲82%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0956450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704982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1.295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704982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4914907" y="5071353"/>
            <a:ext cx="297979" cy="2490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4663440" y="489761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466344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5624380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5372913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716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5372913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▲377%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6333853" y="5015071"/>
            <a:ext cx="297979" cy="811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082386" y="484133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489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082386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226206" y="5037371"/>
            <a:ext cx="297979" cy="588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6974738" y="486363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613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6974738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▼24%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7935678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7684211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1.237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7684211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▲102%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8645151" y="5032961"/>
            <a:ext cx="297979" cy="632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393684" y="48592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659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393684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537504" y="5029492"/>
            <a:ext cx="297979" cy="6676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286037" y="485575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286037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246977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9995510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999551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▲79%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0956450" y="5011580"/>
            <a:ext cx="297979" cy="8467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704982" y="483784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119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704982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▼29%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Ketapang, Kayong Utara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kab/kota, termasuk Ketapang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Palangka Raya, Kotawaringin Timur dan Barat, Seruyan, dll.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3614166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361416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Kotawaringin Barat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21 Okt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Tabalong, Kotabaru, Tanah Bumbu, Banjar, Barito Kuala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4501134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4501134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21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DRY ICE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461252" y="4983480"/>
            <a:ext cx="1438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461252" y="4983480"/>
            <a:ext cx="143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sortie, 8.400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BAHAN SEMAI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4.400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128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128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DILAPORKAN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ISPU Palangka Raya 1.293, berbahaya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200 m ke 2,5 km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53512"/>
            <a:ext cx="1431720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53512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223780" y="2953512"/>
            <a:ext cx="1431720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223780" y="2953512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82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337560"/>
            <a:ext cx="61359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337560"/>
            <a:ext cx="61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05654" y="3337560"/>
            <a:ext cx="1431720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05654" y="3337560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666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721608"/>
            <a:ext cx="40906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721608"/>
            <a:ext cx="409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201123" y="3721608"/>
            <a:ext cx="163625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201123" y="3721608"/>
            <a:ext cx="16362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6667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4105656"/>
            <a:ext cx="818126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4105656"/>
            <a:ext cx="81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610186" y="4105656"/>
            <a:ext cx="1022657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610186" y="4105656"/>
            <a:ext cx="10226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4050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489704"/>
            <a:ext cx="204531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489704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96591" y="4489704"/>
            <a:ext cx="818126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96591" y="4489704"/>
            <a:ext cx="81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434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818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873752"/>
            <a:ext cx="40906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873752"/>
            <a:ext cx="409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201123" y="4873752"/>
            <a:ext cx="61359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201123" y="4873752"/>
            <a:ext cx="61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906160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202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257800"/>
            <a:ext cx="204531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257800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5257800"/>
            <a:ext cx="20453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5257800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52029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5869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792060" y="5641848"/>
            <a:ext cx="20453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792060" y="5641848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088034" y="55869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195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197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</a:t>
            </a:r>
            <a:endParaRPr lang="en-US" sz="700" dirty="0"/>
          </a:p>
        </p:txBody>
      </p:sp>
      <p:sp>
        <p:nvSpPr>
          <p:cNvPr id="198" name="Shape 175"/>
          <p:cNvSpPr/>
          <p:nvPr/>
        </p:nvSpPr>
        <p:spPr>
          <a:xfrm>
            <a:off x="7659472" y="6108192"/>
            <a:ext cx="59893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9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00" name="Text 176"/>
          <p:cNvSpPr txBox="1"/>
          <p:nvPr/>
        </p:nvSpPr>
        <p:spPr>
          <a:xfrm>
            <a:off x="7824064" y="6108192"/>
            <a:ext cx="416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700" dirty="0"/>
          </a:p>
        </p:txBody>
      </p:sp>
      <p:sp>
        <p:nvSpPr>
          <p:cNvPr id="201" name="Shape 177"/>
          <p:cNvSpPr/>
          <p:nvPr/>
        </p:nvSpPr>
        <p:spPr>
          <a:xfrm>
            <a:off x="8322412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5564" y="6140196"/>
            <a:ext cx="109728" cy="109728"/>
          </a:xfrm>
          <a:prstGeom prst="rect">
            <a:avLst/>
          </a:prstGeom>
        </p:spPr>
      </p:pic>
      <p:sp>
        <p:nvSpPr>
          <p:cNvPr id="203" name="Text 178"/>
          <p:cNvSpPr txBox="1"/>
          <p:nvPr/>
        </p:nvSpPr>
        <p:spPr>
          <a:xfrm>
            <a:off x="8487004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04" name="Shape 179"/>
          <p:cNvSpPr/>
          <p:nvPr/>
        </p:nvSpPr>
        <p:spPr>
          <a:xfrm>
            <a:off x="9236812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9964" y="6140196"/>
            <a:ext cx="109728" cy="109728"/>
          </a:xfrm>
          <a:prstGeom prst="rect">
            <a:avLst/>
          </a:prstGeom>
        </p:spPr>
      </p:pic>
      <p:sp>
        <p:nvSpPr>
          <p:cNvPr id="206" name="Text 180"/>
          <p:cNvSpPr txBox="1"/>
          <p:nvPr/>
        </p:nvSpPr>
        <p:spPr>
          <a:xfrm>
            <a:off x="9401404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12.509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22.054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48.171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25.034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 2026, 16.25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22 Okt sementara, data s.d. 16.25 WIB.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22.054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430784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447243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487476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08" name="Peta 9008"/>
          <p:cNvSpPr/>
          <p:nvPr/>
        </p:nvSpPr>
        <p:spPr>
          <a:xfrm>
            <a:off x="487476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48.171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09" name="Peta 9009"/>
          <p:cNvSpPr/>
          <p:nvPr/>
        </p:nvSpPr>
        <p:spPr>
          <a:xfrm>
            <a:off x="797560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814019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854252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2" name="Peta 9012"/>
          <p:cNvSpPr/>
          <p:nvPr/>
        </p:nvSpPr>
        <p:spPr>
          <a:xfrm>
            <a:off x="854252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25.034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773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4" name="Peta 9014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5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16" name="Peta 9016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17" name="Peta 9017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8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19" name="Peta 9019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0" name="Peta 9020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1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2" name="Peta 9022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3" name="Peta 9023"/>
          <p:cNvSpPr/>
          <p:nvPr/>
        </p:nvSpPr>
        <p:spPr>
          <a:xfrm>
            <a:off x="750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24" name="Peta 9024"/>
          <p:cNvSpPr/>
          <p:nvPr/>
        </p:nvSpPr>
        <p:spPr>
          <a:xfrm>
            <a:off x="778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25" name="Peta 9025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12.509</a:t>
            </a:r>
          </a:p>
        </p:txBody>
      </p:sp>
      <p:sp>
        <p:nvSpPr>
          <p:cNvPr id="9026" name="Peta 9026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▲285%</a:t>
            </a:r>
          </a:p>
        </p:txBody>
      </p:sp>
      <p:sp>
        <p:nvSpPr>
          <p:cNvPr id="9027" name="Peta 9027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29.118</a:t>
            </a:r>
          </a:p>
        </p:txBody>
      </p:sp>
      <p:sp>
        <p:nvSpPr>
          <p:cNvPr id="9028" name="Peta 9028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▲241%</a:t>
            </a:r>
          </a:p>
        </p:txBody>
      </p:sp>
      <p:sp>
        <p:nvSpPr>
          <p:cNvPr id="9029" name="Peta 9029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16.097</a:t>
            </a:r>
          </a:p>
        </p:txBody>
      </p:sp>
      <p:sp>
        <p:nvSpPr>
          <p:cNvPr id="9030" name="Peta 9030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▲194%</a:t>
            </a:r>
          </a:p>
        </p:txBody>
      </p:sp>
      <p:sp>
        <p:nvSpPr>
          <p:cNvPr id="9031" name="Peta 9031"/>
          <p:cNvSpPr/>
          <p:nvPr/>
        </p:nvSpPr>
        <p:spPr>
          <a:xfrm>
            <a:off x="7479888" y="274502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32" name="Peta 9032"/>
          <p:cNvSpPr/>
          <p:nvPr/>
        </p:nvSpPr>
        <p:spPr>
          <a:xfrm>
            <a:off x="750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33" name="Peta 9033"/>
          <p:cNvSpPr/>
          <p:nvPr/>
        </p:nvSpPr>
        <p:spPr>
          <a:xfrm>
            <a:off x="778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2.095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▼17%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2.943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▼42%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1.864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▼36%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479888" y="307604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50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42" name="Peta 9042"/>
          <p:cNvSpPr/>
          <p:nvPr/>
        </p:nvSpPr>
        <p:spPr>
          <a:xfrm>
            <a:off x="778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1.437</a:t>
            </a:r>
          </a:p>
        </p:txBody>
      </p:sp>
      <p:sp>
        <p:nvSpPr>
          <p:cNvPr id="9044" name="Peta 9044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3.654</a:t>
            </a:r>
          </a:p>
        </p:txBody>
      </p:sp>
      <p:sp>
        <p:nvSpPr>
          <p:cNvPr id="9046" name="Peta 9046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▲45%</a:t>
            </a:r>
          </a:p>
        </p:txBody>
      </p:sp>
      <p:sp>
        <p:nvSpPr>
          <p:cNvPr id="9047" name="Peta 9047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1.506</a:t>
            </a:r>
          </a:p>
        </p:txBody>
      </p:sp>
      <p:sp>
        <p:nvSpPr>
          <p:cNvPr id="9048" name="Peta 9048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▲34%</a:t>
            </a:r>
          </a:p>
        </p:txBody>
      </p:sp>
      <p:sp>
        <p:nvSpPr>
          <p:cNvPr id="9049" name="Peta 9049"/>
          <p:cNvSpPr/>
          <p:nvPr/>
        </p:nvSpPr>
        <p:spPr>
          <a:xfrm>
            <a:off x="7479888" y="340705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0" name="Peta 9050"/>
          <p:cNvSpPr/>
          <p:nvPr/>
        </p:nvSpPr>
        <p:spPr>
          <a:xfrm>
            <a:off x="750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51" name="Peta 9051"/>
          <p:cNvSpPr/>
          <p:nvPr/>
        </p:nvSpPr>
        <p:spPr>
          <a:xfrm>
            <a:off x="778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052" name="Peta 9052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1.016</a:t>
            </a:r>
          </a:p>
        </p:txBody>
      </p:sp>
      <p:sp>
        <p:nvSpPr>
          <p:cNvPr id="9053" name="Peta 9053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▲92%</a:t>
            </a:r>
          </a:p>
        </p:txBody>
      </p:sp>
      <p:sp>
        <p:nvSpPr>
          <p:cNvPr id="9054" name="Peta 9054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2.286</a:t>
            </a:r>
          </a:p>
        </p:txBody>
      </p:sp>
      <p:sp>
        <p:nvSpPr>
          <p:cNvPr id="9055" name="Peta 9055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▲85%</a:t>
            </a:r>
          </a:p>
        </p:txBody>
      </p:sp>
      <p:sp>
        <p:nvSpPr>
          <p:cNvPr id="9056" name="Peta 9056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1.370</a:t>
            </a:r>
          </a:p>
        </p:txBody>
      </p:sp>
      <p:sp>
        <p:nvSpPr>
          <p:cNvPr id="9057" name="Peta 9057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▲52%</a:t>
            </a:r>
          </a:p>
        </p:txBody>
      </p:sp>
      <p:sp>
        <p:nvSpPr>
          <p:cNvPr id="9058" name="Peta 9058"/>
          <p:cNvSpPr/>
          <p:nvPr/>
        </p:nvSpPr>
        <p:spPr>
          <a:xfrm>
            <a:off x="7479888" y="373806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9" name="Peta 9059"/>
          <p:cNvSpPr/>
          <p:nvPr/>
        </p:nvSpPr>
        <p:spPr>
          <a:xfrm>
            <a:off x="750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60" name="Peta 9060"/>
          <p:cNvSpPr/>
          <p:nvPr/>
        </p:nvSpPr>
        <p:spPr>
          <a:xfrm>
            <a:off x="778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61" name="Peta 9061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970</a:t>
            </a:r>
          </a:p>
        </p:txBody>
      </p:sp>
      <p:sp>
        <p:nvSpPr>
          <p:cNvPr id="9062" name="Peta 9062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▲10%</a:t>
            </a:r>
          </a:p>
        </p:txBody>
      </p:sp>
      <p:sp>
        <p:nvSpPr>
          <p:cNvPr id="9063" name="Peta 9063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2.630</a:t>
            </a:r>
          </a:p>
        </p:txBody>
      </p:sp>
      <p:sp>
        <p:nvSpPr>
          <p:cNvPr id="9064" name="Peta 9064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65" name="Peta 9065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1.295</a:t>
            </a:r>
          </a:p>
        </p:txBody>
      </p:sp>
      <p:sp>
        <p:nvSpPr>
          <p:cNvPr id="9066" name="Peta 9066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7479888" y="4069076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8" name="Peta 9068"/>
          <p:cNvSpPr/>
          <p:nvPr/>
        </p:nvSpPr>
        <p:spPr>
          <a:xfrm>
            <a:off x="750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69" name="Peta 9069"/>
          <p:cNvSpPr/>
          <p:nvPr/>
        </p:nvSpPr>
        <p:spPr>
          <a:xfrm>
            <a:off x="778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70" name="Peta 9070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489</a:t>
            </a:r>
          </a:p>
        </p:txBody>
      </p:sp>
      <p:sp>
        <p:nvSpPr>
          <p:cNvPr id="9071" name="Peta 9071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▼32%</a:t>
            </a:r>
          </a:p>
        </p:txBody>
      </p:sp>
      <p:sp>
        <p:nvSpPr>
          <p:cNvPr id="9072" name="Peta 9072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659</a:t>
            </a:r>
          </a:p>
        </p:txBody>
      </p:sp>
      <p:sp>
        <p:nvSpPr>
          <p:cNvPr id="9073" name="Peta 9073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▼47%</a:t>
            </a:r>
          </a:p>
        </p:txBody>
      </p:sp>
      <p:sp>
        <p:nvSpPr>
          <p:cNvPr id="9074" name="Peta 9074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119</a:t>
            </a:r>
          </a:p>
        </p:txBody>
      </p:sp>
      <p:sp>
        <p:nvSpPr>
          <p:cNvPr id="9075" name="Peta 9075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▼29%</a:t>
            </a:r>
          </a:p>
        </p:txBody>
      </p:sp>
      <p:sp>
        <p:nvSpPr>
          <p:cNvPr id="9076" name="Peta 9076"/>
          <p:cNvSpPr/>
          <p:nvPr/>
        </p:nvSpPr>
        <p:spPr>
          <a:xfrm>
            <a:off x="7479888" y="440008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7" name="Peta 9077"/>
          <p:cNvSpPr/>
          <p:nvPr/>
        </p:nvSpPr>
        <p:spPr>
          <a:xfrm>
            <a:off x="750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78" name="Peta 9078"/>
          <p:cNvSpPr/>
          <p:nvPr/>
        </p:nvSpPr>
        <p:spPr>
          <a:xfrm>
            <a:off x="778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79" name="Peta 9079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431</a:t>
            </a:r>
          </a:p>
        </p:txBody>
      </p:sp>
      <p:sp>
        <p:nvSpPr>
          <p:cNvPr id="9080" name="Peta 9080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▼55%</a:t>
            </a:r>
          </a:p>
        </p:txBody>
      </p:sp>
      <p:sp>
        <p:nvSpPr>
          <p:cNvPr id="9081" name="Peta 9081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1.060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▼57%</a:t>
            </a:r>
          </a:p>
        </p:txBody>
      </p:sp>
      <p:sp>
        <p:nvSpPr>
          <p:cNvPr id="9083" name="Peta 9083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572</a:t>
            </a:r>
          </a:p>
        </p:txBody>
      </p:sp>
      <p:sp>
        <p:nvSpPr>
          <p:cNvPr id="9084" name="Peta 9084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▼50%</a:t>
            </a:r>
          </a:p>
        </p:txBody>
      </p:sp>
      <p:sp>
        <p:nvSpPr>
          <p:cNvPr id="9085" name="Peta 9085"/>
          <p:cNvSpPr/>
          <p:nvPr/>
        </p:nvSpPr>
        <p:spPr>
          <a:xfrm>
            <a:off x="7479888" y="473110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6" name="Peta 9086"/>
          <p:cNvSpPr/>
          <p:nvPr/>
        </p:nvSpPr>
        <p:spPr>
          <a:xfrm>
            <a:off x="750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087" name="Peta 9087"/>
          <p:cNvSpPr/>
          <p:nvPr/>
        </p:nvSpPr>
        <p:spPr>
          <a:xfrm>
            <a:off x="778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400</a:t>
            </a:r>
          </a:p>
        </p:txBody>
      </p:sp>
      <p:sp>
        <p:nvSpPr>
          <p:cNvPr id="9089" name="Peta 9089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▲39%</a:t>
            </a:r>
          </a:p>
        </p:txBody>
      </p:sp>
      <p:sp>
        <p:nvSpPr>
          <p:cNvPr id="9090" name="Peta 9090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909</a:t>
            </a:r>
          </a:p>
        </p:txBody>
      </p:sp>
      <p:sp>
        <p:nvSpPr>
          <p:cNvPr id="9091" name="Peta 9091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▲27%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243</a:t>
            </a:r>
          </a:p>
        </p:txBody>
      </p:sp>
      <p:sp>
        <p:nvSpPr>
          <p:cNvPr id="9093" name="Peta 9093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▼32%</a:t>
            </a:r>
          </a:p>
        </p:txBody>
      </p:sp>
      <p:sp>
        <p:nvSpPr>
          <p:cNvPr id="9094" name="Peta 9094"/>
          <p:cNvSpPr/>
          <p:nvPr/>
        </p:nvSpPr>
        <p:spPr>
          <a:xfrm>
            <a:off x="7479888" y="506211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5" name="Peta 9095"/>
          <p:cNvSpPr/>
          <p:nvPr/>
        </p:nvSpPr>
        <p:spPr>
          <a:xfrm>
            <a:off x="750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096" name="Peta 9096"/>
          <p:cNvSpPr/>
          <p:nvPr/>
        </p:nvSpPr>
        <p:spPr>
          <a:xfrm>
            <a:off x="778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97" name="Peta 9097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318</a:t>
            </a:r>
          </a:p>
        </p:txBody>
      </p:sp>
      <p:sp>
        <p:nvSpPr>
          <p:cNvPr id="9098" name="Peta 9098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▼50%</a:t>
            </a:r>
          </a:p>
        </p:txBody>
      </p:sp>
      <p:sp>
        <p:nvSpPr>
          <p:cNvPr id="9099" name="Peta 9099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647</a:t>
            </a:r>
          </a:p>
        </p:txBody>
      </p:sp>
      <p:sp>
        <p:nvSpPr>
          <p:cNvPr id="9100" name="Peta 9100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▼55%</a:t>
            </a:r>
          </a:p>
        </p:txBody>
      </p:sp>
      <p:sp>
        <p:nvSpPr>
          <p:cNvPr id="9101" name="Peta 9101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319</a:t>
            </a:r>
          </a:p>
        </p:txBody>
      </p:sp>
      <p:sp>
        <p:nvSpPr>
          <p:cNvPr id="9102" name="Peta 9102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▼42%</a:t>
            </a:r>
          </a:p>
        </p:txBody>
      </p:sp>
      <p:sp>
        <p:nvSpPr>
          <p:cNvPr id="9103" name="Peta 9103"/>
          <p:cNvSpPr/>
          <p:nvPr/>
        </p:nvSpPr>
        <p:spPr>
          <a:xfrm>
            <a:off x="7479888" y="539312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4" name="Peta 9104"/>
          <p:cNvSpPr/>
          <p:nvPr/>
        </p:nvSpPr>
        <p:spPr>
          <a:xfrm>
            <a:off x="750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778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</a:p>
        </p:txBody>
      </p:sp>
      <p:sp>
        <p:nvSpPr>
          <p:cNvPr id="9106" name="Peta 9106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305</a:t>
            </a:r>
          </a:p>
        </p:txBody>
      </p:sp>
      <p:sp>
        <p:nvSpPr>
          <p:cNvPr id="9107" name="Peta 9107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▼64%</a:t>
            </a:r>
          </a:p>
        </p:txBody>
      </p:sp>
      <p:sp>
        <p:nvSpPr>
          <p:cNvPr id="9108" name="Peta 9108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459</a:t>
            </a:r>
          </a:p>
        </p:txBody>
      </p:sp>
      <p:sp>
        <p:nvSpPr>
          <p:cNvPr id="9109" name="Peta 9109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sp>
        <p:nvSpPr>
          <p:cNvPr id="9110" name="Peta 9110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342</a:t>
            </a:r>
          </a:p>
        </p:txBody>
      </p:sp>
      <p:sp>
        <p:nvSpPr>
          <p:cNvPr id="9111" name="Peta 9111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▼30%</a:t>
            </a:r>
          </a:p>
        </p:txBody>
      </p:sp>
      <p:pic>
        <p:nvPicPr>
          <p:cNvPr id="9112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540530"/>
            <a:ext cx="6656928" cy="2673052"/>
          </a:xfrm>
          <a:prstGeom prst="rect">
            <a:avLst/>
          </a:prstGeom>
        </p:spPr>
      </p:pic>
      <p:sp>
        <p:nvSpPr>
          <p:cNvPr id="9113" name="Peta 9113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4" name="Peta 9114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15" name="Peta 9115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6" name="Peta 9116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17" name="Peta 9117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19" name="Peta 9119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0" name="Peta 9120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21" name="Peta 9121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2" name="Peta 9122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