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5.857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18.516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19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13.029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 2026, 07.00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373" y="1554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4693" y="1463040"/>
            <a:ext cx="148716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5418633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6128106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020458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537" y="1554480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621857" y="1463040"/>
            <a:ext cx="1716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9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020458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7729931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439404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5F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9331757" y="1463040"/>
            <a:ext cx="2128418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526" y="155448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889846" y="1463040"/>
            <a:ext cx="15246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105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9331757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 Okt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10041230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Okt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0750702" y="1911096"/>
            <a:ext cx="7094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40" name="Shape 31"/>
          <p:cNvSpPr/>
          <p:nvPr/>
        </p:nvSpPr>
        <p:spPr>
          <a:xfrm>
            <a:off x="4709160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" name="Shape 41"/>
          <p:cNvSpPr/>
          <p:nvPr/>
        </p:nvSpPr>
        <p:spPr>
          <a:xfrm>
            <a:off x="7020458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60" name="Shape 51"/>
          <p:cNvSpPr/>
          <p:nvPr/>
        </p:nvSpPr>
        <p:spPr>
          <a:xfrm>
            <a:off x="9331757" y="25054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78" name="Shape 66"/>
          <p:cNvSpPr/>
          <p:nvPr/>
        </p:nvSpPr>
        <p:spPr>
          <a:xfrm>
            <a:off x="4709160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88" name="Shape 76"/>
          <p:cNvSpPr/>
          <p:nvPr/>
        </p:nvSpPr>
        <p:spPr>
          <a:xfrm>
            <a:off x="7020458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98" name="Shape 86"/>
          <p:cNvSpPr/>
          <p:nvPr/>
        </p:nvSpPr>
        <p:spPr>
          <a:xfrm>
            <a:off x="9331757" y="302361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17" name="Shape 102"/>
          <p:cNvSpPr/>
          <p:nvPr/>
        </p:nvSpPr>
        <p:spPr>
          <a:xfrm>
            <a:off x="4709160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27" name="Shape 112"/>
          <p:cNvSpPr/>
          <p:nvPr/>
        </p:nvSpPr>
        <p:spPr>
          <a:xfrm>
            <a:off x="7020458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37" name="Shape 122"/>
          <p:cNvSpPr/>
          <p:nvPr/>
        </p:nvSpPr>
        <p:spPr>
          <a:xfrm>
            <a:off x="9331757" y="354177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55" name="Shape 137"/>
          <p:cNvSpPr/>
          <p:nvPr/>
        </p:nvSpPr>
        <p:spPr>
          <a:xfrm>
            <a:off x="4709160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65" name="Shape 147"/>
          <p:cNvSpPr/>
          <p:nvPr/>
        </p:nvSpPr>
        <p:spPr>
          <a:xfrm>
            <a:off x="7020458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75" name="Shape 157"/>
          <p:cNvSpPr/>
          <p:nvPr/>
        </p:nvSpPr>
        <p:spPr>
          <a:xfrm>
            <a:off x="9331757" y="405993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94" name="Shape 173"/>
          <p:cNvSpPr/>
          <p:nvPr/>
        </p:nvSpPr>
        <p:spPr>
          <a:xfrm>
            <a:off x="4709160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04" name="Shape 183"/>
          <p:cNvSpPr/>
          <p:nvPr/>
        </p:nvSpPr>
        <p:spPr>
          <a:xfrm>
            <a:off x="7020458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14" name="Shape 193"/>
          <p:cNvSpPr/>
          <p:nvPr/>
        </p:nvSpPr>
        <p:spPr>
          <a:xfrm>
            <a:off x="9331757" y="457809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26" name="Text 205"/>
          <p:cNvSpPr txBox="1"/>
          <p:nvPr/>
        </p:nvSpPr>
        <p:spPr>
          <a:xfrm>
            <a:off x="4663440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9.812</a:t>
            </a:r>
            <a:endParaRPr lang="en-US" sz="1050" dirty="0"/>
          </a:p>
        </p:txBody>
      </p:sp>
      <p:sp>
        <p:nvSpPr>
          <p:cNvPr id="227" name="Text 206"/>
          <p:cNvSpPr txBox="1"/>
          <p:nvPr/>
        </p:nvSpPr>
        <p:spPr>
          <a:xfrm>
            <a:off x="5372913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8.733</a:t>
            </a:r>
            <a:endParaRPr lang="en-US" sz="1050" dirty="0"/>
          </a:p>
        </p:txBody>
      </p:sp>
      <p:sp>
        <p:nvSpPr>
          <p:cNvPr id="228" name="Text 207"/>
          <p:cNvSpPr txBox="1"/>
          <p:nvPr/>
        </p:nvSpPr>
        <p:spPr>
          <a:xfrm>
            <a:off x="6082386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9.898</a:t>
            </a:r>
            <a:endParaRPr lang="en-US" sz="1150" dirty="0"/>
          </a:p>
        </p:txBody>
      </p:sp>
      <p:sp>
        <p:nvSpPr>
          <p:cNvPr id="229" name="Text 208"/>
          <p:cNvSpPr txBox="1"/>
          <p:nvPr/>
        </p:nvSpPr>
        <p:spPr>
          <a:xfrm>
            <a:off x="6974738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18.516</a:t>
            </a:r>
            <a:endParaRPr lang="en-US" sz="1050" dirty="0"/>
          </a:p>
        </p:txBody>
      </p:sp>
      <p:sp>
        <p:nvSpPr>
          <p:cNvPr id="230" name="Text 209"/>
          <p:cNvSpPr txBox="1"/>
          <p:nvPr/>
        </p:nvSpPr>
        <p:spPr>
          <a:xfrm>
            <a:off x="7684211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20.720</a:t>
            </a:r>
            <a:endParaRPr lang="en-US" sz="1050" dirty="0"/>
          </a:p>
        </p:txBody>
      </p:sp>
      <p:sp>
        <p:nvSpPr>
          <p:cNvPr id="231" name="Text 210"/>
          <p:cNvSpPr txBox="1"/>
          <p:nvPr/>
        </p:nvSpPr>
        <p:spPr>
          <a:xfrm>
            <a:off x="8393684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23.914</a:t>
            </a:r>
            <a:endParaRPr lang="en-US" sz="1150" dirty="0"/>
          </a:p>
        </p:txBody>
      </p:sp>
      <p:sp>
        <p:nvSpPr>
          <p:cNvPr id="232" name="Text 211"/>
          <p:cNvSpPr txBox="1"/>
          <p:nvPr/>
        </p:nvSpPr>
        <p:spPr>
          <a:xfrm>
            <a:off x="9286037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11.667</a:t>
            </a:r>
            <a:endParaRPr lang="en-US" sz="1050" dirty="0"/>
          </a:p>
        </p:txBody>
      </p:sp>
      <p:sp>
        <p:nvSpPr>
          <p:cNvPr id="233" name="Text 212"/>
          <p:cNvSpPr txBox="1"/>
          <p:nvPr/>
        </p:nvSpPr>
        <p:spPr>
          <a:xfrm>
            <a:off x="9995510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10.985</a:t>
            </a:r>
            <a:endParaRPr lang="en-US" sz="1050" dirty="0"/>
          </a:p>
        </p:txBody>
      </p:sp>
      <p:sp>
        <p:nvSpPr>
          <p:cNvPr id="234" name="Text 213"/>
          <p:cNvSpPr txBox="1"/>
          <p:nvPr/>
        </p:nvSpPr>
        <p:spPr>
          <a:xfrm>
            <a:off x="10704982" y="5330952"/>
            <a:ext cx="800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2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13.029</a:t>
            </a:r>
            <a:endParaRPr lang="en-US" sz="115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20–26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137"/>
          <p:cNvSpPr/>
          <p:nvPr/>
        </p:nvSpPr>
        <p:spPr>
          <a:xfrm>
            <a:off x="4709160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147"/>
          <p:cNvSpPr/>
          <p:nvPr/>
        </p:nvSpPr>
        <p:spPr>
          <a:xfrm>
            <a:off x="7020458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157"/>
          <p:cNvSpPr/>
          <p:nvPr/>
        </p:nvSpPr>
        <p:spPr>
          <a:xfrm>
            <a:off x="9331757" y="5096256"/>
            <a:ext cx="2128418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0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197608"/>
            <a:ext cx="315468" cy="420624"/>
          </a:xfrm>
          <a:prstGeom prst="rect">
            <a:avLst/>
          </a:prstGeom>
        </p:spPr>
      </p:pic>
      <p:sp>
        <p:nvSpPr>
          <p:cNvPr id="5005" name="Text 26"/>
          <p:cNvSpPr txBox="1"/>
          <p:nvPr/>
        </p:nvSpPr>
        <p:spPr>
          <a:xfrm>
            <a:off x="1225296" y="22890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06" name="Shape 27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0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08" name="Text 28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673 BERBAHAYA</a:t>
            </a:r>
            <a:endParaRPr lang="en-US" sz="660" dirty="0"/>
          </a:p>
        </p:txBody>
      </p:sp>
      <p:sp>
        <p:nvSpPr>
          <p:cNvPr id="5009" name="Shape 29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11" name="Text 30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CERAH BERAWAN</a:t>
            </a:r>
            <a:endParaRPr lang="en-US" sz="660" dirty="0"/>
          </a:p>
        </p:txBody>
      </p:sp>
      <p:pic>
        <p:nvPicPr>
          <p:cNvPr id="50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69" y="2715768"/>
            <a:ext cx="325326" cy="420624"/>
          </a:xfrm>
          <a:prstGeom prst="rect">
            <a:avLst/>
          </a:prstGeom>
        </p:spPr>
      </p:pic>
      <p:sp>
        <p:nvSpPr>
          <p:cNvPr id="5013" name="Text 61"/>
          <p:cNvSpPr txBox="1"/>
          <p:nvPr/>
        </p:nvSpPr>
        <p:spPr>
          <a:xfrm>
            <a:off x="1225296" y="280720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1200" dirty="0"/>
          </a:p>
        </p:txBody>
      </p:sp>
      <p:sp>
        <p:nvSpPr>
          <p:cNvPr id="5014" name="Shape 62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16" name="Text 63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741 BERBAHAYA</a:t>
            </a:r>
            <a:endParaRPr lang="en-US" sz="660" dirty="0"/>
          </a:p>
        </p:txBody>
      </p:sp>
      <p:sp>
        <p:nvSpPr>
          <p:cNvPr id="5017" name="Shape 29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18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19" name="Text 30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HUJAN, ANGIN</a:t>
            </a:r>
            <a:endParaRPr lang="en-US" sz="660" dirty="0"/>
          </a:p>
        </p:txBody>
      </p:sp>
      <p:pic>
        <p:nvPicPr>
          <p:cNvPr id="50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2313" y="3233928"/>
            <a:ext cx="299037" cy="420624"/>
          </a:xfrm>
          <a:prstGeom prst="rect">
            <a:avLst/>
          </a:prstGeom>
        </p:spPr>
      </p:pic>
      <p:sp>
        <p:nvSpPr>
          <p:cNvPr id="5021" name="Text 97"/>
          <p:cNvSpPr txBox="1"/>
          <p:nvPr/>
        </p:nvSpPr>
        <p:spPr>
          <a:xfrm>
            <a:off x="1225296" y="3325368"/>
            <a:ext cx="17110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1200" dirty="0"/>
          </a:p>
        </p:txBody>
      </p:sp>
      <p:sp>
        <p:nvSpPr>
          <p:cNvPr id="5022" name="Shape 27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24" name="Text 28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419 BERBAHAYA</a:t>
            </a:r>
            <a:endParaRPr lang="en-US" sz="660" dirty="0"/>
          </a:p>
        </p:txBody>
      </p:sp>
      <p:sp>
        <p:nvSpPr>
          <p:cNvPr id="5025" name="Shape 100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2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27" name="Text 101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ANGIN KENCANG</a:t>
            </a:r>
            <a:endParaRPr lang="en-US" sz="660" dirty="0"/>
          </a:p>
        </p:txBody>
      </p:sp>
      <p:pic>
        <p:nvPicPr>
          <p:cNvPr id="5028" name="Image 4" descr="preencoded.png">    </p:cNvPr>
          <p:cNvPicPr>
            <a:picLocks noChangeAspect="1"/>
          </p:cNvPicPr>
          <p:nvPr/>
        </p:nvPicPr>
        <p:blipFill>
          <a:blip r:embed="S2rId5"/>
          <a:stretch>
            <a:fillRect/>
          </a:stretch>
        </p:blipFill>
        <p:spPr>
          <a:xfrm>
            <a:off x="783579" y="3752088"/>
            <a:ext cx="316505" cy="420624"/>
          </a:xfrm>
          <a:prstGeom prst="rect">
            <a:avLst/>
          </a:prstGeom>
        </p:spPr>
      </p:pic>
      <p:sp>
        <p:nvSpPr>
          <p:cNvPr id="5029" name="Text 26"/>
          <p:cNvSpPr txBox="1"/>
          <p:nvPr/>
        </p:nvSpPr>
        <p:spPr>
          <a:xfrm>
            <a:off x="1225296" y="3843528"/>
            <a:ext cx="1261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1200" dirty="0"/>
          </a:p>
        </p:txBody>
      </p:sp>
      <p:sp>
        <p:nvSpPr>
          <p:cNvPr id="5030" name="Shape 27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1" name="Image 5" descr="preencoded.png">    </p:cNvPr>
          <p:cNvPicPr>
            <a:picLocks noChangeAspect="1"/>
          </p:cNvPicPr>
          <p:nvPr/>
        </p:nvPicPr>
        <p:blipFill>
          <a:blip r:embed="S2rId6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32" name="Text 28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&lt; 141</a:t>
            </a:r>
            <a:endParaRPr lang="en-US" sz="660" dirty="0"/>
          </a:p>
        </p:txBody>
      </p:sp>
      <p:sp>
        <p:nvSpPr>
          <p:cNvPr id="5033" name="Shape 29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4" name="Image 6" descr="preencoded.png">    </p:cNvPr>
          <p:cNvPicPr>
            <a:picLocks noChangeAspect="1"/>
          </p:cNvPicPr>
          <p:nvPr/>
        </p:nvPicPr>
        <p:blipFill>
          <a:blip r:embed="S2rId7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35" name="Text 30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6" name="Image 7" descr="preencoded.png">    </p:cNvPr>
          <p:cNvPicPr>
            <a:picLocks noChangeAspect="1"/>
          </p:cNvPicPr>
          <p:nvPr/>
        </p:nvPicPr>
        <p:blipFill>
          <a:blip r:embed="S2rId8"/>
          <a:stretch>
            <a:fillRect/>
          </a:stretch>
        </p:blipFill>
        <p:spPr>
          <a:xfrm>
            <a:off x="790670" y="4270248"/>
            <a:ext cx="302324" cy="420624"/>
          </a:xfrm>
          <a:prstGeom prst="rect">
            <a:avLst/>
          </a:prstGeom>
        </p:spPr>
      </p:pic>
      <p:sp>
        <p:nvSpPr>
          <p:cNvPr id="5037" name="Text 54"/>
          <p:cNvSpPr txBox="1"/>
          <p:nvPr/>
        </p:nvSpPr>
        <p:spPr>
          <a:xfrm>
            <a:off x="1225296" y="436168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5038" name="Shape 27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pic>
        <p:nvPicPr>
          <p:cNvPr id="50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40" name="Text 28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511 BERBAHAYA</a:t>
            </a:r>
            <a:endParaRPr lang="en-US" sz="660" dirty="0"/>
          </a:p>
        </p:txBody>
      </p:sp>
      <p:sp>
        <p:nvSpPr>
          <p:cNvPr id="5041" name="Shape 57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2" name="Image 9" descr="preencoded.png">    </p:cNvPr>
          <p:cNvPicPr>
            <a:picLocks noChangeAspect="1"/>
          </p:cNvPicPr>
          <p:nvPr/>
        </p:nvPicPr>
        <p:blipFill>
          <a:blip r:embed="S2rId10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43" name="Text 58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4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4788408"/>
            <a:ext cx="341757" cy="420624"/>
          </a:xfrm>
          <a:prstGeom prst="rect">
            <a:avLst/>
          </a:prstGeom>
        </p:spPr>
      </p:pic>
      <p:sp>
        <p:nvSpPr>
          <p:cNvPr id="5045" name="Text 81"/>
          <p:cNvSpPr txBox="1"/>
          <p:nvPr/>
        </p:nvSpPr>
        <p:spPr>
          <a:xfrm>
            <a:off x="1225296" y="487984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46" name="Shape 98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48" name="Text 99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204 TIDAK SEHAT</a:t>
            </a:r>
            <a:endParaRPr lang="en-US" sz="660" dirty="0"/>
          </a:p>
        </p:txBody>
      </p:sp>
      <p:sp>
        <p:nvSpPr>
          <p:cNvPr id="5049" name="Shape 29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51" name="Text 30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CERAH BERAWAN</a:t>
            </a:r>
            <a:endParaRPr lang="en-US" sz="660" dirty="0"/>
          </a:p>
        </p:txBody>
      </p:sp>
      <p:sp>
        <p:nvSpPr>
          <p:cNvPr id="5052" name="Shape 45"/>
          <p:cNvSpPr/>
          <p:nvPr/>
        </p:nvSpPr>
        <p:spPr>
          <a:xfrm>
            <a:off x="4914907" y="2386584"/>
            <a:ext cx="297979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53" name="Text 46"/>
          <p:cNvSpPr txBox="1"/>
          <p:nvPr/>
        </p:nvSpPr>
        <p:spPr>
          <a:xfrm>
            <a:off x="4663440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4.227</a:t>
            </a:r>
            <a:endParaRPr lang="en-US" sz="800" dirty="0"/>
          </a:p>
        </p:txBody>
      </p:sp>
      <p:sp>
        <p:nvSpPr>
          <p:cNvPr id="5054" name="Text 47"/>
          <p:cNvSpPr txBox="1"/>
          <p:nvPr/>
        </p:nvSpPr>
        <p:spPr>
          <a:xfrm>
            <a:off x="4663440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▼62%</a:t>
            </a:r>
            <a:endParaRPr lang="en-US" sz="680" dirty="0"/>
          </a:p>
        </p:txBody>
      </p:sp>
      <p:sp>
        <p:nvSpPr>
          <p:cNvPr id="5055" name="Shape 45"/>
          <p:cNvSpPr/>
          <p:nvPr/>
        </p:nvSpPr>
        <p:spPr>
          <a:xfrm>
            <a:off x="5624380" y="2439004"/>
            <a:ext cx="297979" cy="6645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56" name="Text 46"/>
          <p:cNvSpPr txBox="1"/>
          <p:nvPr/>
        </p:nvSpPr>
        <p:spPr>
          <a:xfrm>
            <a:off x="5372913" y="22652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2.363</a:t>
            </a:r>
            <a:endParaRPr lang="en-US" sz="800" dirty="0"/>
          </a:p>
        </p:txBody>
      </p:sp>
      <p:sp>
        <p:nvSpPr>
          <p:cNvPr id="5057" name="Text 47"/>
          <p:cNvSpPr txBox="1"/>
          <p:nvPr/>
        </p:nvSpPr>
        <p:spPr>
          <a:xfrm>
            <a:off x="5372913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▼44%</a:t>
            </a:r>
            <a:endParaRPr lang="en-US" sz="680" dirty="0"/>
          </a:p>
        </p:txBody>
      </p:sp>
      <p:sp>
        <p:nvSpPr>
          <p:cNvPr id="5058" name="Shape 45"/>
          <p:cNvSpPr/>
          <p:nvPr/>
        </p:nvSpPr>
        <p:spPr>
          <a:xfrm>
            <a:off x="6333853" y="2414059"/>
            <a:ext cx="297979" cy="9139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59" name="Text 49"/>
          <p:cNvSpPr txBox="1"/>
          <p:nvPr/>
        </p:nvSpPr>
        <p:spPr>
          <a:xfrm>
            <a:off x="6082386" y="224032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3.250</a:t>
            </a:r>
            <a:endParaRPr lang="en-US" sz="900" dirty="0"/>
          </a:p>
        </p:txBody>
      </p:sp>
      <p:sp>
        <p:nvSpPr>
          <p:cNvPr id="5060" name="Text 47"/>
          <p:cNvSpPr txBox="1"/>
          <p:nvPr/>
        </p:nvSpPr>
        <p:spPr>
          <a:xfrm>
            <a:off x="6082386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▲38%</a:t>
            </a:r>
            <a:endParaRPr lang="en-US" sz="680" dirty="0"/>
          </a:p>
        </p:txBody>
      </p:sp>
      <p:sp>
        <p:nvSpPr>
          <p:cNvPr id="5061" name="Shape 45"/>
          <p:cNvSpPr/>
          <p:nvPr/>
        </p:nvSpPr>
        <p:spPr>
          <a:xfrm>
            <a:off x="7226206" y="2386584"/>
            <a:ext cx="297979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2" name="Text 46"/>
          <p:cNvSpPr txBox="1"/>
          <p:nvPr/>
        </p:nvSpPr>
        <p:spPr>
          <a:xfrm>
            <a:off x="6974738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9.702</a:t>
            </a:r>
            <a:endParaRPr lang="en-US" sz="800" dirty="0"/>
          </a:p>
        </p:txBody>
      </p:sp>
      <p:sp>
        <p:nvSpPr>
          <p:cNvPr id="5063" name="Text 47"/>
          <p:cNvSpPr txBox="1"/>
          <p:nvPr/>
        </p:nvSpPr>
        <p:spPr>
          <a:xfrm>
            <a:off x="6974738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064" name="Shape 45"/>
          <p:cNvSpPr/>
          <p:nvPr/>
        </p:nvSpPr>
        <p:spPr>
          <a:xfrm>
            <a:off x="7935678" y="2423761"/>
            <a:ext cx="297979" cy="8169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65" name="Text 46"/>
          <p:cNvSpPr txBox="1"/>
          <p:nvPr/>
        </p:nvSpPr>
        <p:spPr>
          <a:xfrm>
            <a:off x="7684211" y="225002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6.668</a:t>
            </a:r>
            <a:endParaRPr lang="en-US" sz="800" dirty="0"/>
          </a:p>
        </p:txBody>
      </p:sp>
      <p:sp>
        <p:nvSpPr>
          <p:cNvPr id="5066" name="Text 47"/>
          <p:cNvSpPr txBox="1"/>
          <p:nvPr/>
        </p:nvSpPr>
        <p:spPr>
          <a:xfrm>
            <a:off x="7684211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▼31%</a:t>
            </a:r>
            <a:endParaRPr lang="en-US" sz="680" dirty="0"/>
          </a:p>
        </p:txBody>
      </p:sp>
      <p:sp>
        <p:nvSpPr>
          <p:cNvPr id="5067" name="Shape 45"/>
          <p:cNvSpPr/>
          <p:nvPr/>
        </p:nvSpPr>
        <p:spPr>
          <a:xfrm>
            <a:off x="8645151" y="2400983"/>
            <a:ext cx="297979" cy="104473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68" name="Text 49"/>
          <p:cNvSpPr txBox="1"/>
          <p:nvPr/>
        </p:nvSpPr>
        <p:spPr>
          <a:xfrm>
            <a:off x="8393684" y="222724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8.527</a:t>
            </a:r>
            <a:endParaRPr lang="en-US" sz="900" dirty="0"/>
          </a:p>
        </p:txBody>
      </p:sp>
      <p:sp>
        <p:nvSpPr>
          <p:cNvPr id="5069" name="Text 47"/>
          <p:cNvSpPr txBox="1"/>
          <p:nvPr/>
        </p:nvSpPr>
        <p:spPr>
          <a:xfrm>
            <a:off x="8393684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070" name="Shape 45"/>
          <p:cNvSpPr/>
          <p:nvPr/>
        </p:nvSpPr>
        <p:spPr>
          <a:xfrm>
            <a:off x="9537504" y="2386584"/>
            <a:ext cx="297979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71" name="Text 46"/>
          <p:cNvSpPr txBox="1"/>
          <p:nvPr/>
        </p:nvSpPr>
        <p:spPr>
          <a:xfrm>
            <a:off x="9286037" y="22128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7.765</a:t>
            </a:r>
            <a:endParaRPr lang="en-US" sz="800" dirty="0"/>
          </a:p>
        </p:txBody>
      </p:sp>
      <p:sp>
        <p:nvSpPr>
          <p:cNvPr id="5072" name="Text 47"/>
          <p:cNvSpPr txBox="1"/>
          <p:nvPr/>
        </p:nvSpPr>
        <p:spPr>
          <a:xfrm>
            <a:off x="9286037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▼2%</a:t>
            </a:r>
            <a:endParaRPr lang="en-US" sz="680" dirty="0"/>
          </a:p>
        </p:txBody>
      </p:sp>
      <p:sp>
        <p:nvSpPr>
          <p:cNvPr id="5073" name="Shape 45"/>
          <p:cNvSpPr/>
          <p:nvPr/>
        </p:nvSpPr>
        <p:spPr>
          <a:xfrm>
            <a:off x="10246977" y="2428539"/>
            <a:ext cx="297979" cy="7691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74" name="Text 46"/>
          <p:cNvSpPr txBox="1"/>
          <p:nvPr/>
        </p:nvSpPr>
        <p:spPr>
          <a:xfrm>
            <a:off x="9995510" y="225480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5.024</a:t>
            </a:r>
            <a:endParaRPr lang="en-US" sz="800" dirty="0"/>
          </a:p>
        </p:txBody>
      </p:sp>
      <p:sp>
        <p:nvSpPr>
          <p:cNvPr id="5075" name="Text 47"/>
          <p:cNvSpPr txBox="1"/>
          <p:nvPr/>
        </p:nvSpPr>
        <p:spPr>
          <a:xfrm>
            <a:off x="9995510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▼35%</a:t>
            </a:r>
            <a:endParaRPr lang="en-US" sz="680" dirty="0"/>
          </a:p>
        </p:txBody>
      </p:sp>
      <p:sp>
        <p:nvSpPr>
          <p:cNvPr id="5076" name="Shape 45"/>
          <p:cNvSpPr/>
          <p:nvPr/>
        </p:nvSpPr>
        <p:spPr>
          <a:xfrm>
            <a:off x="10956450" y="2421617"/>
            <a:ext cx="297979" cy="8383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77" name="Text 49"/>
          <p:cNvSpPr txBox="1"/>
          <p:nvPr/>
        </p:nvSpPr>
        <p:spPr>
          <a:xfrm>
            <a:off x="10704982" y="2247881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5.477</a:t>
            </a:r>
            <a:endParaRPr lang="en-US" sz="900" dirty="0"/>
          </a:p>
        </p:txBody>
      </p:sp>
      <p:sp>
        <p:nvSpPr>
          <p:cNvPr id="5078" name="Text 47"/>
          <p:cNvSpPr txBox="1"/>
          <p:nvPr/>
        </p:nvSpPr>
        <p:spPr>
          <a:xfrm>
            <a:off x="10704982" y="25146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079" name="Shape 45"/>
          <p:cNvSpPr/>
          <p:nvPr/>
        </p:nvSpPr>
        <p:spPr>
          <a:xfrm>
            <a:off x="4914907" y="2988152"/>
            <a:ext cx="297979" cy="3546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80" name="Text 46"/>
          <p:cNvSpPr txBox="1"/>
          <p:nvPr/>
        </p:nvSpPr>
        <p:spPr>
          <a:xfrm>
            <a:off x="4663440" y="281441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753</a:t>
            </a:r>
            <a:endParaRPr lang="en-US" sz="800" dirty="0"/>
          </a:p>
        </p:txBody>
      </p:sp>
      <p:sp>
        <p:nvSpPr>
          <p:cNvPr id="5081" name="Text 47"/>
          <p:cNvSpPr txBox="1"/>
          <p:nvPr/>
        </p:nvSpPr>
        <p:spPr>
          <a:xfrm>
            <a:off x="4663440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082" name="Shape 45"/>
          <p:cNvSpPr/>
          <p:nvPr/>
        </p:nvSpPr>
        <p:spPr>
          <a:xfrm>
            <a:off x="5624380" y="2979015"/>
            <a:ext cx="297979" cy="4460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3" name="Text 46"/>
          <p:cNvSpPr txBox="1"/>
          <p:nvPr/>
        </p:nvSpPr>
        <p:spPr>
          <a:xfrm>
            <a:off x="5372913" y="280527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947</a:t>
            </a:r>
            <a:endParaRPr lang="en-US" sz="800" dirty="0"/>
          </a:p>
        </p:txBody>
      </p:sp>
      <p:sp>
        <p:nvSpPr>
          <p:cNvPr id="5084" name="Text 47"/>
          <p:cNvSpPr txBox="1"/>
          <p:nvPr/>
        </p:nvSpPr>
        <p:spPr>
          <a:xfrm>
            <a:off x="5372913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▲26%</a:t>
            </a:r>
            <a:endParaRPr lang="en-US" sz="680" dirty="0"/>
          </a:p>
        </p:txBody>
      </p:sp>
      <p:sp>
        <p:nvSpPr>
          <p:cNvPr id="5085" name="Shape 45"/>
          <p:cNvSpPr/>
          <p:nvPr/>
        </p:nvSpPr>
        <p:spPr>
          <a:xfrm>
            <a:off x="6333853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86" name="Text 49"/>
          <p:cNvSpPr txBox="1"/>
          <p:nvPr/>
        </p:nvSpPr>
        <p:spPr>
          <a:xfrm>
            <a:off x="6082386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2.524</a:t>
            </a:r>
            <a:endParaRPr lang="en-US" sz="900" dirty="0"/>
          </a:p>
        </p:txBody>
      </p:sp>
      <p:sp>
        <p:nvSpPr>
          <p:cNvPr id="5087" name="Text 47"/>
          <p:cNvSpPr txBox="1"/>
          <p:nvPr/>
        </p:nvSpPr>
        <p:spPr>
          <a:xfrm>
            <a:off x="6082386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▲167%</a:t>
            </a:r>
            <a:endParaRPr lang="en-US" sz="680" dirty="0"/>
          </a:p>
        </p:txBody>
      </p:sp>
      <p:sp>
        <p:nvSpPr>
          <p:cNvPr id="5088" name="Shape 45"/>
          <p:cNvSpPr/>
          <p:nvPr/>
        </p:nvSpPr>
        <p:spPr>
          <a:xfrm>
            <a:off x="7226206" y="2996563"/>
            <a:ext cx="297979" cy="2705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89" name="Text 46"/>
          <p:cNvSpPr txBox="1"/>
          <p:nvPr/>
        </p:nvSpPr>
        <p:spPr>
          <a:xfrm>
            <a:off x="6974738" y="282282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1.159</a:t>
            </a:r>
            <a:endParaRPr lang="en-US" sz="800" dirty="0"/>
          </a:p>
        </p:txBody>
      </p:sp>
      <p:sp>
        <p:nvSpPr>
          <p:cNvPr id="5090" name="Text 47"/>
          <p:cNvSpPr txBox="1"/>
          <p:nvPr/>
        </p:nvSpPr>
        <p:spPr>
          <a:xfrm>
            <a:off x="6974738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▼69%</a:t>
            </a:r>
            <a:endParaRPr lang="en-US" sz="680" dirty="0"/>
          </a:p>
        </p:txBody>
      </p:sp>
      <p:sp>
        <p:nvSpPr>
          <p:cNvPr id="5091" name="Shape 45"/>
          <p:cNvSpPr/>
          <p:nvPr/>
        </p:nvSpPr>
        <p:spPr>
          <a:xfrm>
            <a:off x="7935678" y="2951189"/>
            <a:ext cx="297979" cy="7242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2" name="Text 46"/>
          <p:cNvSpPr txBox="1"/>
          <p:nvPr/>
        </p:nvSpPr>
        <p:spPr>
          <a:xfrm>
            <a:off x="7684211" y="277745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3.103</a:t>
            </a:r>
            <a:endParaRPr lang="en-US" sz="800" dirty="0"/>
          </a:p>
        </p:txBody>
      </p:sp>
      <p:sp>
        <p:nvSpPr>
          <p:cNvPr id="5093" name="Text 47"/>
          <p:cNvSpPr txBox="1"/>
          <p:nvPr/>
        </p:nvSpPr>
        <p:spPr>
          <a:xfrm>
            <a:off x="7684211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▲168%</a:t>
            </a:r>
            <a:endParaRPr lang="en-US" sz="680" dirty="0"/>
          </a:p>
        </p:txBody>
      </p:sp>
      <p:sp>
        <p:nvSpPr>
          <p:cNvPr id="5094" name="Shape 45"/>
          <p:cNvSpPr/>
          <p:nvPr/>
        </p:nvSpPr>
        <p:spPr>
          <a:xfrm>
            <a:off x="8645151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5" name="Text 49"/>
          <p:cNvSpPr txBox="1"/>
          <p:nvPr/>
        </p:nvSpPr>
        <p:spPr>
          <a:xfrm>
            <a:off x="8393684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5.093</a:t>
            </a:r>
            <a:endParaRPr lang="en-US" sz="900" dirty="0"/>
          </a:p>
        </p:txBody>
      </p:sp>
      <p:sp>
        <p:nvSpPr>
          <p:cNvPr id="5096" name="Text 47"/>
          <p:cNvSpPr txBox="1"/>
          <p:nvPr/>
        </p:nvSpPr>
        <p:spPr>
          <a:xfrm>
            <a:off x="8393684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▲64%</a:t>
            </a:r>
            <a:endParaRPr lang="en-US" sz="680" dirty="0"/>
          </a:p>
        </p:txBody>
      </p:sp>
      <p:sp>
        <p:nvSpPr>
          <p:cNvPr id="5097" name="Shape 45"/>
          <p:cNvSpPr/>
          <p:nvPr/>
        </p:nvSpPr>
        <p:spPr>
          <a:xfrm>
            <a:off x="9537504" y="2997554"/>
            <a:ext cx="297979" cy="2606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9286037" y="282381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638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9286037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▼63%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10246977" y="2968961"/>
            <a:ext cx="297979" cy="5465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9995510" y="279522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1.338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9995510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▲110%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10956450" y="290474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10704982" y="273100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2.910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10704982" y="303276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▲117%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4914907" y="3440255"/>
            <a:ext cx="297979" cy="10152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4663440" y="326651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1.059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4663440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5624380" y="3446583"/>
            <a:ext cx="297979" cy="9519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5372913" y="327284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993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5372913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6333853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6082386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1.240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6082386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7226206" y="3473354"/>
            <a:ext cx="297979" cy="6842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6974738" y="329961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1.451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6974738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▼10%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7935678" y="3448779"/>
            <a:ext cx="297979" cy="9299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7684211" y="327504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1.972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7684211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▲36%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8645151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8393684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2.520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8393684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9537504" y="3468512"/>
            <a:ext cx="297979" cy="7326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286037" y="329477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693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286037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246977" y="3460749"/>
            <a:ext cx="297979" cy="8102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9995510" y="328701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767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9995510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0956450" y="342290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704982" y="324916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1.125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704982" y="355092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▲47%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914907" y="3946823"/>
            <a:ext cx="297979" cy="113113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63440" y="3773087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2.632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63440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624380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372913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2.766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372913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6333853" y="4015284"/>
            <a:ext cx="297979" cy="4465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6082386" y="38415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1.039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6082386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▼62%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7226206" y="3976129"/>
            <a:ext cx="297979" cy="8380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974738" y="380239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4.191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974738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▲7%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935678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7684211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5.945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7684211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▲42%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8645151" y="4002474"/>
            <a:ext cx="297979" cy="5746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8393684" y="382873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2.874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8393684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9537504" y="3975455"/>
            <a:ext cx="297979" cy="8448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9286037" y="380171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1.878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9286037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▼13%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10246977" y="394106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9995510" y="37673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2.642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9995510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▲41%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10956450" y="3995698"/>
            <a:ext cx="297979" cy="6423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10704982" y="3821962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1.428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10704982" y="406908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▼46%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4914907" y="4523469"/>
            <a:ext cx="297979" cy="5462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4663440" y="434973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443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4663440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▲99%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5624380" y="4465759"/>
            <a:ext cx="297979" cy="1123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5372913" y="4292023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911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5372913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▲106%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6333853" y="445922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6082386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964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6082386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7226206" y="4538100"/>
            <a:ext cx="297979" cy="3999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6974738" y="436436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822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6974738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▲51%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7935678" y="4501902"/>
            <a:ext cx="297979" cy="7619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7684211" y="432816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1.565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7684211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▲90%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8645151" y="445922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8393684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2.442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8393684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▲56%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9537504" y="4555135"/>
            <a:ext cx="297979" cy="2296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9286037" y="438139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220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9286037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▲114%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10246977" y="4505864"/>
            <a:ext cx="297979" cy="7223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9995510" y="43321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693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9995510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▲215%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10956450" y="445922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10704982" y="428548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1.141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10704982" y="458724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4914907" y="5002076"/>
            <a:ext cx="297979" cy="9418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4663440" y="4828340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698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4663440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▼37%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5624380" y="4994655"/>
            <a:ext cx="297979" cy="10160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5372913" y="4820919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753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5372913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6333853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6082386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881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6082386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▲17%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7226206" y="5038651"/>
            <a:ext cx="297979" cy="5760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6974738" y="4864915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1.191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6974738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▼44%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7935678" y="5025332"/>
            <a:ext cx="297979" cy="7092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7684211" y="4851596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1.467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7684211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8645151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8393684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2.458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8393684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▲68%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9537504" y="5036964"/>
            <a:ext cx="297979" cy="5929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9286037" y="486322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473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9286037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▼32%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10246977" y="5030920"/>
            <a:ext cx="297979" cy="6533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9995510" y="4857184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521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9995510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10956450" y="4977384"/>
            <a:ext cx="297979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10704982" y="4803648"/>
            <a:ext cx="8009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948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10704982" y="5105400"/>
            <a:ext cx="8009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▲82%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yang Dilakukan per Tanggal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184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824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20370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02082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950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0723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288950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3749040" y="1417320"/>
            <a:ext cx="0" cy="56692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440180"/>
            <a:ext cx="109728" cy="1097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86784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</a:t>
            </a:r>
            <a:endParaRPr lang="en-US" sz="680" dirty="0"/>
          </a:p>
        </p:txBody>
      </p:sp>
      <p:sp>
        <p:nvSpPr>
          <p:cNvPr id="25" name="Text 17"/>
          <p:cNvSpPr txBox="1"/>
          <p:nvPr/>
        </p:nvSpPr>
        <p:spPr>
          <a:xfrm>
            <a:off x="3840480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13.396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164592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986784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BPBD</a:t>
            </a:r>
            <a:endParaRPr lang="en-US" sz="680" dirty="0"/>
          </a:p>
        </p:txBody>
      </p:sp>
      <p:sp>
        <p:nvSpPr>
          <p:cNvPr id="28" name="Text 19"/>
          <p:cNvSpPr txBox="1"/>
          <p:nvPr/>
        </p:nvSpPr>
        <p:spPr>
          <a:xfrm>
            <a:off x="3840480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11.231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851660"/>
            <a:ext cx="109728" cy="1097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986784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Polri</a:t>
            </a:r>
            <a:endParaRPr lang="en-US" sz="680" dirty="0"/>
          </a:p>
        </p:txBody>
      </p:sp>
      <p:sp>
        <p:nvSpPr>
          <p:cNvPr id="31" name="Text 21"/>
          <p:cNvSpPr txBox="1"/>
          <p:nvPr/>
        </p:nvSpPr>
        <p:spPr>
          <a:xfrm>
            <a:off x="3840480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10.446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16%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84978" y="1440180"/>
            <a:ext cx="109728" cy="1097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31282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Swasta</a:t>
            </a:r>
            <a:endParaRPr lang="en-US" sz="680" dirty="0"/>
          </a:p>
        </p:txBody>
      </p:sp>
      <p:sp>
        <p:nvSpPr>
          <p:cNvPr id="34" name="Text 23"/>
          <p:cNvSpPr txBox="1"/>
          <p:nvPr/>
        </p:nvSpPr>
        <p:spPr>
          <a:xfrm>
            <a:off x="5084978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8.950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14%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978" y="1645920"/>
            <a:ext cx="109728" cy="1097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231282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Relawan</a:t>
            </a:r>
            <a:endParaRPr lang="en-US" sz="680" dirty="0"/>
          </a:p>
        </p:txBody>
      </p:sp>
      <p:sp>
        <p:nvSpPr>
          <p:cNvPr id="37" name="Text 25"/>
          <p:cNvSpPr txBox="1"/>
          <p:nvPr/>
        </p:nvSpPr>
        <p:spPr>
          <a:xfrm>
            <a:off x="5084978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8.201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13%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978" y="18516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31282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</a:t>
            </a:r>
            <a:endParaRPr lang="en-US" sz="680" dirty="0"/>
          </a:p>
        </p:txBody>
      </p:sp>
      <p:sp>
        <p:nvSpPr>
          <p:cNvPr id="40" name="Text 27"/>
          <p:cNvSpPr txBox="1"/>
          <p:nvPr/>
        </p:nvSpPr>
        <p:spPr>
          <a:xfrm>
            <a:off x="5084978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4.767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9477" y="1440180"/>
            <a:ext cx="109728" cy="10972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75781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MPA</a:t>
            </a:r>
            <a:endParaRPr lang="en-US" sz="680" dirty="0"/>
          </a:p>
        </p:txBody>
      </p:sp>
      <p:sp>
        <p:nvSpPr>
          <p:cNvPr id="43" name="Text 29"/>
          <p:cNvSpPr txBox="1"/>
          <p:nvPr/>
        </p:nvSpPr>
        <p:spPr>
          <a:xfrm>
            <a:off x="6329477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4.749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477" y="1645920"/>
            <a:ext cx="109728" cy="109728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475781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Kehutanan</a:t>
            </a:r>
            <a:endParaRPr lang="en-US" sz="680" dirty="0"/>
          </a:p>
        </p:txBody>
      </p:sp>
      <p:sp>
        <p:nvSpPr>
          <p:cNvPr id="46" name="Text 31"/>
          <p:cNvSpPr txBox="1"/>
          <p:nvPr/>
        </p:nvSpPr>
        <p:spPr>
          <a:xfrm>
            <a:off x="6329477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9477" y="185166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6475781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Agni</a:t>
            </a:r>
            <a:endParaRPr lang="en-US" sz="680" dirty="0"/>
          </a:p>
        </p:txBody>
      </p:sp>
      <p:sp>
        <p:nvSpPr>
          <p:cNvPr id="49" name="Text 33"/>
          <p:cNvSpPr txBox="1"/>
          <p:nvPr/>
        </p:nvSpPr>
        <p:spPr>
          <a:xfrm>
            <a:off x="6329477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SETELAH OMC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dari 4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84" name="Shape 66"/>
          <p:cNvSpPr/>
          <p:nvPr/>
        </p:nvSpPr>
        <p:spPr>
          <a:xfrm>
            <a:off x="676656" y="3294126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85" name="Text 67"/>
          <p:cNvSpPr txBox="1"/>
          <p:nvPr/>
        </p:nvSpPr>
        <p:spPr>
          <a:xfrm>
            <a:off x="795528" y="310896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60" dirty="0"/>
          </a:p>
        </p:txBody>
      </p:sp>
      <p:sp>
        <p:nvSpPr>
          <p:cNvPr id="86" name="Text 68"/>
          <p:cNvSpPr txBox="1"/>
          <p:nvPr/>
        </p:nvSpPr>
        <p:spPr>
          <a:xfrm>
            <a:off x="2027869" y="310896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Ketapang, Kayong Utara</a:t>
            </a:r>
            <a:endParaRPr lang="en-US" sz="864" dirty="0"/>
          </a:p>
        </p:txBody>
      </p:sp>
      <p:sp>
        <p:nvSpPr>
          <p:cNvPr id="87" name="Shape 69"/>
          <p:cNvSpPr/>
          <p:nvPr/>
        </p:nvSpPr>
        <p:spPr>
          <a:xfrm>
            <a:off x="3561885" y="3170682"/>
            <a:ext cx="1498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88" name="Text 70"/>
          <p:cNvSpPr txBox="1"/>
          <p:nvPr/>
        </p:nvSpPr>
        <p:spPr>
          <a:xfrm>
            <a:off x="3561885" y="3170682"/>
            <a:ext cx="149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RINGAN–SEDANG</a:t>
            </a:r>
            <a:endParaRPr lang="en-US" sz="756" dirty="0"/>
          </a:p>
        </p:txBody>
      </p:sp>
      <p:sp>
        <p:nvSpPr>
          <p:cNvPr id="89" name="Text 71"/>
          <p:cNvSpPr txBox="1"/>
          <p:nvPr/>
        </p:nvSpPr>
        <p:spPr>
          <a:xfrm>
            <a:off x="3561885" y="333527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kab/kota, termasuk Ketapang</a:t>
            </a:r>
            <a:endParaRPr lang="en-US" sz="840" dirty="0"/>
          </a:p>
        </p:txBody>
      </p:sp>
      <p:sp>
        <p:nvSpPr>
          <p:cNvPr id="90" name="Shape 72"/>
          <p:cNvSpPr/>
          <p:nvPr/>
        </p:nvSpPr>
        <p:spPr>
          <a:xfrm>
            <a:off x="676656" y="373761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55244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55244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Palangka Raya, Kotawaringin Timur dan Barat, Seruyan, dll.</a:t>
            </a:r>
            <a:endParaRPr lang="en-US" sz="864" dirty="0"/>
          </a:p>
        </p:txBody>
      </p:sp>
      <p:sp>
        <p:nvSpPr>
          <p:cNvPr id="93" name="Shape 75"/>
          <p:cNvSpPr/>
          <p:nvPr/>
        </p:nvSpPr>
        <p:spPr>
          <a:xfrm>
            <a:off x="3561885" y="3614166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6"/>
          <p:cNvSpPr txBox="1"/>
          <p:nvPr/>
        </p:nvSpPr>
        <p:spPr>
          <a:xfrm>
            <a:off x="3561885" y="361416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77875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Kotawaringin Barat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4181094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99592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99592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Banyuasin</a:t>
            </a:r>
            <a:endParaRPr lang="en-US" sz="864" dirty="0"/>
          </a:p>
        </p:txBody>
      </p:sp>
      <p:sp>
        <p:nvSpPr>
          <p:cNvPr id="99" name="Shape 87"/>
          <p:cNvSpPr/>
          <p:nvPr/>
        </p:nvSpPr>
        <p:spPr>
          <a:xfrm>
            <a:off x="3561885" y="4057650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0" name="Text 88"/>
          <p:cNvSpPr txBox="1"/>
          <p:nvPr/>
        </p:nvSpPr>
        <p:spPr>
          <a:xfrm>
            <a:off x="3561885" y="4057650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22224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ada laporan hujan 21 Okt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624578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439412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439412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Tabalong, Kotabaru, Tanah Bumbu, Banjar, Barito Kuala</a:t>
            </a:r>
            <a:endParaRPr lang="en-US" sz="864" dirty="0"/>
          </a:p>
        </p:txBody>
      </p:sp>
      <p:sp>
        <p:nvSpPr>
          <p:cNvPr id="105" name="Shape 87"/>
          <p:cNvSpPr/>
          <p:nvPr/>
        </p:nvSpPr>
        <p:spPr>
          <a:xfrm>
            <a:off x="3561885" y="4501134"/>
            <a:ext cx="925373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6" name="Text 88"/>
          <p:cNvSpPr txBox="1"/>
          <p:nvPr/>
        </p:nvSpPr>
        <p:spPr>
          <a:xfrm>
            <a:off x="3561885" y="4501134"/>
            <a:ext cx="9253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665726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ada laporan hujan 21 Okt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DRY ICE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461252" y="4983480"/>
            <a:ext cx="1438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461252" y="4983480"/>
            <a:ext cx="143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sortie, 8.400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BAHAN SEMAI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4.400 kg</a:t>
            </a:r>
            <a:endParaRPr lang="en-US" sz="864" dirty="0"/>
          </a:p>
        </p:txBody>
      </p:sp>
      <p:sp>
        <p:nvSpPr>
          <p:cNvPr id="121" name="Shape 102"/>
          <p:cNvSpPr/>
          <p:nvPr/>
        </p:nvSpPr>
        <p:spPr>
          <a:xfrm>
            <a:off x="3561885" y="5401818"/>
            <a:ext cx="1282000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2" name="Text 103"/>
          <p:cNvSpPr txBox="1"/>
          <p:nvPr/>
        </p:nvSpPr>
        <p:spPr>
          <a:xfrm>
            <a:off x="3561885" y="5401818"/>
            <a:ext cx="128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DILAPORKAN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ISPU Palangka Raya 1.293, berbahaya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4.000 kg</a:t>
            </a:r>
            <a:endParaRPr lang="en-US" sz="864" dirty="0"/>
          </a:p>
        </p:txBody>
      </p:sp>
      <p:sp>
        <p:nvSpPr>
          <p:cNvPr id="129" name="Shape 110"/>
          <p:cNvSpPr/>
          <p:nvPr/>
        </p:nvSpPr>
        <p:spPr>
          <a:xfrm>
            <a:off x="3561885" y="5845302"/>
            <a:ext cx="138623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111"/>
          <p:cNvSpPr txBox="1"/>
          <p:nvPr/>
        </p:nvSpPr>
        <p:spPr>
          <a:xfrm>
            <a:off x="3561885" y="5845302"/>
            <a:ext cx="1386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JARAK PANDANG NAIK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200 m ke 2,5 km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53512"/>
            <a:ext cx="1431720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53512"/>
            <a:ext cx="14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223780" y="2953512"/>
            <a:ext cx="1431720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223780" y="2953512"/>
            <a:ext cx="14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8269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337560"/>
            <a:ext cx="613594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337560"/>
            <a:ext cx="613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405654" y="3337560"/>
            <a:ext cx="1431720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405654" y="3337560"/>
            <a:ext cx="14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928817" y="32826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66674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721608"/>
            <a:ext cx="409063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721608"/>
            <a:ext cx="409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201123" y="3721608"/>
            <a:ext cx="1636251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201123" y="3721608"/>
            <a:ext cx="16362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928817" y="366674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40507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4105656"/>
            <a:ext cx="818126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4105656"/>
            <a:ext cx="818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610186" y="4105656"/>
            <a:ext cx="1022657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610186" y="4105656"/>
            <a:ext cx="10226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724286" y="40507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4348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489704"/>
            <a:ext cx="204531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489704"/>
            <a:ext cx="204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7996591" y="4489704"/>
            <a:ext cx="818126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7996591" y="4489704"/>
            <a:ext cx="818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906160" y="44348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8188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873752"/>
            <a:ext cx="409063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873752"/>
            <a:ext cx="409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8201123" y="4873752"/>
            <a:ext cx="613594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8201123" y="4873752"/>
            <a:ext cx="6135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906160" y="4818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520293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5257800"/>
            <a:ext cx="204531" cy="27432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5257800"/>
            <a:ext cx="204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96591" y="5257800"/>
            <a:ext cx="204531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96591" y="5257800"/>
            <a:ext cx="204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92565" y="52029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5869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792060" y="5641848"/>
            <a:ext cx="204531" cy="2743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792060" y="5641848"/>
            <a:ext cx="2045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088034" y="55869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Shape 171"/>
          <p:cNvSpPr/>
          <p:nvPr/>
        </p:nvSpPr>
        <p:spPr>
          <a:xfrm>
            <a:off x="6292444" y="6044184"/>
            <a:ext cx="5222596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4" name="Text 172"/>
          <p:cNvSpPr txBox="1"/>
          <p:nvPr/>
        </p:nvSpPr>
        <p:spPr>
          <a:xfrm>
            <a:off x="6329020" y="6108192"/>
            <a:ext cx="5486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PEMILIK</a:t>
            </a:r>
            <a:endParaRPr lang="en-US" sz="600" dirty="0"/>
          </a:p>
        </p:txBody>
      </p:sp>
      <p:sp>
        <p:nvSpPr>
          <p:cNvPr id="195" name="Shape 173"/>
          <p:cNvSpPr/>
          <p:nvPr/>
        </p:nvSpPr>
        <p:spPr>
          <a:xfrm>
            <a:off x="6895948" y="6108192"/>
            <a:ext cx="699516" cy="17373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9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69100" y="6140196"/>
            <a:ext cx="109728" cy="109728"/>
          </a:xfrm>
          <a:prstGeom prst="rect">
            <a:avLst/>
          </a:prstGeom>
        </p:spPr>
      </p:pic>
      <p:sp>
        <p:nvSpPr>
          <p:cNvPr id="197" name="Text 174"/>
          <p:cNvSpPr txBox="1"/>
          <p:nvPr/>
        </p:nvSpPr>
        <p:spPr>
          <a:xfrm>
            <a:off x="7060540" y="6108192"/>
            <a:ext cx="5166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D6E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BNPB  </a:t>
            </a:r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</a:t>
            </a:r>
            <a:endParaRPr lang="en-US" sz="700" dirty="0"/>
          </a:p>
        </p:txBody>
      </p:sp>
      <p:sp>
        <p:nvSpPr>
          <p:cNvPr id="198" name="Shape 175"/>
          <p:cNvSpPr/>
          <p:nvPr/>
        </p:nvSpPr>
        <p:spPr>
          <a:xfrm>
            <a:off x="7659472" y="6108192"/>
            <a:ext cx="59893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19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732624" y="6140196"/>
            <a:ext cx="109728" cy="109728"/>
          </a:xfrm>
          <a:prstGeom prst="rect">
            <a:avLst/>
          </a:prstGeom>
        </p:spPr>
      </p:pic>
      <p:sp>
        <p:nvSpPr>
          <p:cNvPr id="200" name="Text 176"/>
          <p:cNvSpPr txBox="1"/>
          <p:nvPr/>
        </p:nvSpPr>
        <p:spPr>
          <a:xfrm>
            <a:off x="7824064" y="6108192"/>
            <a:ext cx="4160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700" dirty="0"/>
          </a:p>
        </p:txBody>
      </p:sp>
      <p:sp>
        <p:nvSpPr>
          <p:cNvPr id="201" name="Shape 177"/>
          <p:cNvSpPr/>
          <p:nvPr/>
        </p:nvSpPr>
        <p:spPr>
          <a:xfrm>
            <a:off x="8322412" y="6108192"/>
            <a:ext cx="850392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0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95564" y="6140196"/>
            <a:ext cx="109728" cy="109728"/>
          </a:xfrm>
          <a:prstGeom prst="rect">
            <a:avLst/>
          </a:prstGeom>
        </p:spPr>
      </p:pic>
      <p:sp>
        <p:nvSpPr>
          <p:cNvPr id="203" name="Text 178"/>
          <p:cNvSpPr txBox="1"/>
          <p:nvPr/>
        </p:nvSpPr>
        <p:spPr>
          <a:xfrm>
            <a:off x="8487004" y="6108192"/>
            <a:ext cx="6675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Kemenhut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  <p:sp>
        <p:nvSpPr>
          <p:cNvPr id="204" name="Shape 179"/>
          <p:cNvSpPr/>
          <p:nvPr/>
        </p:nvSpPr>
        <p:spPr>
          <a:xfrm>
            <a:off x="9236812" y="6108192"/>
            <a:ext cx="1001268" cy="173736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pic>
        <p:nvPicPr>
          <p:cNvPr id="20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09964" y="6140196"/>
            <a:ext cx="109728" cy="109728"/>
          </a:xfrm>
          <a:prstGeom prst="rect">
            <a:avLst/>
          </a:prstGeom>
        </p:spPr>
      </p:pic>
      <p:sp>
        <p:nvSpPr>
          <p:cNvPr id="206" name="Text 180"/>
          <p:cNvSpPr txBox="1"/>
          <p:nvPr/>
        </p:nvSpPr>
        <p:spPr>
          <a:xfrm>
            <a:off x="9401404" y="6108192"/>
            <a:ext cx="8183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PT Sinarmas  </a:t>
            </a:r>
            <a:pPr algn="ctr" indent="0" marL="0">
              <a:buNone/>
            </a:pPr>
            <a:r>
              <a:rPr lang="en-US" sz="7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3.250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16.200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36.554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17.616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Okt 2026, 07.00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04672" y="1549908"/>
            <a:ext cx="274320" cy="274320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20700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20700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16.200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430784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4472432" y="1549908"/>
            <a:ext cx="274320" cy="274320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487476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08" name="Peta 9008"/>
          <p:cNvSpPr/>
          <p:nvPr/>
        </p:nvSpPr>
        <p:spPr>
          <a:xfrm>
            <a:off x="487476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36.554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09" name="Peta 9009"/>
          <p:cNvSpPr/>
          <p:nvPr/>
        </p:nvSpPr>
        <p:spPr>
          <a:xfrm>
            <a:off x="7975600" y="1435608"/>
            <a:ext cx="357632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8140192" y="1549908"/>
            <a:ext cx="274320" cy="274320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8542528" y="1435608"/>
            <a:ext cx="2881376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900" b="1" spc="10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2" name="Peta 9012"/>
          <p:cNvSpPr/>
          <p:nvPr/>
        </p:nvSpPr>
        <p:spPr>
          <a:xfrm>
            <a:off x="8542528" y="1435608"/>
            <a:ext cx="284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17.616</a:t>
            </a:r>
            <a:r>
              <a:rPr lang="id-ID" sz="10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7735920" y="2029968"/>
            <a:ext cx="1006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4" name="Peta 9014"/>
          <p:cNvSpPr/>
          <p:nvPr/>
        </p:nvSpPr>
        <p:spPr>
          <a:xfrm>
            <a:off x="876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5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824216" y="2139696"/>
            <a:ext cx="118872" cy="118872"/>
          </a:xfrm>
          <a:prstGeom prst="rect">
            <a:avLst/>
          </a:prstGeom>
        </p:spPr>
      </p:pic>
      <p:sp>
        <p:nvSpPr>
          <p:cNvPr id="9016" name="Peta 9016"/>
          <p:cNvSpPr/>
          <p:nvPr/>
        </p:nvSpPr>
        <p:spPr>
          <a:xfrm>
            <a:off x="8970520" y="2029968"/>
            <a:ext cx="64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17" name="Peta 9017"/>
          <p:cNvSpPr/>
          <p:nvPr/>
        </p:nvSpPr>
        <p:spPr>
          <a:xfrm>
            <a:off x="9649352" y="2029968"/>
            <a:ext cx="98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8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704216" y="2139696"/>
            <a:ext cx="118872" cy="118872"/>
          </a:xfrm>
          <a:prstGeom prst="rect">
            <a:avLst/>
          </a:prstGeom>
        </p:spPr>
      </p:pic>
      <p:sp>
        <p:nvSpPr>
          <p:cNvPr id="9019" name="Peta 9019"/>
          <p:cNvSpPr/>
          <p:nvPr/>
        </p:nvSpPr>
        <p:spPr>
          <a:xfrm>
            <a:off x="9850520" y="2029968"/>
            <a:ext cx="77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56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0" name="Peta 9020"/>
          <p:cNvSpPr/>
          <p:nvPr/>
        </p:nvSpPr>
        <p:spPr>
          <a:xfrm>
            <a:off x="10659352" y="2029968"/>
            <a:ext cx="8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1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714216" y="2139696"/>
            <a:ext cx="118872" cy="118872"/>
          </a:xfrm>
          <a:prstGeom prst="rect">
            <a:avLst/>
          </a:prstGeom>
        </p:spPr>
      </p:pic>
      <p:sp>
        <p:nvSpPr>
          <p:cNvPr id="9022" name="Peta 9022"/>
          <p:cNvSpPr/>
          <p:nvPr/>
        </p:nvSpPr>
        <p:spPr>
          <a:xfrm>
            <a:off x="10860520" y="2029968"/>
            <a:ext cx="682256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6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56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3" name="Peta 9023"/>
          <p:cNvSpPr/>
          <p:nvPr/>
        </p:nvSpPr>
        <p:spPr>
          <a:xfrm>
            <a:off x="7507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24" name="Peta 9024"/>
          <p:cNvSpPr/>
          <p:nvPr/>
        </p:nvSpPr>
        <p:spPr>
          <a:xfrm>
            <a:off x="7781640" y="241401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25" name="Peta 9025"/>
          <p:cNvSpPr/>
          <p:nvPr/>
        </p:nvSpPr>
        <p:spPr>
          <a:xfrm>
            <a:off x="8741920" y="241401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3.250</a:t>
            </a:r>
          </a:p>
        </p:txBody>
      </p:sp>
      <p:sp>
        <p:nvSpPr>
          <p:cNvPr id="9026" name="Peta 9026"/>
          <p:cNvSpPr/>
          <p:nvPr/>
        </p:nvSpPr>
        <p:spPr>
          <a:xfrm>
            <a:off x="931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▲38%</a:t>
            </a:r>
          </a:p>
        </p:txBody>
      </p:sp>
      <p:sp>
        <p:nvSpPr>
          <p:cNvPr id="9027" name="Peta 9027"/>
          <p:cNvSpPr/>
          <p:nvPr/>
        </p:nvSpPr>
        <p:spPr>
          <a:xfrm>
            <a:off x="9621920" y="241401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8.527</a:t>
            </a:r>
          </a:p>
        </p:txBody>
      </p:sp>
      <p:sp>
        <p:nvSpPr>
          <p:cNvPr id="9028" name="Peta 9028"/>
          <p:cNvSpPr/>
          <p:nvPr/>
        </p:nvSpPr>
        <p:spPr>
          <a:xfrm>
            <a:off x="1032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▲28%</a:t>
            </a:r>
          </a:p>
        </p:txBody>
      </p:sp>
      <p:sp>
        <p:nvSpPr>
          <p:cNvPr id="9029" name="Peta 9029"/>
          <p:cNvSpPr/>
          <p:nvPr/>
        </p:nvSpPr>
        <p:spPr>
          <a:xfrm>
            <a:off x="10631920" y="241401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5.477</a:t>
            </a:r>
          </a:p>
        </p:txBody>
      </p:sp>
      <p:sp>
        <p:nvSpPr>
          <p:cNvPr id="9030" name="Peta 9030"/>
          <p:cNvSpPr/>
          <p:nvPr/>
        </p:nvSpPr>
        <p:spPr>
          <a:xfrm>
            <a:off x="11241024" y="241401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▲9%</a:t>
            </a:r>
          </a:p>
        </p:txBody>
      </p:sp>
      <p:sp>
        <p:nvSpPr>
          <p:cNvPr id="9031" name="Peta 9031"/>
          <p:cNvSpPr/>
          <p:nvPr/>
        </p:nvSpPr>
        <p:spPr>
          <a:xfrm>
            <a:off x="7479888" y="2745028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32" name="Peta 9032"/>
          <p:cNvSpPr/>
          <p:nvPr/>
        </p:nvSpPr>
        <p:spPr>
          <a:xfrm>
            <a:off x="7507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33" name="Peta 9033"/>
          <p:cNvSpPr/>
          <p:nvPr/>
        </p:nvSpPr>
        <p:spPr>
          <a:xfrm>
            <a:off x="7781640" y="274502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</a:p>
        </p:txBody>
      </p:sp>
      <p:sp>
        <p:nvSpPr>
          <p:cNvPr id="9034" name="Peta 9034"/>
          <p:cNvSpPr/>
          <p:nvPr/>
        </p:nvSpPr>
        <p:spPr>
          <a:xfrm>
            <a:off x="8741920" y="274502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2.524</a:t>
            </a:r>
          </a:p>
        </p:txBody>
      </p:sp>
      <p:sp>
        <p:nvSpPr>
          <p:cNvPr id="9035" name="Peta 9035"/>
          <p:cNvSpPr/>
          <p:nvPr/>
        </p:nvSpPr>
        <p:spPr>
          <a:xfrm>
            <a:off x="931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▲167%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621920" y="274502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5.093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32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▲64%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631920" y="274502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2.910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41024" y="274502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▲117%</a:t>
            </a:r>
          </a:p>
        </p:txBody>
      </p:sp>
      <p:sp>
        <p:nvSpPr>
          <p:cNvPr id="9040" name="Peta 9040"/>
          <p:cNvSpPr/>
          <p:nvPr/>
        </p:nvSpPr>
        <p:spPr>
          <a:xfrm>
            <a:off x="7479888" y="3076040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507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42" name="Peta 9042"/>
          <p:cNvSpPr/>
          <p:nvPr/>
        </p:nvSpPr>
        <p:spPr>
          <a:xfrm>
            <a:off x="7781640" y="307604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</a:p>
        </p:txBody>
      </p:sp>
      <p:sp>
        <p:nvSpPr>
          <p:cNvPr id="9043" name="Peta 9043"/>
          <p:cNvSpPr/>
          <p:nvPr/>
        </p:nvSpPr>
        <p:spPr>
          <a:xfrm>
            <a:off x="8741920" y="307604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1.240</a:t>
            </a:r>
          </a:p>
        </p:txBody>
      </p:sp>
      <p:sp>
        <p:nvSpPr>
          <p:cNvPr id="9044" name="Peta 9044"/>
          <p:cNvSpPr/>
          <p:nvPr/>
        </p:nvSpPr>
        <p:spPr>
          <a:xfrm>
            <a:off x="931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▲25%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621920" y="307604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2.520</a:t>
            </a:r>
          </a:p>
        </p:txBody>
      </p:sp>
      <p:sp>
        <p:nvSpPr>
          <p:cNvPr id="9046" name="Peta 9046"/>
          <p:cNvSpPr/>
          <p:nvPr/>
        </p:nvSpPr>
        <p:spPr>
          <a:xfrm>
            <a:off x="1032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▲28%</a:t>
            </a:r>
          </a:p>
        </p:txBody>
      </p:sp>
      <p:sp>
        <p:nvSpPr>
          <p:cNvPr id="9047" name="Peta 9047"/>
          <p:cNvSpPr/>
          <p:nvPr/>
        </p:nvSpPr>
        <p:spPr>
          <a:xfrm>
            <a:off x="10631920" y="307604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1.125</a:t>
            </a:r>
          </a:p>
        </p:txBody>
      </p:sp>
      <p:sp>
        <p:nvSpPr>
          <p:cNvPr id="9048" name="Peta 9048"/>
          <p:cNvSpPr/>
          <p:nvPr/>
        </p:nvSpPr>
        <p:spPr>
          <a:xfrm>
            <a:off x="11241024" y="307604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▲47%</a:t>
            </a:r>
          </a:p>
        </p:txBody>
      </p:sp>
      <p:sp>
        <p:nvSpPr>
          <p:cNvPr id="9049" name="Peta 9049"/>
          <p:cNvSpPr/>
          <p:nvPr/>
        </p:nvSpPr>
        <p:spPr>
          <a:xfrm>
            <a:off x="7479888" y="3407052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0" name="Peta 9050"/>
          <p:cNvSpPr/>
          <p:nvPr/>
        </p:nvSpPr>
        <p:spPr>
          <a:xfrm>
            <a:off x="7507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51" name="Peta 9051"/>
          <p:cNvSpPr/>
          <p:nvPr/>
        </p:nvSpPr>
        <p:spPr>
          <a:xfrm>
            <a:off x="7781640" y="340705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052" name="Peta 9052"/>
          <p:cNvSpPr/>
          <p:nvPr/>
        </p:nvSpPr>
        <p:spPr>
          <a:xfrm>
            <a:off x="8741920" y="340705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1.039</a:t>
            </a:r>
          </a:p>
        </p:txBody>
      </p:sp>
      <p:sp>
        <p:nvSpPr>
          <p:cNvPr id="9053" name="Peta 9053"/>
          <p:cNvSpPr/>
          <p:nvPr/>
        </p:nvSpPr>
        <p:spPr>
          <a:xfrm>
            <a:off x="931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▼62%</a:t>
            </a:r>
          </a:p>
        </p:txBody>
      </p:sp>
      <p:sp>
        <p:nvSpPr>
          <p:cNvPr id="9054" name="Peta 9054"/>
          <p:cNvSpPr/>
          <p:nvPr/>
        </p:nvSpPr>
        <p:spPr>
          <a:xfrm>
            <a:off x="9621920" y="340705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2.874</a:t>
            </a:r>
          </a:p>
        </p:txBody>
      </p:sp>
      <p:sp>
        <p:nvSpPr>
          <p:cNvPr id="9055" name="Peta 9055"/>
          <p:cNvSpPr/>
          <p:nvPr/>
        </p:nvSpPr>
        <p:spPr>
          <a:xfrm>
            <a:off x="1032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▼52%</a:t>
            </a:r>
          </a:p>
        </p:txBody>
      </p:sp>
      <p:sp>
        <p:nvSpPr>
          <p:cNvPr id="9056" name="Peta 9056"/>
          <p:cNvSpPr/>
          <p:nvPr/>
        </p:nvSpPr>
        <p:spPr>
          <a:xfrm>
            <a:off x="10631920" y="340705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1.428</a:t>
            </a:r>
          </a:p>
        </p:txBody>
      </p:sp>
      <p:sp>
        <p:nvSpPr>
          <p:cNvPr id="9057" name="Peta 9057"/>
          <p:cNvSpPr/>
          <p:nvPr/>
        </p:nvSpPr>
        <p:spPr>
          <a:xfrm>
            <a:off x="11241024" y="340705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▼46%</a:t>
            </a:r>
          </a:p>
        </p:txBody>
      </p:sp>
      <p:sp>
        <p:nvSpPr>
          <p:cNvPr id="9058" name="Peta 9058"/>
          <p:cNvSpPr/>
          <p:nvPr/>
        </p:nvSpPr>
        <p:spPr>
          <a:xfrm>
            <a:off x="7479888" y="3738064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9" name="Peta 9059"/>
          <p:cNvSpPr/>
          <p:nvPr/>
        </p:nvSpPr>
        <p:spPr>
          <a:xfrm>
            <a:off x="7507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60" name="Peta 9060"/>
          <p:cNvSpPr/>
          <p:nvPr/>
        </p:nvSpPr>
        <p:spPr>
          <a:xfrm>
            <a:off x="7781640" y="373806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61" name="Peta 9061"/>
          <p:cNvSpPr/>
          <p:nvPr/>
        </p:nvSpPr>
        <p:spPr>
          <a:xfrm>
            <a:off x="8741920" y="373806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964</a:t>
            </a:r>
          </a:p>
        </p:txBody>
      </p:sp>
      <p:sp>
        <p:nvSpPr>
          <p:cNvPr id="9062" name="Peta 9062"/>
          <p:cNvSpPr/>
          <p:nvPr/>
        </p:nvSpPr>
        <p:spPr>
          <a:xfrm>
            <a:off x="931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▲6%</a:t>
            </a:r>
          </a:p>
        </p:txBody>
      </p:sp>
      <p:sp>
        <p:nvSpPr>
          <p:cNvPr id="9063" name="Peta 9063"/>
          <p:cNvSpPr/>
          <p:nvPr/>
        </p:nvSpPr>
        <p:spPr>
          <a:xfrm>
            <a:off x="9621920" y="373806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2.442</a:t>
            </a:r>
          </a:p>
        </p:txBody>
      </p:sp>
      <p:sp>
        <p:nvSpPr>
          <p:cNvPr id="9064" name="Peta 9064"/>
          <p:cNvSpPr/>
          <p:nvPr/>
        </p:nvSpPr>
        <p:spPr>
          <a:xfrm>
            <a:off x="1032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▲56%</a:t>
            </a:r>
          </a:p>
        </p:txBody>
      </p:sp>
      <p:sp>
        <p:nvSpPr>
          <p:cNvPr id="9065" name="Peta 9065"/>
          <p:cNvSpPr/>
          <p:nvPr/>
        </p:nvSpPr>
        <p:spPr>
          <a:xfrm>
            <a:off x="10631920" y="373806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1.141</a:t>
            </a:r>
          </a:p>
        </p:txBody>
      </p:sp>
      <p:sp>
        <p:nvSpPr>
          <p:cNvPr id="9066" name="Peta 9066"/>
          <p:cNvSpPr/>
          <p:nvPr/>
        </p:nvSpPr>
        <p:spPr>
          <a:xfrm>
            <a:off x="11241024" y="373806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▲65%</a:t>
            </a:r>
          </a:p>
        </p:txBody>
      </p:sp>
      <p:sp>
        <p:nvSpPr>
          <p:cNvPr id="9067" name="Peta 9067"/>
          <p:cNvSpPr/>
          <p:nvPr/>
        </p:nvSpPr>
        <p:spPr>
          <a:xfrm>
            <a:off x="7479888" y="4069076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8" name="Peta 9068"/>
          <p:cNvSpPr/>
          <p:nvPr/>
        </p:nvSpPr>
        <p:spPr>
          <a:xfrm>
            <a:off x="7507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69" name="Peta 9069"/>
          <p:cNvSpPr/>
          <p:nvPr/>
        </p:nvSpPr>
        <p:spPr>
          <a:xfrm>
            <a:off x="7781640" y="4069076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70" name="Peta 9070"/>
          <p:cNvSpPr/>
          <p:nvPr/>
        </p:nvSpPr>
        <p:spPr>
          <a:xfrm>
            <a:off x="8741920" y="4069076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881</a:t>
            </a:r>
          </a:p>
        </p:txBody>
      </p:sp>
      <p:sp>
        <p:nvSpPr>
          <p:cNvPr id="9071" name="Peta 9071"/>
          <p:cNvSpPr/>
          <p:nvPr/>
        </p:nvSpPr>
        <p:spPr>
          <a:xfrm>
            <a:off x="931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▲17%</a:t>
            </a:r>
          </a:p>
        </p:txBody>
      </p:sp>
      <p:sp>
        <p:nvSpPr>
          <p:cNvPr id="9072" name="Peta 9072"/>
          <p:cNvSpPr/>
          <p:nvPr/>
        </p:nvSpPr>
        <p:spPr>
          <a:xfrm>
            <a:off x="9621920" y="4069076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2.458</a:t>
            </a:r>
          </a:p>
        </p:txBody>
      </p:sp>
      <p:sp>
        <p:nvSpPr>
          <p:cNvPr id="9073" name="Peta 9073"/>
          <p:cNvSpPr/>
          <p:nvPr/>
        </p:nvSpPr>
        <p:spPr>
          <a:xfrm>
            <a:off x="1032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▲68%</a:t>
            </a:r>
          </a:p>
        </p:txBody>
      </p:sp>
      <p:sp>
        <p:nvSpPr>
          <p:cNvPr id="9074" name="Peta 9074"/>
          <p:cNvSpPr/>
          <p:nvPr/>
        </p:nvSpPr>
        <p:spPr>
          <a:xfrm>
            <a:off x="10631920" y="4069076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948</a:t>
            </a:r>
          </a:p>
        </p:txBody>
      </p:sp>
      <p:sp>
        <p:nvSpPr>
          <p:cNvPr id="9075" name="Peta 9075"/>
          <p:cNvSpPr/>
          <p:nvPr/>
        </p:nvSpPr>
        <p:spPr>
          <a:xfrm>
            <a:off x="11241024" y="4069076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▲82%</a:t>
            </a:r>
          </a:p>
        </p:txBody>
      </p:sp>
      <p:sp>
        <p:nvSpPr>
          <p:cNvPr id="9076" name="Peta 9076"/>
          <p:cNvSpPr/>
          <p:nvPr/>
        </p:nvSpPr>
        <p:spPr>
          <a:xfrm>
            <a:off x="7479888" y="4400088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7" name="Peta 9077"/>
          <p:cNvSpPr/>
          <p:nvPr/>
        </p:nvSpPr>
        <p:spPr>
          <a:xfrm>
            <a:off x="7507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78" name="Peta 9078"/>
          <p:cNvSpPr/>
          <p:nvPr/>
        </p:nvSpPr>
        <p:spPr>
          <a:xfrm>
            <a:off x="7781640" y="4400088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</a:p>
        </p:txBody>
      </p:sp>
      <p:sp>
        <p:nvSpPr>
          <p:cNvPr id="9079" name="Peta 9079"/>
          <p:cNvSpPr/>
          <p:nvPr/>
        </p:nvSpPr>
        <p:spPr>
          <a:xfrm>
            <a:off x="8741920" y="4400088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843</a:t>
            </a:r>
          </a:p>
        </p:txBody>
      </p:sp>
      <p:sp>
        <p:nvSpPr>
          <p:cNvPr id="9080" name="Peta 9080"/>
          <p:cNvSpPr/>
          <p:nvPr/>
        </p:nvSpPr>
        <p:spPr>
          <a:xfrm>
            <a:off x="931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▲869%</a:t>
            </a:r>
          </a:p>
        </p:txBody>
      </p:sp>
      <p:sp>
        <p:nvSpPr>
          <p:cNvPr id="9081" name="Peta 9081"/>
          <p:cNvSpPr/>
          <p:nvPr/>
        </p:nvSpPr>
        <p:spPr>
          <a:xfrm>
            <a:off x="9621920" y="4400088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1.322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32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▲257%</a:t>
            </a:r>
          </a:p>
        </p:txBody>
      </p:sp>
      <p:sp>
        <p:nvSpPr>
          <p:cNvPr id="9083" name="Peta 9083"/>
          <p:cNvSpPr/>
          <p:nvPr/>
        </p:nvSpPr>
        <p:spPr>
          <a:xfrm>
            <a:off x="10631920" y="4400088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491</a:t>
            </a:r>
          </a:p>
        </p:txBody>
      </p:sp>
      <p:sp>
        <p:nvSpPr>
          <p:cNvPr id="9084" name="Peta 9084"/>
          <p:cNvSpPr/>
          <p:nvPr/>
        </p:nvSpPr>
        <p:spPr>
          <a:xfrm>
            <a:off x="11241024" y="4400088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▲320%</a:t>
            </a:r>
          </a:p>
        </p:txBody>
      </p:sp>
      <p:sp>
        <p:nvSpPr>
          <p:cNvPr id="9085" name="Peta 9085"/>
          <p:cNvSpPr/>
          <p:nvPr/>
        </p:nvSpPr>
        <p:spPr>
          <a:xfrm>
            <a:off x="7479888" y="4731100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6" name="Peta 9086"/>
          <p:cNvSpPr/>
          <p:nvPr/>
        </p:nvSpPr>
        <p:spPr>
          <a:xfrm>
            <a:off x="7507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087" name="Peta 9087"/>
          <p:cNvSpPr/>
          <p:nvPr/>
        </p:nvSpPr>
        <p:spPr>
          <a:xfrm>
            <a:off x="7781640" y="4731100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41920" y="4731100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716</a:t>
            </a:r>
          </a:p>
        </p:txBody>
      </p:sp>
      <p:sp>
        <p:nvSpPr>
          <p:cNvPr id="9089" name="Peta 9089"/>
          <p:cNvSpPr/>
          <p:nvPr/>
        </p:nvSpPr>
        <p:spPr>
          <a:xfrm>
            <a:off x="931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▲377%</a:t>
            </a:r>
          </a:p>
        </p:txBody>
      </p:sp>
      <p:sp>
        <p:nvSpPr>
          <p:cNvPr id="9090" name="Peta 9090"/>
          <p:cNvSpPr/>
          <p:nvPr/>
        </p:nvSpPr>
        <p:spPr>
          <a:xfrm>
            <a:off x="9621920" y="4731100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1.237</a:t>
            </a:r>
          </a:p>
        </p:txBody>
      </p:sp>
      <p:sp>
        <p:nvSpPr>
          <p:cNvPr id="9091" name="Peta 9091"/>
          <p:cNvSpPr/>
          <p:nvPr/>
        </p:nvSpPr>
        <p:spPr>
          <a:xfrm>
            <a:off x="1032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▲102%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631920" y="4731100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168</a:t>
            </a:r>
          </a:p>
        </p:txBody>
      </p:sp>
      <p:sp>
        <p:nvSpPr>
          <p:cNvPr id="9093" name="Peta 9093"/>
          <p:cNvSpPr/>
          <p:nvPr/>
        </p:nvSpPr>
        <p:spPr>
          <a:xfrm>
            <a:off x="11241024" y="4731100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▲79%</a:t>
            </a:r>
          </a:p>
        </p:txBody>
      </p:sp>
      <p:sp>
        <p:nvSpPr>
          <p:cNvPr id="9094" name="Peta 9094"/>
          <p:cNvSpPr/>
          <p:nvPr/>
        </p:nvSpPr>
        <p:spPr>
          <a:xfrm>
            <a:off x="7479888" y="5062112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5" name="Peta 9095"/>
          <p:cNvSpPr/>
          <p:nvPr/>
        </p:nvSpPr>
        <p:spPr>
          <a:xfrm>
            <a:off x="7507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096" name="Peta 9096"/>
          <p:cNvSpPr/>
          <p:nvPr/>
        </p:nvSpPr>
        <p:spPr>
          <a:xfrm>
            <a:off x="7781640" y="5062112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97" name="Peta 9097"/>
          <p:cNvSpPr/>
          <p:nvPr/>
        </p:nvSpPr>
        <p:spPr>
          <a:xfrm>
            <a:off x="8741920" y="5062112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685</a:t>
            </a:r>
          </a:p>
        </p:txBody>
      </p:sp>
      <p:sp>
        <p:nvSpPr>
          <p:cNvPr id="9098" name="Peta 9098"/>
          <p:cNvSpPr/>
          <p:nvPr/>
        </p:nvSpPr>
        <p:spPr>
          <a:xfrm>
            <a:off x="931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▲17%</a:t>
            </a:r>
          </a:p>
        </p:txBody>
      </p:sp>
      <p:sp>
        <p:nvSpPr>
          <p:cNvPr id="9099" name="Peta 9099"/>
          <p:cNvSpPr/>
          <p:nvPr/>
        </p:nvSpPr>
        <p:spPr>
          <a:xfrm>
            <a:off x="9621920" y="5062112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1.464</a:t>
            </a:r>
          </a:p>
        </p:txBody>
      </p:sp>
      <p:sp>
        <p:nvSpPr>
          <p:cNvPr id="9100" name="Peta 9100"/>
          <p:cNvSpPr/>
          <p:nvPr/>
        </p:nvSpPr>
        <p:spPr>
          <a:xfrm>
            <a:off x="1032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▲49%</a:t>
            </a:r>
          </a:p>
        </p:txBody>
      </p:sp>
      <p:sp>
        <p:nvSpPr>
          <p:cNvPr id="9101" name="Peta 9101"/>
          <p:cNvSpPr/>
          <p:nvPr/>
        </p:nvSpPr>
        <p:spPr>
          <a:xfrm>
            <a:off x="10631920" y="5062112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629</a:t>
            </a:r>
          </a:p>
        </p:txBody>
      </p:sp>
      <p:sp>
        <p:nvSpPr>
          <p:cNvPr id="9102" name="Peta 9102"/>
          <p:cNvSpPr/>
          <p:nvPr/>
        </p:nvSpPr>
        <p:spPr>
          <a:xfrm>
            <a:off x="11241024" y="5062112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▲60%</a:t>
            </a:r>
          </a:p>
        </p:txBody>
      </p:sp>
      <p:sp>
        <p:nvSpPr>
          <p:cNvPr id="9103" name="Peta 9103"/>
          <p:cNvSpPr/>
          <p:nvPr/>
        </p:nvSpPr>
        <p:spPr>
          <a:xfrm>
            <a:off x="7479888" y="5393124"/>
            <a:ext cx="4072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4" name="Peta 9104"/>
          <p:cNvSpPr/>
          <p:nvPr/>
        </p:nvSpPr>
        <p:spPr>
          <a:xfrm>
            <a:off x="7507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05" name="Peta 9105"/>
          <p:cNvSpPr/>
          <p:nvPr/>
        </p:nvSpPr>
        <p:spPr>
          <a:xfrm>
            <a:off x="7781640" y="5393124"/>
            <a:ext cx="960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106" name="Peta 9106"/>
          <p:cNvSpPr/>
          <p:nvPr/>
        </p:nvSpPr>
        <p:spPr>
          <a:xfrm>
            <a:off x="8741920" y="5393124"/>
            <a:ext cx="51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630</a:t>
            </a:r>
          </a:p>
        </p:txBody>
      </p:sp>
      <p:sp>
        <p:nvSpPr>
          <p:cNvPr id="9107" name="Peta 9107"/>
          <p:cNvSpPr/>
          <p:nvPr/>
        </p:nvSpPr>
        <p:spPr>
          <a:xfrm>
            <a:off x="931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▲7%</a:t>
            </a:r>
          </a:p>
        </p:txBody>
      </p:sp>
      <p:sp>
        <p:nvSpPr>
          <p:cNvPr id="9108" name="Peta 9108"/>
          <p:cNvSpPr/>
          <p:nvPr/>
        </p:nvSpPr>
        <p:spPr>
          <a:xfrm>
            <a:off x="9621920" y="5393124"/>
            <a:ext cx="64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1.446</a:t>
            </a:r>
          </a:p>
        </p:txBody>
      </p:sp>
      <p:sp>
        <p:nvSpPr>
          <p:cNvPr id="9109" name="Peta 9109"/>
          <p:cNvSpPr/>
          <p:nvPr/>
        </p:nvSpPr>
        <p:spPr>
          <a:xfrm>
            <a:off x="1032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▲49%</a:t>
            </a:r>
          </a:p>
        </p:txBody>
      </p:sp>
      <p:sp>
        <p:nvSpPr>
          <p:cNvPr id="9110" name="Peta 9110"/>
          <p:cNvSpPr/>
          <p:nvPr/>
        </p:nvSpPr>
        <p:spPr>
          <a:xfrm>
            <a:off x="10631920" y="5393124"/>
            <a:ext cx="55424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9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553</a:t>
            </a:r>
          </a:p>
        </p:txBody>
      </p:sp>
      <p:sp>
        <p:nvSpPr>
          <p:cNvPr id="9111" name="Peta 9111"/>
          <p:cNvSpPr/>
          <p:nvPr/>
        </p:nvSpPr>
        <p:spPr>
          <a:xfrm>
            <a:off x="11241024" y="5393124"/>
            <a:ext cx="31089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6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▲71%</a:t>
            </a:r>
          </a:p>
        </p:txBody>
      </p:sp>
      <p:pic>
        <p:nvPicPr>
          <p:cNvPr id="9112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540530"/>
            <a:ext cx="6656928" cy="2673052"/>
          </a:xfrm>
          <a:prstGeom prst="rect">
            <a:avLst/>
          </a:prstGeom>
        </p:spPr>
      </p:pic>
      <p:sp>
        <p:nvSpPr>
          <p:cNvPr id="9113" name="Peta 9113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4" name="Peta 9114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15" name="Peta 9115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6" name="Peta 9116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17" name="Peta 9117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19" name="Peta 9119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0" name="Peta 9120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21" name="Peta 9121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2" name="Peta 9122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