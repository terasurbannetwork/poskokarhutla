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4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00" r:id="rId99"/>
    <p:sldId id="256" r:id="rId2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99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TIH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ELAP">
    <p:bg>
      <p:bgPr>
        <a:solidFill>
          <a:srgbClr val="05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png"/><Relationship Id="rId19" Type="http://schemas.openxmlformats.org/officeDocument/2006/relationships/image" Target="../media/image-1-19.png"/><Relationship Id="rId20" Type="http://schemas.openxmlformats.org/officeDocument/2006/relationships/slideLayout" Target="../slideLayouts/slideLayout2.xml"/><Relationship Id="rId21" Type="http://schemas.openxmlformats.org/officeDocument/2006/relationships/notesSlide" Target="../notesSlides/notesSlide1.xml"/><Relationship Id="S2rId1" Type="http://schemas.openxmlformats.org/officeDocument/2006/relationships/image" Target="../media/image-2-1.png"/><Relationship Id="S2rId2" Type="http://schemas.openxmlformats.org/officeDocument/2006/relationships/image" Target="../media/image-2-2.png"/><Relationship Id="S2rId3" Type="http://schemas.openxmlformats.org/officeDocument/2006/relationships/image" Target="../media/image-2-3.png"/><Relationship Id="S2rId4" Type="http://schemas.openxmlformats.org/officeDocument/2006/relationships/image" Target="../media/image-2-4.png"/><Relationship Id="S2rId5" Type="http://schemas.openxmlformats.org/officeDocument/2006/relationships/image" Target="../media/image-2-5.png"/><Relationship Id="S2rId6" Type="http://schemas.openxmlformats.org/officeDocument/2006/relationships/image" Target="../media/image-2-6.png"/><Relationship Id="S2rId7" Type="http://schemas.openxmlformats.org/officeDocument/2006/relationships/image" Target="../media/image-2-7.png"/><Relationship Id="S2rId8" Type="http://schemas.openxmlformats.org/officeDocument/2006/relationships/image" Target="../media/image-2-8.png"/><Relationship Id="S2rId9" Type="http://schemas.openxmlformats.org/officeDocument/2006/relationships/image" Target="../media/image-2-9.png"/><Relationship Id="S2rId10" Type="http://schemas.openxmlformats.org/officeDocument/2006/relationships/image" Target="../media/image-2-10.png"/><Relationship Id="S2rId11" Type="http://schemas.openxmlformats.org/officeDocument/2006/relationships/image" Target="../media/image-2-11.png"/><Relationship Id="S2rId12" Type="http://schemas.openxmlformats.org/officeDocument/2006/relationships/image" Target="../media/image-2-12.png"/><Relationship Id="S2rId13" Type="http://schemas.openxmlformats.org/officeDocument/2006/relationships/image" Target="../media/image-2-13.png"/><Relationship Id="logo74" Type="http://schemas.openxmlformats.org/officeDocument/2006/relationships/image" Target="../media/logo-74.png"/><Relationship Id="logo53" Type="http://schemas.openxmlformats.org/officeDocument/2006/relationships/image" Target="../media/logo-53.png"/><Relationship Id="logo73" Type="http://schemas.openxmlformats.org/officeDocument/2006/relationships/image" Target="../media/logo-73.png"/><Relationship Id="rIdFs" Type="http://schemas.openxmlformats.org/officeDocument/2006/relationships/image" Target="../media/ikon-firespot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image" Target="../media/image-3-15.png"/><Relationship Id="rId16" Type="http://schemas.openxmlformats.org/officeDocument/2006/relationships/image" Target="../media/image-3-16.png"/><Relationship Id="rId17" Type="http://schemas.openxmlformats.org/officeDocument/2006/relationships/image" Target="../media/image-3-17.png"/><Relationship Id="rId18" Type="http://schemas.openxmlformats.org/officeDocument/2006/relationships/image" Target="../media/image-3-18.png"/><Relationship Id="rId19" Type="http://schemas.openxmlformats.org/officeDocument/2006/relationships/image" Target="../media/image-3-19.png"/><Relationship Id="rId20" Type="http://schemas.openxmlformats.org/officeDocument/2006/relationships/image" Target="../media/image-3-20.png"/><Relationship Id="rId21" Type="http://schemas.openxmlformats.org/officeDocument/2006/relationships/image" Target="../media/image-3-21.png"/><Relationship Id="rId22" Type="http://schemas.openxmlformats.org/officeDocument/2006/relationships/image" Target="../media/image-3-22.png"/><Relationship Id="rId23" Type="http://schemas.openxmlformats.org/officeDocument/2006/relationships/image" Target="../media/image-3-23.png"/><Relationship Id="rId24" Type="http://schemas.openxmlformats.org/officeDocument/2006/relationships/image" Target="../media/image-3-24.png"/><Relationship Id="rId25" Type="http://schemas.openxmlformats.org/officeDocument/2006/relationships/slideLayout" Target="../slideLayouts/slideLayout2.xml"/><Relationship Id="rId26" Type="http://schemas.openxmlformats.org/officeDocument/2006/relationships/notesSlide" Target="../notesSlides/notesSlide3.xml"/><Relationship Id="rIdPemda" Type="http://schemas.openxmlformats.org/officeDocument/2006/relationships/image" Target="../media/ikon-pemda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../media/image-1-1.png"/><Relationship Id="rIdPeta" Type="http://schemas.openxmlformats.org/officeDocument/2006/relationships/image" Target="../media/peta-hotspot-20okt.png"/><Relationship Id="rIdIk1" Type="http://schemas.openxmlformats.org/officeDocument/2006/relationships/image" Target="../media/image-1-2.png"/><Relationship Id="rIdIk2" Type="http://schemas.openxmlformats.org/officeDocument/2006/relationships/image" Target="../media/image-1-3.png"/><Relationship Id="rIdIk3" Type="http://schemas.openxmlformats.org/officeDocument/2006/relationships/image" Target="../media/image-1-4.png"/><Relationship Id="rIdIkFs" Type="http://schemas.openxmlformats.org/officeDocument/2006/relationships/image" Target="../media/ikon-firespot.png"/><Relationship Id="rIdLay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4543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Penanganan dan Pengendalian Karhutla per Tanggal </a:t>
            </a:r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31</a:t>
            </a:r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Oktober </a:t>
            </a:r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2026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05256"/>
            <a:ext cx="104543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 provinsi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teratas; </a:t>
            </a:r>
            <a:pPr indent="0" marL="0">
              <a:buNone/>
            </a:pP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±2.000 ha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</a:t>
            </a:r>
            <a:pPr indent="0" marL="0">
              <a:buNone/>
            </a:pP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48 persen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) dari </a:t>
            </a:r>
            <a:pPr indent="0" marL="0">
              <a:buNone/>
            </a:pP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±4.137 ha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api 29 Okt telah padam pada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31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Okt, belum padam </a:t>
            </a:r>
            <a:pPr indent="0" marL="0">
              <a:buNone/>
            </a:pP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±1.557 ha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11094415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95583" y="365760"/>
            <a:ext cx="347472" cy="43891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Badan Nasional Penanggulangan Bencana  |  Copyright 2026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11094415" y="65105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8849380" y="896112"/>
            <a:ext cx="2793675" cy="228600"/>
          </a:xfrm>
          <a:prstGeom prst="roundRect">
            <a:avLst>
              <a:gd name="adj" fmla="val 52000"/>
            </a:avLst>
          </a:prstGeom>
          <a:solidFill>
            <a:srgbClr val="051C2C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849380" y="896112"/>
            <a:ext cx="2793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AFC3D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CUT OFF DATA   </a:t>
            </a:r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31 Okt 2026, 18.00 WIB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1353312"/>
            <a:ext cx="11094415" cy="4453128"/>
          </a:xfrm>
          <a:prstGeom prst="roundRect">
            <a:avLst>
              <a:gd name="adj" fmla="val 1643"/>
            </a:avLst>
          </a:prstGeom>
          <a:solidFill>
            <a:srgbClr val="FFFFFF"/>
          </a:solidFill>
          <a:ln w="9525">
            <a:solidFill>
              <a:srgbClr val="BFC5CC"/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731520" y="191109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PROVINSI</a:t>
            </a:r>
            <a:endParaRPr lang="en-US" sz="800" dirty="0"/>
          </a:p>
        </p:txBody>
      </p:sp>
      <p:sp>
        <p:nvSpPr>
          <p:cNvPr id="31" name="Shape 25"/>
          <p:cNvSpPr/>
          <p:nvPr/>
        </p:nvSpPr>
        <p:spPr>
          <a:xfrm>
            <a:off x="621792" y="2167128"/>
            <a:ext cx="10948111" cy="481584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08" name="Shape 96"/>
          <p:cNvSpPr/>
          <p:nvPr/>
        </p:nvSpPr>
        <p:spPr>
          <a:xfrm>
            <a:off x="621792" y="3203448"/>
            <a:ext cx="10948111" cy="481584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85" name="Shape 167"/>
          <p:cNvSpPr/>
          <p:nvPr/>
        </p:nvSpPr>
        <p:spPr>
          <a:xfrm>
            <a:off x="621792" y="4239768"/>
            <a:ext cx="10948111" cy="481584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224" name="Shape 203"/>
          <p:cNvSpPr/>
          <p:nvPr/>
        </p:nvSpPr>
        <p:spPr>
          <a:xfrm>
            <a:off x="621792" y="5330952"/>
            <a:ext cx="10948111" cy="384048"/>
          </a:xfrm>
          <a:prstGeom prst="roundRect">
            <a:avLst>
              <a:gd name="adj" fmla="val 11905"/>
            </a:avLst>
          </a:prstGeom>
          <a:solidFill>
            <a:srgbClr val="051C2C"/>
          </a:solidFill>
          <a:ln/>
        </p:spPr>
      </p:sp>
      <p:sp>
        <p:nvSpPr>
          <p:cNvPr id="225" name="Text 204"/>
          <p:cNvSpPr txBox="1"/>
          <p:nvPr/>
        </p:nvSpPr>
        <p:spPr>
          <a:xfrm>
            <a:off x="731520" y="5330952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Jumlah 6 provinsi</a:t>
            </a:r>
            <a:endParaRPr lang="en-US" sz="1200" dirty="0"/>
          </a:p>
        </p:txBody>
      </p:sp>
      <p:sp>
        <p:nvSpPr>
          <p:cNvPr id="235" name="Shape 214"/>
          <p:cNvSpPr/>
          <p:nvPr/>
        </p:nvSpPr>
        <p:spPr>
          <a:xfrm>
            <a:off x="1571396" y="5939028"/>
            <a:ext cx="128016" cy="128016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236" name="Text 215"/>
          <p:cNvSpPr txBox="1"/>
          <p:nvPr/>
        </p:nvSpPr>
        <p:spPr>
          <a:xfrm>
            <a:off x="1790852" y="5897880"/>
            <a:ext cx="1508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naik dari hari sebelumnya</a:t>
            </a:r>
            <a:endParaRPr lang="en-US" sz="750" dirty="0"/>
          </a:p>
        </p:txBody>
      </p:sp>
      <p:sp>
        <p:nvSpPr>
          <p:cNvPr id="237" name="Shape 216"/>
          <p:cNvSpPr/>
          <p:nvPr/>
        </p:nvSpPr>
        <p:spPr>
          <a:xfrm>
            <a:off x="3336188" y="5939028"/>
            <a:ext cx="128016" cy="128016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238" name="Text 217"/>
          <p:cNvSpPr txBox="1"/>
          <p:nvPr/>
        </p:nvSpPr>
        <p:spPr>
          <a:xfrm>
            <a:off x="3555644" y="5897880"/>
            <a:ext cx="155813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turun dari hari sebelumnya</a:t>
            </a:r>
            <a:endParaRPr lang="en-US" sz="750" dirty="0"/>
          </a:p>
        </p:txBody>
      </p:sp>
      <p:sp>
        <p:nvSpPr>
          <p:cNvPr id="239" name="Shape 218"/>
          <p:cNvSpPr/>
          <p:nvPr/>
        </p:nvSpPr>
        <p:spPr>
          <a:xfrm>
            <a:off x="5150358" y="5939028"/>
            <a:ext cx="128016" cy="128016"/>
          </a:xfrm>
          <a:prstGeom prst="rect">
            <a:avLst/>
          </a:prstGeom>
          <a:solidFill>
            <a:srgbClr val="A9B4C2"/>
          </a:solidFill>
          <a:ln/>
        </p:spPr>
      </p:sp>
      <p:sp>
        <p:nvSpPr>
          <p:cNvPr id="240" name="Text 219"/>
          <p:cNvSpPr txBox="1"/>
          <p:nvPr/>
        </p:nvSpPr>
        <p:spPr>
          <a:xfrm>
            <a:off x="5369814" y="5897880"/>
            <a:ext cx="106436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tanpa pembanding</a:t>
            </a:r>
            <a:endParaRPr lang="en-US" sz="750" dirty="0"/>
          </a:p>
        </p:txBody>
      </p:sp>
      <p:sp>
        <p:nvSpPr>
          <p:cNvPr id="241" name="Shape 220"/>
          <p:cNvSpPr/>
          <p:nvPr/>
        </p:nvSpPr>
        <p:spPr>
          <a:xfrm>
            <a:off x="6443320" y="5943600"/>
            <a:ext cx="201168" cy="118872"/>
          </a:xfrm>
          <a:prstGeom prst="roundRect">
            <a:avLst>
              <a:gd name="adj" fmla="val 50000"/>
            </a:avLst>
          </a:prstGeom>
          <a:solidFill>
            <a:srgbClr val="7E1F1F"/>
          </a:solidFill>
          <a:ln/>
        </p:spPr>
      </p:sp>
      <p:sp>
        <p:nvSpPr>
          <p:cNvPr id="242" name="Text 221"/>
          <p:cNvSpPr txBox="1"/>
          <p:nvPr/>
        </p:nvSpPr>
        <p:spPr>
          <a:xfrm>
            <a:off x="6690208" y="5897880"/>
            <a:ext cx="10149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PM2.5 berbahaya</a:t>
            </a:r>
            <a:endParaRPr lang="en-US" sz="750" dirty="0"/>
          </a:p>
        </p:txBody>
      </p:sp>
      <p:sp>
        <p:nvSpPr>
          <p:cNvPr id="243" name="Shape 222"/>
          <p:cNvSpPr/>
          <p:nvPr/>
        </p:nvSpPr>
        <p:spPr>
          <a:xfrm>
            <a:off x="7714336" y="5943600"/>
            <a:ext cx="201168" cy="118872"/>
          </a:xfrm>
          <a:prstGeom prst="roundRect">
            <a:avLst>
              <a:gd name="adj" fmla="val 50000"/>
            </a:avLst>
          </a:prstGeom>
          <a:solidFill>
            <a:srgbClr val="C7811B"/>
          </a:solidFill>
          <a:ln/>
        </p:spPr>
      </p:sp>
      <p:sp>
        <p:nvSpPr>
          <p:cNvPr id="244" name="Text 223"/>
          <p:cNvSpPr txBox="1"/>
          <p:nvPr/>
        </p:nvSpPr>
        <p:spPr>
          <a:xfrm>
            <a:off x="7961224" y="5897880"/>
            <a:ext cx="1113739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PM2.5 tidak sehat</a:t>
            </a:r>
            <a:endParaRPr lang="en-US" sz="750" dirty="0"/>
          </a:p>
        </p:txBody>
      </p:sp>
      <p:sp>
        <p:nvSpPr>
          <p:cNvPr id="245" name="Shape 224"/>
          <p:cNvSpPr/>
          <p:nvPr/>
        </p:nvSpPr>
        <p:spPr>
          <a:xfrm>
            <a:off x="9084107" y="5943600"/>
            <a:ext cx="201168" cy="118872"/>
          </a:xfrm>
          <a:prstGeom prst="roundRect">
            <a:avLst>
              <a:gd name="adj" fmla="val 50000"/>
            </a:avLst>
          </a:prstGeom>
          <a:solidFill>
            <a:srgbClr val="4A9BE0"/>
          </a:solidFill>
          <a:ln/>
        </p:spPr>
      </p:sp>
      <p:sp>
        <p:nvSpPr>
          <p:cNvPr id="246" name="Text 225"/>
          <p:cNvSpPr txBox="1"/>
          <p:nvPr/>
        </p:nvSpPr>
        <p:spPr>
          <a:xfrm>
            <a:off x="9330995" y="5897880"/>
            <a:ext cx="1508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prakiraan cuaca 31 Okt</a:t>
            </a:r>
            <a:endParaRPr lang="en-US" sz="750" dirty="0"/>
          </a:p>
        </p:txBody>
      </p:sp>
      <p:sp>
        <p:nvSpPr>
          <p:cNvPr id="247" name="Shape 226"/>
          <p:cNvSpPr/>
          <p:nvPr/>
        </p:nvSpPr>
        <p:spPr>
          <a:xfrm>
            <a:off x="548640" y="6199632"/>
            <a:ext cx="45720" cy="219456"/>
          </a:xfrm>
          <a:prstGeom prst="rect">
            <a:avLst/>
          </a:prstGeom>
          <a:solidFill>
            <a:srgbClr val="4A9BE0"/>
          </a:solidFill>
          <a:ln/>
        </p:spPr>
      </p:sp>
      <p:sp>
        <p:nvSpPr>
          <p:cNvPr id="248" name="Text 227"/>
          <p:cNvSpPr txBox="1"/>
          <p:nvPr/>
        </p:nvSpPr>
        <p:spPr>
          <a:xfrm>
            <a:off x="685800" y="6172200"/>
            <a:ext cx="10957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*Data berdasarkan Geographic Information System (GIS) dengan satelit NASA (FIRMS: VIIRS dan MODIS).</a:t>
            </a:r>
            <a:endParaRPr lang="en-US" sz="950" dirty="0"/>
          </a:p>
        </p:txBody>
      </p:sp>
      <p:sp>
        <p:nvSpPr>
          <p:cNvPr id="5001" name="Shape 31"/>
          <p:cNvSpPr/>
          <p:nvPr/>
        </p:nvSpPr>
        <p:spPr>
          <a:xfrm>
            <a:off x="4709160" y="250545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02" name="Shape 31"/>
          <p:cNvSpPr/>
          <p:nvPr/>
        </p:nvSpPr>
        <p:spPr>
          <a:xfrm>
            <a:off x="6442632" y="250545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03" name="Shape 31"/>
          <p:cNvSpPr/>
          <p:nvPr/>
        </p:nvSpPr>
        <p:spPr>
          <a:xfrm>
            <a:off x="8176104" y="250545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04" name="Shape 31"/>
          <p:cNvSpPr/>
          <p:nvPr/>
        </p:nvSpPr>
        <p:spPr>
          <a:xfrm>
            <a:off x="9909576" y="250545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05" name="Shape 31"/>
          <p:cNvSpPr/>
          <p:nvPr/>
        </p:nvSpPr>
        <p:spPr>
          <a:xfrm>
            <a:off x="4709160" y="302361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06" name="Shape 31"/>
          <p:cNvSpPr/>
          <p:nvPr/>
        </p:nvSpPr>
        <p:spPr>
          <a:xfrm>
            <a:off x="6442632" y="302361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07" name="Shape 31"/>
          <p:cNvSpPr/>
          <p:nvPr/>
        </p:nvSpPr>
        <p:spPr>
          <a:xfrm>
            <a:off x="8176104" y="302361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08" name="Shape 31"/>
          <p:cNvSpPr/>
          <p:nvPr/>
        </p:nvSpPr>
        <p:spPr>
          <a:xfrm>
            <a:off x="9909576" y="302361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09" name="Shape 31"/>
          <p:cNvSpPr/>
          <p:nvPr/>
        </p:nvSpPr>
        <p:spPr>
          <a:xfrm>
            <a:off x="4709160" y="354177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10" name="Shape 31"/>
          <p:cNvSpPr/>
          <p:nvPr/>
        </p:nvSpPr>
        <p:spPr>
          <a:xfrm>
            <a:off x="6442632" y="354177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11" name="Shape 31"/>
          <p:cNvSpPr/>
          <p:nvPr/>
        </p:nvSpPr>
        <p:spPr>
          <a:xfrm>
            <a:off x="8176104" y="354177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12" name="Shape 31"/>
          <p:cNvSpPr/>
          <p:nvPr/>
        </p:nvSpPr>
        <p:spPr>
          <a:xfrm>
            <a:off x="9909576" y="354177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13" name="Shape 31"/>
          <p:cNvSpPr/>
          <p:nvPr/>
        </p:nvSpPr>
        <p:spPr>
          <a:xfrm>
            <a:off x="4709160" y="405993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14" name="Shape 31"/>
          <p:cNvSpPr/>
          <p:nvPr/>
        </p:nvSpPr>
        <p:spPr>
          <a:xfrm>
            <a:off x="6442632" y="405993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15" name="Shape 31"/>
          <p:cNvSpPr/>
          <p:nvPr/>
        </p:nvSpPr>
        <p:spPr>
          <a:xfrm>
            <a:off x="8176104" y="405993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16" name="Shape 31"/>
          <p:cNvSpPr/>
          <p:nvPr/>
        </p:nvSpPr>
        <p:spPr>
          <a:xfrm>
            <a:off x="9909576" y="405993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17" name="Shape 31"/>
          <p:cNvSpPr/>
          <p:nvPr/>
        </p:nvSpPr>
        <p:spPr>
          <a:xfrm>
            <a:off x="4709160" y="457809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18" name="Shape 31"/>
          <p:cNvSpPr/>
          <p:nvPr/>
        </p:nvSpPr>
        <p:spPr>
          <a:xfrm>
            <a:off x="6442632" y="457809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19" name="Shape 31"/>
          <p:cNvSpPr/>
          <p:nvPr/>
        </p:nvSpPr>
        <p:spPr>
          <a:xfrm>
            <a:off x="8176104" y="457809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20" name="Shape 31"/>
          <p:cNvSpPr/>
          <p:nvPr/>
        </p:nvSpPr>
        <p:spPr>
          <a:xfrm>
            <a:off x="9909576" y="457809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21" name="Shape 31"/>
          <p:cNvSpPr/>
          <p:nvPr/>
        </p:nvSpPr>
        <p:spPr>
          <a:xfrm>
            <a:off x="4709160" y="509625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22" name="Shape 31"/>
          <p:cNvSpPr/>
          <p:nvPr/>
        </p:nvSpPr>
        <p:spPr>
          <a:xfrm>
            <a:off x="6442632" y="509625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23" name="Shape 31"/>
          <p:cNvSpPr/>
          <p:nvPr/>
        </p:nvSpPr>
        <p:spPr>
          <a:xfrm>
            <a:off x="8176104" y="509625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24" name="Shape 31"/>
          <p:cNvSpPr/>
          <p:nvPr/>
        </p:nvSpPr>
        <p:spPr>
          <a:xfrm>
            <a:off x="9909576" y="509625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pic>
        <p:nvPicPr>
          <p:cNvPr id="5025" name="Image 4" descr="preencoded.png">    </p:cNvPr>
          <p:cNvPicPr>
            <a:picLocks noChangeAspect="1"/>
          </p:cNvPicPr>
          <p:nvPr/>
        </p:nvPicPr>
        <p:blipFill>
          <a:blip r:embed="S2rId5"/>
          <a:stretch>
            <a:fillRect/>
          </a:stretch>
        </p:blipFill>
        <p:spPr>
          <a:xfrm>
            <a:off x="783579" y="2197608"/>
            <a:ext cx="316505" cy="420624"/>
          </a:xfrm>
          <a:prstGeom prst="rect">
            <a:avLst/>
          </a:prstGeom>
        </p:spPr>
      </p:pic>
      <p:sp>
        <p:nvSpPr>
          <p:cNvPr id="5026" name="Text 26"/>
          <p:cNvSpPr txBox="1"/>
          <p:nvPr/>
        </p:nvSpPr>
        <p:spPr>
          <a:xfrm>
            <a:off x="1225296" y="2289048"/>
            <a:ext cx="12611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Papua Selatan</a:t>
            </a:r>
            <a:endParaRPr lang="en-US" sz="1200" dirty="0"/>
          </a:p>
        </p:txBody>
      </p:sp>
      <p:sp>
        <p:nvSpPr>
          <p:cNvPr id="5027" name="Shape 169"/>
          <p:cNvSpPr/>
          <p:nvPr/>
        </p:nvSpPr>
        <p:spPr>
          <a:xfrm>
            <a:off x="2798064" y="2316480"/>
            <a:ext cx="914400" cy="182880"/>
          </a:xfrm>
          <a:prstGeom prst="roundRect">
            <a:avLst>
              <a:gd name="adj" fmla="val 50000"/>
            </a:avLst>
          </a:prstGeom>
          <a:solidFill>
            <a:srgbClr val="EEF0F3"/>
          </a:solidFill>
          <a:ln/>
        </p:spPr>
      </p:sp>
      <p:pic>
        <p:nvPicPr>
          <p:cNvPr id="5028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862072" y="2348484"/>
            <a:ext cx="118872" cy="118872"/>
          </a:xfrm>
          <a:prstGeom prst="rect">
            <a:avLst/>
          </a:prstGeom>
        </p:spPr>
      </p:pic>
      <p:sp>
        <p:nvSpPr>
          <p:cNvPr id="5029" name="Text 170"/>
          <p:cNvSpPr txBox="1"/>
          <p:nvPr/>
        </p:nvSpPr>
        <p:spPr>
          <a:xfrm>
            <a:off x="3008376" y="231648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40 SEDANG</a:t>
            </a:r>
            <a:endParaRPr lang="en-US" sz="660" dirty="0"/>
          </a:p>
        </p:txBody>
      </p:sp>
      <p:sp>
        <p:nvSpPr>
          <p:cNvPr id="5030" name="Shape 171"/>
          <p:cNvSpPr/>
          <p:nvPr/>
        </p:nvSpPr>
        <p:spPr>
          <a:xfrm>
            <a:off x="3767328" y="2316480"/>
            <a:ext cx="896112" cy="182880"/>
          </a:xfrm>
          <a:prstGeom prst="roundRect">
            <a:avLst>
              <a:gd name="adj" fmla="val 50000"/>
            </a:avLst>
          </a:prstGeom>
          <a:solidFill>
            <a:srgbClr val="4A9BE0"/>
          </a:solidFill>
          <a:ln/>
        </p:spPr>
      </p:sp>
      <p:pic>
        <p:nvPicPr>
          <p:cNvPr id="5031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831336" y="2348484"/>
            <a:ext cx="118872" cy="118872"/>
          </a:xfrm>
          <a:prstGeom prst="rect">
            <a:avLst/>
          </a:prstGeom>
        </p:spPr>
      </p:pic>
      <p:sp>
        <p:nvSpPr>
          <p:cNvPr id="5032" name="Text 172"/>
          <p:cNvSpPr txBox="1"/>
          <p:nvPr/>
        </p:nvSpPr>
        <p:spPr>
          <a:xfrm>
            <a:off x="3977640" y="2316480"/>
            <a:ext cx="667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HUJAN SEDANG</a:t>
            </a:r>
            <a:endParaRPr lang="en-US" sz="660" dirty="0"/>
          </a:p>
        </p:txBody>
      </p:sp>
      <p:pic>
        <p:nvPicPr>
          <p:cNvPr id="5033" name="Image 10" descr="preencoded.png">    </p:cNvPr>
          <p:cNvPicPr>
            <a:picLocks noChangeAspect="1"/>
          </p:cNvPicPr>
          <p:nvPr/>
        </p:nvPicPr>
        <p:blipFill>
          <a:blip r:embed="logo74"/>
          <a:stretch>
            <a:fillRect/>
          </a:stretch>
        </p:blipFill>
        <p:spPr>
          <a:xfrm>
            <a:off x="770954" y="2715768"/>
            <a:ext cx="341757" cy="420624"/>
          </a:xfrm>
          <a:prstGeom prst="rect">
            <a:avLst/>
          </a:prstGeom>
        </p:spPr>
      </p:pic>
      <p:sp>
        <p:nvSpPr>
          <p:cNvPr id="5034" name="Text 81"/>
          <p:cNvSpPr txBox="1"/>
          <p:nvPr/>
        </p:nvSpPr>
        <p:spPr>
          <a:xfrm>
            <a:off x="1225296" y="2807208"/>
            <a:ext cx="1563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6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Sulawesi Tenggara</a:t>
            </a:r>
            <a:endParaRPr lang="en-US" sz="1056" dirty="0"/>
          </a:p>
        </p:txBody>
      </p:sp>
      <p:sp>
        <p:nvSpPr>
          <p:cNvPr id="5035" name="Shape 169"/>
          <p:cNvSpPr/>
          <p:nvPr/>
        </p:nvSpPr>
        <p:spPr>
          <a:xfrm>
            <a:off x="2798064" y="2834640"/>
            <a:ext cx="914400" cy="182880"/>
          </a:xfrm>
          <a:prstGeom prst="roundRect">
            <a:avLst>
              <a:gd name="adj" fmla="val 50000"/>
            </a:avLst>
          </a:prstGeom>
          <a:solidFill>
            <a:srgbClr val="EEF0F3"/>
          </a:solidFill>
          <a:ln/>
        </p:spPr>
      </p:sp>
      <p:pic>
        <p:nvPicPr>
          <p:cNvPr id="5036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862072" y="2866644"/>
            <a:ext cx="118872" cy="118872"/>
          </a:xfrm>
          <a:prstGeom prst="rect">
            <a:avLst/>
          </a:prstGeom>
        </p:spPr>
      </p:pic>
      <p:sp>
        <p:nvSpPr>
          <p:cNvPr id="5037" name="Text 170"/>
          <p:cNvSpPr txBox="1"/>
          <p:nvPr/>
        </p:nvSpPr>
        <p:spPr>
          <a:xfrm>
            <a:off x="3008376" y="28346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30 SEDANG</a:t>
            </a:r>
            <a:endParaRPr lang="en-US" sz="660" dirty="0"/>
          </a:p>
        </p:txBody>
      </p:sp>
      <p:sp>
        <p:nvSpPr>
          <p:cNvPr id="5038" name="Shape 171"/>
          <p:cNvSpPr/>
          <p:nvPr/>
        </p:nvSpPr>
        <p:spPr>
          <a:xfrm>
            <a:off x="3767328" y="2834640"/>
            <a:ext cx="896112" cy="182880"/>
          </a:xfrm>
          <a:prstGeom prst="roundRect">
            <a:avLst>
              <a:gd name="adj" fmla="val 50000"/>
            </a:avLst>
          </a:prstGeom>
          <a:solidFill>
            <a:srgbClr val="4A9BE0"/>
          </a:solidFill>
          <a:ln/>
        </p:spPr>
      </p:sp>
      <p:pic>
        <p:nvPicPr>
          <p:cNvPr id="5039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831336" y="2866644"/>
            <a:ext cx="118872" cy="118872"/>
          </a:xfrm>
          <a:prstGeom prst="rect">
            <a:avLst/>
          </a:prstGeom>
        </p:spPr>
      </p:pic>
      <p:sp>
        <p:nvSpPr>
          <p:cNvPr id="5040" name="Text 172"/>
          <p:cNvSpPr txBox="1"/>
          <p:nvPr/>
        </p:nvSpPr>
        <p:spPr>
          <a:xfrm>
            <a:off x="3977640" y="2834640"/>
            <a:ext cx="667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HUJAN SEDANG</a:t>
            </a:r>
            <a:endParaRPr lang="en-US" sz="660" dirty="0"/>
          </a:p>
        </p:txBody>
      </p:sp>
      <p:pic>
        <p:nvPicPr>
          <p:cNvPr id="5041" name="Image 7" descr="preencoded.png">    </p:cNvPr>
          <p:cNvPicPr>
            <a:picLocks noChangeAspect="1"/>
          </p:cNvPicPr>
          <p:nvPr/>
        </p:nvPicPr>
        <p:blipFill>
          <a:blip r:embed="S2rId8"/>
          <a:stretch>
            <a:fillRect/>
          </a:stretch>
        </p:blipFill>
        <p:spPr>
          <a:xfrm>
            <a:off x="790670" y="3233928"/>
            <a:ext cx="302324" cy="420624"/>
          </a:xfrm>
          <a:prstGeom prst="rect">
            <a:avLst/>
          </a:prstGeom>
        </p:spPr>
      </p:pic>
      <p:sp>
        <p:nvSpPr>
          <p:cNvPr id="5042" name="Text 54"/>
          <p:cNvSpPr txBox="1"/>
          <p:nvPr/>
        </p:nvSpPr>
        <p:spPr>
          <a:xfrm>
            <a:off x="1225296" y="3325368"/>
            <a:ext cx="144109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Sulawesi Tengah</a:t>
            </a:r>
            <a:endParaRPr lang="en-US" sz="1200" dirty="0"/>
          </a:p>
        </p:txBody>
      </p:sp>
      <p:sp>
        <p:nvSpPr>
          <p:cNvPr id="5043" name="Shape 169"/>
          <p:cNvSpPr/>
          <p:nvPr/>
        </p:nvSpPr>
        <p:spPr>
          <a:xfrm>
            <a:off x="2798064" y="3352800"/>
            <a:ext cx="914400" cy="182880"/>
          </a:xfrm>
          <a:prstGeom prst="roundRect">
            <a:avLst>
              <a:gd name="adj" fmla="val 50000"/>
            </a:avLst>
          </a:prstGeom>
          <a:solidFill>
            <a:srgbClr val="EEF0F3"/>
          </a:solidFill>
          <a:ln/>
        </p:spPr>
      </p:sp>
      <p:pic>
        <p:nvPicPr>
          <p:cNvPr id="5044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862072" y="3384804"/>
            <a:ext cx="118872" cy="118872"/>
          </a:xfrm>
          <a:prstGeom prst="rect">
            <a:avLst/>
          </a:prstGeom>
        </p:spPr>
      </p:pic>
      <p:sp>
        <p:nvSpPr>
          <p:cNvPr id="5045" name="Text 170"/>
          <p:cNvSpPr txBox="1"/>
          <p:nvPr/>
        </p:nvSpPr>
        <p:spPr>
          <a:xfrm>
            <a:off x="3008376" y="335280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30 SEDANG</a:t>
            </a:r>
            <a:endParaRPr lang="en-US" sz="660" dirty="0"/>
          </a:p>
        </p:txBody>
      </p:sp>
      <p:sp>
        <p:nvSpPr>
          <p:cNvPr id="5046" name="Shape 171"/>
          <p:cNvSpPr/>
          <p:nvPr/>
        </p:nvSpPr>
        <p:spPr>
          <a:xfrm>
            <a:off x="3767328" y="3352800"/>
            <a:ext cx="896112" cy="182880"/>
          </a:xfrm>
          <a:prstGeom prst="roundRect">
            <a:avLst>
              <a:gd name="adj" fmla="val 50000"/>
            </a:avLst>
          </a:prstGeom>
          <a:solidFill>
            <a:srgbClr val="4A9BE0"/>
          </a:solidFill>
          <a:ln/>
        </p:spPr>
      </p:sp>
      <p:pic>
        <p:nvPicPr>
          <p:cNvPr id="5047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831336" y="3384804"/>
            <a:ext cx="118872" cy="118872"/>
          </a:xfrm>
          <a:prstGeom prst="rect">
            <a:avLst/>
          </a:prstGeom>
        </p:spPr>
      </p:pic>
      <p:sp>
        <p:nvSpPr>
          <p:cNvPr id="5048" name="Text 172"/>
          <p:cNvSpPr txBox="1"/>
          <p:nvPr/>
        </p:nvSpPr>
        <p:spPr>
          <a:xfrm>
            <a:off x="3977640" y="3352800"/>
            <a:ext cx="667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HUJAN SEDANG</a:t>
            </a:r>
            <a:endParaRPr lang="en-US" sz="660" dirty="0"/>
          </a:p>
        </p:txBody>
      </p:sp>
      <p:pic>
        <p:nvPicPr>
          <p:cNvPr id="504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098" y="3752088"/>
            <a:ext cx="315468" cy="420624"/>
          </a:xfrm>
          <a:prstGeom prst="rect">
            <a:avLst/>
          </a:prstGeom>
        </p:spPr>
      </p:pic>
      <p:sp>
        <p:nvSpPr>
          <p:cNvPr id="5050" name="Text 26"/>
          <p:cNvSpPr txBox="1"/>
          <p:nvPr/>
        </p:nvSpPr>
        <p:spPr>
          <a:xfrm>
            <a:off x="1225296" y="3843528"/>
            <a:ext cx="1621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Tengah</a:t>
            </a:r>
            <a:endParaRPr lang="en-US" sz="1200" dirty="0"/>
          </a:p>
        </p:txBody>
      </p:sp>
      <p:sp>
        <p:nvSpPr>
          <p:cNvPr id="5051" name="Shape 98"/>
          <p:cNvSpPr/>
          <p:nvPr/>
        </p:nvSpPr>
        <p:spPr>
          <a:xfrm>
            <a:off x="2798064" y="3870960"/>
            <a:ext cx="914400" cy="182880"/>
          </a:xfrm>
          <a:prstGeom prst="roundRect">
            <a:avLst>
              <a:gd name="adj" fmla="val 50000"/>
            </a:avLst>
          </a:prstGeom>
          <a:solidFill>
            <a:srgbClr val="C7811B"/>
          </a:solidFill>
          <a:ln/>
        </p:spPr>
      </p:sp>
      <p:pic>
        <p:nvPicPr>
          <p:cNvPr id="5052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862072" y="3902964"/>
            <a:ext cx="118872" cy="118872"/>
          </a:xfrm>
          <a:prstGeom prst="rect">
            <a:avLst/>
          </a:prstGeom>
        </p:spPr>
      </p:pic>
      <p:sp>
        <p:nvSpPr>
          <p:cNvPr id="5053" name="Text 99"/>
          <p:cNvSpPr txBox="1"/>
          <p:nvPr/>
        </p:nvSpPr>
        <p:spPr>
          <a:xfrm>
            <a:off x="3008376" y="3870960"/>
            <a:ext cx="6858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94 TIDAK SEHAT</a:t>
            </a:r>
            <a:endParaRPr lang="en-US" sz="660" dirty="0"/>
          </a:p>
        </p:txBody>
      </p:sp>
      <p:sp>
        <p:nvSpPr>
          <p:cNvPr id="5054" name="Shape 171"/>
          <p:cNvSpPr/>
          <p:nvPr/>
        </p:nvSpPr>
        <p:spPr>
          <a:xfrm>
            <a:off x="3767328" y="3870960"/>
            <a:ext cx="896112" cy="182880"/>
          </a:xfrm>
          <a:prstGeom prst="roundRect">
            <a:avLst>
              <a:gd name="adj" fmla="val 50000"/>
            </a:avLst>
          </a:prstGeom>
          <a:solidFill>
            <a:srgbClr val="4A9BE0"/>
          </a:solidFill>
          <a:ln/>
        </p:spPr>
      </p:sp>
      <p:pic>
        <p:nvPicPr>
          <p:cNvPr id="5055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831336" y="3902964"/>
            <a:ext cx="118872" cy="118872"/>
          </a:xfrm>
          <a:prstGeom prst="rect">
            <a:avLst/>
          </a:prstGeom>
        </p:spPr>
      </p:pic>
      <p:sp>
        <p:nvSpPr>
          <p:cNvPr id="5056" name="Text 172"/>
          <p:cNvSpPr txBox="1"/>
          <p:nvPr/>
        </p:nvSpPr>
        <p:spPr>
          <a:xfrm>
            <a:off x="3977640" y="3870960"/>
            <a:ext cx="667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HUJAN SEDANG</a:t>
            </a:r>
            <a:endParaRPr lang="en-US" sz="660" dirty="0"/>
          </a:p>
        </p:txBody>
      </p:sp>
      <p:pic>
        <p:nvPicPr>
          <p:cNvPr id="5057" name="Image 10" descr="preencoded.png">    </p:cNvPr>
          <p:cNvPicPr>
            <a:picLocks noChangeAspect="1"/>
          </p:cNvPicPr>
          <p:nvPr/>
        </p:nvPicPr>
        <p:blipFill>
          <a:blip r:embed="logo53"/>
          <a:stretch>
            <a:fillRect/>
          </a:stretch>
        </p:blipFill>
        <p:spPr>
          <a:xfrm>
            <a:off x="770954" y="4270248"/>
            <a:ext cx="341757" cy="420624"/>
          </a:xfrm>
          <a:prstGeom prst="rect">
            <a:avLst/>
          </a:prstGeom>
        </p:spPr>
      </p:pic>
      <p:sp>
        <p:nvSpPr>
          <p:cNvPr id="5058" name="Text 81"/>
          <p:cNvSpPr txBox="1"/>
          <p:nvPr/>
        </p:nvSpPr>
        <p:spPr>
          <a:xfrm>
            <a:off x="1225296" y="4361688"/>
            <a:ext cx="1563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6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Nusa Tenggara Timur</a:t>
            </a:r>
            <a:endParaRPr lang="en-US" sz="1056" dirty="0"/>
          </a:p>
        </p:txBody>
      </p:sp>
      <p:sp>
        <p:nvSpPr>
          <p:cNvPr id="5059" name="Shape 169"/>
          <p:cNvSpPr/>
          <p:nvPr/>
        </p:nvSpPr>
        <p:spPr>
          <a:xfrm>
            <a:off x="2798064" y="4389120"/>
            <a:ext cx="914400" cy="182880"/>
          </a:xfrm>
          <a:prstGeom prst="roundRect">
            <a:avLst>
              <a:gd name="adj" fmla="val 50000"/>
            </a:avLst>
          </a:prstGeom>
          <a:solidFill>
            <a:srgbClr val="EEF0F3"/>
          </a:solidFill>
          <a:ln/>
        </p:spPr>
      </p:sp>
      <p:pic>
        <p:nvPicPr>
          <p:cNvPr id="5060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862072" y="4421124"/>
            <a:ext cx="118872" cy="118872"/>
          </a:xfrm>
          <a:prstGeom prst="rect">
            <a:avLst/>
          </a:prstGeom>
        </p:spPr>
      </p:pic>
      <p:sp>
        <p:nvSpPr>
          <p:cNvPr id="5061" name="Text 170"/>
          <p:cNvSpPr txBox="1"/>
          <p:nvPr/>
        </p:nvSpPr>
        <p:spPr>
          <a:xfrm>
            <a:off x="3008376" y="438912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16 SEDANG</a:t>
            </a:r>
            <a:endParaRPr lang="en-US" sz="660" dirty="0"/>
          </a:p>
        </p:txBody>
      </p:sp>
      <p:sp>
        <p:nvSpPr>
          <p:cNvPr id="5062" name="Shape 171"/>
          <p:cNvSpPr/>
          <p:nvPr/>
        </p:nvSpPr>
        <p:spPr>
          <a:xfrm>
            <a:off x="3767328" y="4389120"/>
            <a:ext cx="896112" cy="182880"/>
          </a:xfrm>
          <a:prstGeom prst="roundRect">
            <a:avLst>
              <a:gd name="adj" fmla="val 50000"/>
            </a:avLst>
          </a:prstGeom>
          <a:solidFill>
            <a:srgbClr val="4A9BE0"/>
          </a:solidFill>
          <a:ln/>
        </p:spPr>
      </p:sp>
      <p:pic>
        <p:nvPicPr>
          <p:cNvPr id="5063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831336" y="4421124"/>
            <a:ext cx="118872" cy="118872"/>
          </a:xfrm>
          <a:prstGeom prst="rect">
            <a:avLst/>
          </a:prstGeom>
        </p:spPr>
      </p:pic>
      <p:sp>
        <p:nvSpPr>
          <p:cNvPr id="5064" name="Text 172"/>
          <p:cNvSpPr txBox="1"/>
          <p:nvPr/>
        </p:nvSpPr>
        <p:spPr>
          <a:xfrm>
            <a:off x="3977640" y="4389120"/>
            <a:ext cx="667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HUJAN SEDANG</a:t>
            </a:r>
            <a:endParaRPr lang="en-US" sz="660" dirty="0"/>
          </a:p>
        </p:txBody>
      </p:sp>
      <p:pic>
        <p:nvPicPr>
          <p:cNvPr id="5065" name="Image 10" descr="preencoded.png">    </p:cNvPr>
          <p:cNvPicPr>
            <a:picLocks noChangeAspect="1"/>
          </p:cNvPicPr>
          <p:nvPr/>
        </p:nvPicPr>
        <p:blipFill>
          <a:blip r:embed="logo73"/>
          <a:stretch>
            <a:fillRect/>
          </a:stretch>
        </p:blipFill>
        <p:spPr>
          <a:xfrm>
            <a:off x="770954" y="4788408"/>
            <a:ext cx="341757" cy="420624"/>
          </a:xfrm>
          <a:prstGeom prst="rect">
            <a:avLst/>
          </a:prstGeom>
        </p:spPr>
      </p:pic>
      <p:sp>
        <p:nvSpPr>
          <p:cNvPr id="5066" name="Text 81"/>
          <p:cNvSpPr txBox="1"/>
          <p:nvPr/>
        </p:nvSpPr>
        <p:spPr>
          <a:xfrm>
            <a:off x="1225296" y="4879848"/>
            <a:ext cx="1563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Sulawesi Selatan</a:t>
            </a:r>
            <a:endParaRPr lang="en-US" sz="1200" dirty="0"/>
          </a:p>
        </p:txBody>
      </p:sp>
      <p:sp>
        <p:nvSpPr>
          <p:cNvPr id="5067" name="Shape 169"/>
          <p:cNvSpPr/>
          <p:nvPr/>
        </p:nvSpPr>
        <p:spPr>
          <a:xfrm>
            <a:off x="2798064" y="4907280"/>
            <a:ext cx="914400" cy="182880"/>
          </a:xfrm>
          <a:prstGeom prst="roundRect">
            <a:avLst>
              <a:gd name="adj" fmla="val 50000"/>
            </a:avLst>
          </a:prstGeom>
          <a:solidFill>
            <a:srgbClr val="EEF0F3"/>
          </a:solidFill>
          <a:ln/>
        </p:spPr>
      </p:sp>
      <p:pic>
        <p:nvPicPr>
          <p:cNvPr id="5068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862072" y="4939284"/>
            <a:ext cx="118872" cy="118872"/>
          </a:xfrm>
          <a:prstGeom prst="rect">
            <a:avLst/>
          </a:prstGeom>
        </p:spPr>
      </p:pic>
      <p:sp>
        <p:nvSpPr>
          <p:cNvPr id="5069" name="Text 170"/>
          <p:cNvSpPr txBox="1"/>
          <p:nvPr/>
        </p:nvSpPr>
        <p:spPr>
          <a:xfrm>
            <a:off x="3008376" y="490728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45 SEDANG</a:t>
            </a:r>
            <a:endParaRPr lang="en-US" sz="660" dirty="0"/>
          </a:p>
        </p:txBody>
      </p:sp>
      <p:sp>
        <p:nvSpPr>
          <p:cNvPr id="5070" name="Shape 171"/>
          <p:cNvSpPr/>
          <p:nvPr/>
        </p:nvSpPr>
        <p:spPr>
          <a:xfrm>
            <a:off x="3767328" y="4907280"/>
            <a:ext cx="896112" cy="182880"/>
          </a:xfrm>
          <a:prstGeom prst="roundRect">
            <a:avLst>
              <a:gd name="adj" fmla="val 50000"/>
            </a:avLst>
          </a:prstGeom>
          <a:solidFill>
            <a:srgbClr val="4A9BE0"/>
          </a:solidFill>
          <a:ln/>
        </p:spPr>
      </p:sp>
      <p:pic>
        <p:nvPicPr>
          <p:cNvPr id="5071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831336" y="4939284"/>
            <a:ext cx="118872" cy="118872"/>
          </a:xfrm>
          <a:prstGeom prst="rect">
            <a:avLst/>
          </a:prstGeom>
        </p:spPr>
      </p:pic>
      <p:sp>
        <p:nvSpPr>
          <p:cNvPr id="5072" name="Text 172"/>
          <p:cNvSpPr txBox="1"/>
          <p:nvPr/>
        </p:nvSpPr>
        <p:spPr>
          <a:xfrm>
            <a:off x="3977640" y="4907280"/>
            <a:ext cx="667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HUJAN SEDANG</a:t>
            </a:r>
            <a:endParaRPr lang="en-US" sz="660" dirty="0"/>
          </a:p>
        </p:txBody>
      </p:sp>
      <p:sp>
        <p:nvSpPr>
          <p:cNvPr id="5073" name="Shape 9"/>
          <p:cNvSpPr/>
          <p:nvPr/>
        </p:nvSpPr>
        <p:spPr>
          <a:xfrm>
            <a:off x="4709160" y="1463040"/>
            <a:ext cx="1550593" cy="402336"/>
          </a:xfrm>
          <a:prstGeom prst="roundRect">
            <a:avLst>
              <a:gd name="adj" fmla="val 13636"/>
            </a:avLst>
          </a:prstGeom>
          <a:solidFill>
            <a:srgbClr val="051C2C"/>
          </a:solidFill>
          <a:ln/>
        </p:spPr>
      </p:sp>
      <p:pic>
        <p:nvPicPr>
          <p:cNvPr id="507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4264" y="1581912"/>
            <a:ext cx="164592" cy="164592"/>
          </a:xfrm>
          <a:prstGeom prst="rect">
            <a:avLst/>
          </a:prstGeom>
        </p:spPr>
      </p:pic>
      <p:sp>
        <p:nvSpPr>
          <p:cNvPr id="5075" name="Text 10"/>
          <p:cNvSpPr txBox="1"/>
          <p:nvPr/>
        </p:nvSpPr>
        <p:spPr>
          <a:xfrm>
            <a:off x="5197436" y="1463040"/>
            <a:ext cx="898652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HOTSPOT*</a:t>
            </a:r>
            <a:pPr algn="l" indent="0" marL="0">
              <a:buNone/>
            </a:pPr>
            <a:r>
              <a:rPr lang="en-US" sz="800" dirty="0">
                <a:solidFill>
                  <a:srgbClr val="E6ECF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(titik)</a:t>
            </a:r>
            <a:endParaRPr lang="en-US" sz="800" dirty="0"/>
          </a:p>
        </p:txBody>
      </p:sp>
      <p:sp>
        <p:nvSpPr>
          <p:cNvPr id="5076" name="Text 11"/>
          <p:cNvSpPr txBox="1"/>
          <p:nvPr/>
        </p:nvSpPr>
        <p:spPr>
          <a:xfrm>
            <a:off x="4686300" y="1911096"/>
            <a:ext cx="562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29 Okt</a:t>
            </a:r>
            <a:endParaRPr lang="en-US" sz="850" dirty="0"/>
          </a:p>
        </p:txBody>
      </p:sp>
      <p:sp>
        <p:nvSpPr>
          <p:cNvPr id="5077" name="Text 11"/>
          <p:cNvSpPr txBox="1"/>
          <p:nvPr/>
        </p:nvSpPr>
        <p:spPr>
          <a:xfrm>
            <a:off x="5203164" y="1911096"/>
            <a:ext cx="562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30 Okt</a:t>
            </a:r>
            <a:endParaRPr lang="en-US" sz="850" dirty="0"/>
          </a:p>
        </p:txBody>
      </p:sp>
      <p:sp>
        <p:nvSpPr>
          <p:cNvPr id="5078" name="Text 11"/>
          <p:cNvSpPr txBox="1"/>
          <p:nvPr/>
        </p:nvSpPr>
        <p:spPr>
          <a:xfrm>
            <a:off x="5720028" y="1911096"/>
            <a:ext cx="562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31 Okt</a:t>
            </a:r>
            <a:endParaRPr lang="en-US" sz="850" dirty="0"/>
          </a:p>
        </p:txBody>
      </p:sp>
      <p:sp>
        <p:nvSpPr>
          <p:cNvPr id="5079" name="Shape 9"/>
          <p:cNvSpPr/>
          <p:nvPr/>
        </p:nvSpPr>
        <p:spPr>
          <a:xfrm>
            <a:off x="6442632" y="1463040"/>
            <a:ext cx="1550593" cy="402336"/>
          </a:xfrm>
          <a:prstGeom prst="roundRect">
            <a:avLst>
              <a:gd name="adj" fmla="val 13636"/>
            </a:avLst>
          </a:prstGeom>
          <a:solidFill>
            <a:srgbClr val="C9503A"/>
          </a:solidFill>
          <a:ln/>
        </p:spPr>
      </p:sp>
      <p:pic>
        <p:nvPicPr>
          <p:cNvPr id="5080" name="Image 1" descr="preencoded.png">    </p:cNvPr>
          <p:cNvPicPr>
            <a:picLocks noChangeAspect="1"/>
          </p:cNvPicPr>
          <p:nvPr/>
        </p:nvPicPr>
        <p:blipFill>
          <a:blip r:embed="rIdFs"/>
          <a:stretch>
            <a:fillRect/>
          </a:stretch>
        </p:blipFill>
        <p:spPr>
          <a:xfrm>
            <a:off x="6689253" y="1581912"/>
            <a:ext cx="164592" cy="164592"/>
          </a:xfrm>
          <a:prstGeom prst="rect">
            <a:avLst/>
          </a:prstGeom>
        </p:spPr>
      </p:pic>
      <p:sp>
        <p:nvSpPr>
          <p:cNvPr id="5081" name="Text 10"/>
          <p:cNvSpPr txBox="1"/>
          <p:nvPr/>
        </p:nvSpPr>
        <p:spPr>
          <a:xfrm>
            <a:off x="6922425" y="1463040"/>
            <a:ext cx="915619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FIRESPOT*</a:t>
            </a:r>
            <a:pPr algn="l" indent="0" marL="0">
              <a:buNone/>
            </a:pPr>
            <a:r>
              <a:rPr lang="en-US" sz="800" dirty="0">
                <a:solidFill>
                  <a:srgbClr val="FFE3D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(titik)</a:t>
            </a:r>
            <a:endParaRPr lang="en-US" sz="800" dirty="0"/>
          </a:p>
        </p:txBody>
      </p:sp>
      <p:sp>
        <p:nvSpPr>
          <p:cNvPr id="5082" name="Text 11"/>
          <p:cNvSpPr txBox="1"/>
          <p:nvPr/>
        </p:nvSpPr>
        <p:spPr>
          <a:xfrm>
            <a:off x="6419772" y="1911096"/>
            <a:ext cx="562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29 Okt</a:t>
            </a:r>
            <a:endParaRPr lang="en-US" sz="850" dirty="0"/>
          </a:p>
        </p:txBody>
      </p:sp>
      <p:sp>
        <p:nvSpPr>
          <p:cNvPr id="5083" name="Text 11"/>
          <p:cNvSpPr txBox="1"/>
          <p:nvPr/>
        </p:nvSpPr>
        <p:spPr>
          <a:xfrm>
            <a:off x="6936636" y="1911096"/>
            <a:ext cx="562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30 Okt</a:t>
            </a:r>
            <a:endParaRPr lang="en-US" sz="850" dirty="0"/>
          </a:p>
        </p:txBody>
      </p:sp>
      <p:sp>
        <p:nvSpPr>
          <p:cNvPr id="5084" name="Text 11"/>
          <p:cNvSpPr txBox="1"/>
          <p:nvPr/>
        </p:nvSpPr>
        <p:spPr>
          <a:xfrm>
            <a:off x="7453500" y="1911096"/>
            <a:ext cx="562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31 Okt</a:t>
            </a:r>
            <a:endParaRPr lang="en-US" sz="850" dirty="0"/>
          </a:p>
        </p:txBody>
      </p:sp>
      <p:sp>
        <p:nvSpPr>
          <p:cNvPr id="5085" name="Shape 9"/>
          <p:cNvSpPr/>
          <p:nvPr/>
        </p:nvSpPr>
        <p:spPr>
          <a:xfrm>
            <a:off x="8176104" y="1463040"/>
            <a:ext cx="1550593" cy="402336"/>
          </a:xfrm>
          <a:prstGeom prst="roundRect">
            <a:avLst>
              <a:gd name="adj" fmla="val 13636"/>
            </a:avLst>
          </a:prstGeom>
          <a:solidFill>
            <a:srgbClr val="3F5F80"/>
          </a:solidFill>
          <a:ln/>
        </p:spPr>
      </p:sp>
      <p:pic>
        <p:nvPicPr>
          <p:cNvPr id="508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9098" y="1581912"/>
            <a:ext cx="164592" cy="164592"/>
          </a:xfrm>
          <a:prstGeom prst="rect">
            <a:avLst/>
          </a:prstGeom>
        </p:spPr>
      </p:pic>
      <p:sp>
        <p:nvSpPr>
          <p:cNvPr id="5087" name="Text 10"/>
          <p:cNvSpPr txBox="1"/>
          <p:nvPr/>
        </p:nvSpPr>
        <p:spPr>
          <a:xfrm>
            <a:off x="8492270" y="1463040"/>
            <a:ext cx="1242873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LUAS TERBAKAR*</a:t>
            </a:r>
            <a:pPr algn="l" indent="0" marL="0">
              <a:buNone/>
            </a:pPr>
            <a:r>
              <a:rPr lang="en-US" sz="800" dirty="0">
                <a:solidFill>
                  <a:srgbClr val="E6ECF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(ha)</a:t>
            </a:r>
            <a:endParaRPr lang="en-US" sz="800" dirty="0"/>
          </a:p>
        </p:txBody>
      </p:sp>
      <p:sp>
        <p:nvSpPr>
          <p:cNvPr id="5088" name="Text 11"/>
          <p:cNvSpPr txBox="1"/>
          <p:nvPr/>
        </p:nvSpPr>
        <p:spPr>
          <a:xfrm>
            <a:off x="8153244" y="1911096"/>
            <a:ext cx="562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29 Okt</a:t>
            </a:r>
            <a:endParaRPr lang="en-US" sz="850" dirty="0"/>
          </a:p>
        </p:txBody>
      </p:sp>
      <p:sp>
        <p:nvSpPr>
          <p:cNvPr id="5089" name="Text 11"/>
          <p:cNvSpPr txBox="1"/>
          <p:nvPr/>
        </p:nvSpPr>
        <p:spPr>
          <a:xfrm>
            <a:off x="8670108" y="1911096"/>
            <a:ext cx="562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30 Okt</a:t>
            </a:r>
            <a:endParaRPr lang="en-US" sz="850" dirty="0"/>
          </a:p>
        </p:txBody>
      </p:sp>
      <p:sp>
        <p:nvSpPr>
          <p:cNvPr id="5090" name="Text 11"/>
          <p:cNvSpPr txBox="1"/>
          <p:nvPr/>
        </p:nvSpPr>
        <p:spPr>
          <a:xfrm>
            <a:off x="9186972" y="1911096"/>
            <a:ext cx="562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31 Okt</a:t>
            </a:r>
            <a:endParaRPr lang="en-US" sz="850" dirty="0"/>
          </a:p>
        </p:txBody>
      </p:sp>
      <p:sp>
        <p:nvSpPr>
          <p:cNvPr id="5091" name="Shape 9"/>
          <p:cNvSpPr/>
          <p:nvPr/>
        </p:nvSpPr>
        <p:spPr>
          <a:xfrm>
            <a:off x="9909576" y="1463040"/>
            <a:ext cx="1550593" cy="402336"/>
          </a:xfrm>
          <a:prstGeom prst="roundRect">
            <a:avLst>
              <a:gd name="adj" fmla="val 13636"/>
            </a:avLst>
          </a:prstGeom>
          <a:solidFill>
            <a:srgbClr val="D9600B"/>
          </a:solidFill>
          <a:ln/>
        </p:spPr>
      </p:sp>
      <p:pic>
        <p:nvPicPr>
          <p:cNvPr id="5092" name="Image 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49067" y="1581912"/>
            <a:ext cx="164592" cy="164592"/>
          </a:xfrm>
          <a:prstGeom prst="rect">
            <a:avLst/>
          </a:prstGeom>
        </p:spPr>
      </p:pic>
      <p:sp>
        <p:nvSpPr>
          <p:cNvPr id="5093" name="Text 10"/>
          <p:cNvSpPr txBox="1"/>
          <p:nvPr/>
        </p:nvSpPr>
        <p:spPr>
          <a:xfrm>
            <a:off x="10282239" y="1463040"/>
            <a:ext cx="1129878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BELUM PADAM*</a:t>
            </a:r>
            <a:pPr algn="l" indent="0" marL="0">
              <a:buNone/>
            </a:pPr>
            <a:r>
              <a:rPr lang="en-US" sz="800" dirty="0">
                <a:solidFill>
                  <a:srgbClr val="FFE6D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(ha)</a:t>
            </a:r>
            <a:endParaRPr lang="en-US" sz="800" dirty="0"/>
          </a:p>
        </p:txBody>
      </p:sp>
      <p:sp>
        <p:nvSpPr>
          <p:cNvPr id="5094" name="Text 11"/>
          <p:cNvSpPr txBox="1"/>
          <p:nvPr/>
        </p:nvSpPr>
        <p:spPr>
          <a:xfrm>
            <a:off x="9886716" y="1911096"/>
            <a:ext cx="562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29 Okt</a:t>
            </a:r>
            <a:endParaRPr lang="en-US" sz="850" dirty="0"/>
          </a:p>
        </p:txBody>
      </p:sp>
      <p:sp>
        <p:nvSpPr>
          <p:cNvPr id="5095" name="Text 11"/>
          <p:cNvSpPr txBox="1"/>
          <p:nvPr/>
        </p:nvSpPr>
        <p:spPr>
          <a:xfrm>
            <a:off x="10403580" y="1911096"/>
            <a:ext cx="562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30 Okt</a:t>
            </a:r>
            <a:endParaRPr lang="en-US" sz="850" dirty="0"/>
          </a:p>
        </p:txBody>
      </p:sp>
      <p:sp>
        <p:nvSpPr>
          <p:cNvPr id="5096" name="Text 11"/>
          <p:cNvSpPr txBox="1"/>
          <p:nvPr/>
        </p:nvSpPr>
        <p:spPr>
          <a:xfrm>
            <a:off x="10920444" y="1911096"/>
            <a:ext cx="562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31 Okt</a:t>
            </a:r>
            <a:endParaRPr lang="en-US" sz="850" dirty="0"/>
          </a:p>
        </p:txBody>
      </p:sp>
      <p:sp>
        <p:nvSpPr>
          <p:cNvPr id="5097" name="Shape 45"/>
          <p:cNvSpPr/>
          <p:nvPr/>
        </p:nvSpPr>
        <p:spPr>
          <a:xfrm>
            <a:off x="4859050" y="2386584"/>
            <a:ext cx="217083" cy="118872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098" name="Text 46"/>
          <p:cNvSpPr txBox="1"/>
          <p:nvPr/>
        </p:nvSpPr>
        <p:spPr>
          <a:xfrm>
            <a:off x="4686300" y="221284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742</a:t>
            </a:r>
            <a:endParaRPr lang="en-US" sz="800" dirty="0"/>
          </a:p>
        </p:txBody>
      </p:sp>
      <p:sp>
        <p:nvSpPr>
          <p:cNvPr id="5099" name="Text 47"/>
          <p:cNvSpPr txBox="1"/>
          <p:nvPr/>
        </p:nvSpPr>
        <p:spPr>
          <a:xfrm>
            <a:off x="4686300" y="25146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▼75%</a:t>
            </a:r>
            <a:endParaRPr lang="en-US" sz="680" dirty="0"/>
          </a:p>
        </p:txBody>
      </p:sp>
      <p:sp>
        <p:nvSpPr>
          <p:cNvPr id="5100" name="Shape 45"/>
          <p:cNvSpPr/>
          <p:nvPr/>
        </p:nvSpPr>
        <p:spPr>
          <a:xfrm>
            <a:off x="5375914" y="2422470"/>
            <a:ext cx="217083" cy="82986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01" name="Text 46"/>
          <p:cNvSpPr txBox="1"/>
          <p:nvPr/>
        </p:nvSpPr>
        <p:spPr>
          <a:xfrm>
            <a:off x="5203164" y="2248734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518</a:t>
            </a:r>
            <a:endParaRPr lang="en-US" sz="800" dirty="0"/>
          </a:p>
        </p:txBody>
      </p:sp>
      <p:sp>
        <p:nvSpPr>
          <p:cNvPr id="5102" name="Text 47"/>
          <p:cNvSpPr txBox="1"/>
          <p:nvPr/>
        </p:nvSpPr>
        <p:spPr>
          <a:xfrm>
            <a:off x="5203164" y="25146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▼30%</a:t>
            </a:r>
            <a:endParaRPr lang="en-US" sz="680" dirty="0"/>
          </a:p>
        </p:txBody>
      </p:sp>
      <p:sp>
        <p:nvSpPr>
          <p:cNvPr id="5103" name="Shape 45"/>
          <p:cNvSpPr/>
          <p:nvPr/>
        </p:nvSpPr>
        <p:spPr>
          <a:xfrm>
            <a:off x="5892778" y="2407891"/>
            <a:ext cx="217083" cy="97565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04" name="Text 49"/>
          <p:cNvSpPr txBox="1"/>
          <p:nvPr/>
        </p:nvSpPr>
        <p:spPr>
          <a:xfrm>
            <a:off x="5720028" y="2234155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609</a:t>
            </a:r>
            <a:endParaRPr lang="en-US" sz="900" dirty="0"/>
          </a:p>
        </p:txBody>
      </p:sp>
      <p:sp>
        <p:nvSpPr>
          <p:cNvPr id="5105" name="Text 47"/>
          <p:cNvSpPr txBox="1"/>
          <p:nvPr/>
        </p:nvSpPr>
        <p:spPr>
          <a:xfrm>
            <a:off x="5720028" y="25146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▲18%</a:t>
            </a:r>
            <a:endParaRPr lang="en-US" sz="680" dirty="0"/>
          </a:p>
        </p:txBody>
      </p:sp>
      <p:sp>
        <p:nvSpPr>
          <p:cNvPr id="5106" name="Shape 45"/>
          <p:cNvSpPr/>
          <p:nvPr/>
        </p:nvSpPr>
        <p:spPr>
          <a:xfrm>
            <a:off x="6592522" y="2386584"/>
            <a:ext cx="217083" cy="118872"/>
          </a:xfrm>
          <a:prstGeom prst="rect">
            <a:avLst/>
          </a:prstGeom>
          <a:solidFill>
            <a:srgbClr val="A9B4C2"/>
          </a:solidFill>
          <a:ln/>
        </p:spPr>
      </p:sp>
      <p:sp>
        <p:nvSpPr>
          <p:cNvPr id="5107" name="Text 46"/>
          <p:cNvSpPr txBox="1"/>
          <p:nvPr/>
        </p:nvSpPr>
        <p:spPr>
          <a:xfrm>
            <a:off x="6419772" y="221284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337</a:t>
            </a:r>
            <a:endParaRPr lang="en-US" sz="800" dirty="0"/>
          </a:p>
        </p:txBody>
      </p:sp>
      <p:sp>
        <p:nvSpPr>
          <p:cNvPr id="5108" name="Text 47"/>
          <p:cNvSpPr txBox="1"/>
          <p:nvPr/>
        </p:nvSpPr>
        <p:spPr>
          <a:xfrm>
            <a:off x="6419772" y="25146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A9B4C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/>
            </a:r>
            <a:endParaRPr lang="en-US" sz="680" dirty="0"/>
          </a:p>
        </p:txBody>
      </p:sp>
      <p:sp>
        <p:nvSpPr>
          <p:cNvPr id="5109" name="Shape 45"/>
          <p:cNvSpPr/>
          <p:nvPr/>
        </p:nvSpPr>
        <p:spPr>
          <a:xfrm>
            <a:off x="7109386" y="2474415"/>
            <a:ext cx="217083" cy="31041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10" name="Text 46"/>
          <p:cNvSpPr txBox="1"/>
          <p:nvPr/>
        </p:nvSpPr>
        <p:spPr>
          <a:xfrm>
            <a:off x="6936636" y="2300679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88</a:t>
            </a:r>
            <a:endParaRPr lang="en-US" sz="800" dirty="0"/>
          </a:p>
        </p:txBody>
      </p:sp>
      <p:sp>
        <p:nvSpPr>
          <p:cNvPr id="5111" name="Text 47"/>
          <p:cNvSpPr txBox="1"/>
          <p:nvPr/>
        </p:nvSpPr>
        <p:spPr>
          <a:xfrm>
            <a:off x="6936636" y="25146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▼74%</a:t>
            </a:r>
            <a:endParaRPr lang="en-US" sz="680" dirty="0"/>
          </a:p>
        </p:txBody>
      </p:sp>
      <p:sp>
        <p:nvSpPr>
          <p:cNvPr id="5112" name="Shape 45"/>
          <p:cNvSpPr/>
          <p:nvPr/>
        </p:nvSpPr>
        <p:spPr>
          <a:xfrm>
            <a:off x="7626250" y="2412686"/>
            <a:ext cx="217083" cy="92770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13" name="Text 49"/>
          <p:cNvSpPr txBox="1"/>
          <p:nvPr/>
        </p:nvSpPr>
        <p:spPr>
          <a:xfrm>
            <a:off x="7453500" y="2238950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263</a:t>
            </a:r>
            <a:endParaRPr lang="en-US" sz="900" dirty="0"/>
          </a:p>
        </p:txBody>
      </p:sp>
      <p:sp>
        <p:nvSpPr>
          <p:cNvPr id="5114" name="Text 47"/>
          <p:cNvSpPr txBox="1"/>
          <p:nvPr/>
        </p:nvSpPr>
        <p:spPr>
          <a:xfrm>
            <a:off x="7453500" y="25146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▲199%</a:t>
            </a:r>
            <a:endParaRPr lang="en-US" sz="680" dirty="0"/>
          </a:p>
        </p:txBody>
      </p:sp>
      <p:sp>
        <p:nvSpPr>
          <p:cNvPr id="5115" name="Shape 45"/>
          <p:cNvSpPr/>
          <p:nvPr/>
        </p:nvSpPr>
        <p:spPr>
          <a:xfrm>
            <a:off x="8325994" y="2414072"/>
            <a:ext cx="217083" cy="91384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16" name="Text 46"/>
          <p:cNvSpPr txBox="1"/>
          <p:nvPr/>
        </p:nvSpPr>
        <p:spPr>
          <a:xfrm>
            <a:off x="8153244" y="2240336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881</a:t>
            </a:r>
            <a:endParaRPr lang="en-US" sz="800" dirty="0"/>
          </a:p>
        </p:txBody>
      </p:sp>
      <p:sp>
        <p:nvSpPr>
          <p:cNvPr id="5117" name="Text 47"/>
          <p:cNvSpPr txBox="1"/>
          <p:nvPr/>
        </p:nvSpPr>
        <p:spPr>
          <a:xfrm>
            <a:off x="8153244" y="25146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▼81%</a:t>
            </a:r>
            <a:endParaRPr lang="en-US" sz="680" dirty="0"/>
          </a:p>
        </p:txBody>
      </p:sp>
      <p:sp>
        <p:nvSpPr>
          <p:cNvPr id="5118" name="Shape 45"/>
          <p:cNvSpPr/>
          <p:nvPr/>
        </p:nvSpPr>
        <p:spPr>
          <a:xfrm>
            <a:off x="8842858" y="238658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19" name="Text 46"/>
          <p:cNvSpPr txBox="1"/>
          <p:nvPr/>
        </p:nvSpPr>
        <p:spPr>
          <a:xfrm>
            <a:off x="8670108" y="221284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1.146</a:t>
            </a:r>
            <a:endParaRPr lang="en-US" sz="800" dirty="0"/>
          </a:p>
        </p:txBody>
      </p:sp>
      <p:sp>
        <p:nvSpPr>
          <p:cNvPr id="5120" name="Text 47"/>
          <p:cNvSpPr txBox="1"/>
          <p:nvPr/>
        </p:nvSpPr>
        <p:spPr>
          <a:xfrm>
            <a:off x="8670108" y="25146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▲30%</a:t>
            </a:r>
            <a:endParaRPr lang="en-US" sz="680" dirty="0"/>
          </a:p>
        </p:txBody>
      </p:sp>
      <p:sp>
        <p:nvSpPr>
          <p:cNvPr id="5121" name="Shape 45"/>
          <p:cNvSpPr/>
          <p:nvPr/>
        </p:nvSpPr>
        <p:spPr>
          <a:xfrm>
            <a:off x="9359722" y="2411894"/>
            <a:ext cx="217083" cy="93562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22" name="Text 49"/>
          <p:cNvSpPr txBox="1"/>
          <p:nvPr/>
        </p:nvSpPr>
        <p:spPr>
          <a:xfrm>
            <a:off x="9186972" y="223815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902</a:t>
            </a:r>
            <a:endParaRPr lang="en-US" sz="900" dirty="0"/>
          </a:p>
        </p:txBody>
      </p:sp>
      <p:sp>
        <p:nvSpPr>
          <p:cNvPr id="5123" name="Text 47"/>
          <p:cNvSpPr txBox="1"/>
          <p:nvPr/>
        </p:nvSpPr>
        <p:spPr>
          <a:xfrm>
            <a:off x="9186972" y="25146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▼21%</a:t>
            </a:r>
            <a:endParaRPr lang="en-US" sz="680" dirty="0"/>
          </a:p>
        </p:txBody>
      </p:sp>
      <p:sp>
        <p:nvSpPr>
          <p:cNvPr id="5124" name="Shape 45"/>
          <p:cNvSpPr/>
          <p:nvPr/>
        </p:nvSpPr>
        <p:spPr>
          <a:xfrm>
            <a:off x="10059466" y="2396761"/>
            <a:ext cx="217083" cy="108695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25" name="Text 46"/>
          <p:cNvSpPr txBox="1"/>
          <p:nvPr/>
        </p:nvSpPr>
        <p:spPr>
          <a:xfrm>
            <a:off x="9886716" y="2223025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502</a:t>
            </a:r>
            <a:endParaRPr lang="en-US" sz="800" dirty="0"/>
          </a:p>
        </p:txBody>
      </p:sp>
      <p:sp>
        <p:nvSpPr>
          <p:cNvPr id="5126" name="Text 47"/>
          <p:cNvSpPr txBox="1"/>
          <p:nvPr/>
        </p:nvSpPr>
        <p:spPr>
          <a:xfrm>
            <a:off x="9886716" y="25146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▼69%</a:t>
            </a:r>
            <a:endParaRPr lang="en-US" sz="680" dirty="0"/>
          </a:p>
        </p:txBody>
      </p:sp>
      <p:sp>
        <p:nvSpPr>
          <p:cNvPr id="5127" name="Shape 45"/>
          <p:cNvSpPr/>
          <p:nvPr/>
        </p:nvSpPr>
        <p:spPr>
          <a:xfrm>
            <a:off x="10576330" y="238658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28" name="Text 46"/>
          <p:cNvSpPr txBox="1"/>
          <p:nvPr/>
        </p:nvSpPr>
        <p:spPr>
          <a:xfrm>
            <a:off x="10403580" y="221284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549</a:t>
            </a:r>
            <a:endParaRPr lang="en-US" sz="800" dirty="0"/>
          </a:p>
        </p:txBody>
      </p:sp>
      <p:sp>
        <p:nvSpPr>
          <p:cNvPr id="5129" name="Text 47"/>
          <p:cNvSpPr txBox="1"/>
          <p:nvPr/>
        </p:nvSpPr>
        <p:spPr>
          <a:xfrm>
            <a:off x="10403580" y="25146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▲9%</a:t>
            </a:r>
            <a:endParaRPr lang="en-US" sz="680" dirty="0"/>
          </a:p>
        </p:txBody>
      </p:sp>
      <p:sp>
        <p:nvSpPr>
          <p:cNvPr id="5130" name="Shape 45"/>
          <p:cNvSpPr/>
          <p:nvPr/>
        </p:nvSpPr>
        <p:spPr>
          <a:xfrm>
            <a:off x="11093194" y="2458470"/>
            <a:ext cx="217083" cy="46986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31" name="Text 49"/>
          <p:cNvSpPr txBox="1"/>
          <p:nvPr/>
        </p:nvSpPr>
        <p:spPr>
          <a:xfrm>
            <a:off x="10920444" y="2284734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217</a:t>
            </a:r>
            <a:endParaRPr lang="en-US" sz="900" dirty="0"/>
          </a:p>
        </p:txBody>
      </p:sp>
      <p:sp>
        <p:nvSpPr>
          <p:cNvPr id="5132" name="Text 47"/>
          <p:cNvSpPr txBox="1"/>
          <p:nvPr/>
        </p:nvSpPr>
        <p:spPr>
          <a:xfrm>
            <a:off x="10920444" y="25146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▼60%</a:t>
            </a:r>
            <a:endParaRPr lang="en-US" sz="680" dirty="0"/>
          </a:p>
        </p:txBody>
      </p:sp>
      <p:sp>
        <p:nvSpPr>
          <p:cNvPr id="5133" name="Shape 45"/>
          <p:cNvSpPr/>
          <p:nvPr/>
        </p:nvSpPr>
        <p:spPr>
          <a:xfrm>
            <a:off x="4859050" y="290474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34" name="Text 46"/>
          <p:cNvSpPr txBox="1"/>
          <p:nvPr/>
        </p:nvSpPr>
        <p:spPr>
          <a:xfrm>
            <a:off x="4686300" y="273100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559</a:t>
            </a:r>
            <a:endParaRPr lang="en-US" sz="800" dirty="0"/>
          </a:p>
        </p:txBody>
      </p:sp>
      <p:sp>
        <p:nvSpPr>
          <p:cNvPr id="5135" name="Text 47"/>
          <p:cNvSpPr txBox="1"/>
          <p:nvPr/>
        </p:nvSpPr>
        <p:spPr>
          <a:xfrm>
            <a:off x="4686300" y="303276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▲94%</a:t>
            </a:r>
            <a:endParaRPr lang="en-US" sz="680" dirty="0"/>
          </a:p>
        </p:txBody>
      </p:sp>
      <p:sp>
        <p:nvSpPr>
          <p:cNvPr id="5136" name="Shape 45"/>
          <p:cNvSpPr/>
          <p:nvPr/>
        </p:nvSpPr>
        <p:spPr>
          <a:xfrm>
            <a:off x="5375914" y="2919842"/>
            <a:ext cx="217083" cy="103774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37" name="Text 46"/>
          <p:cNvSpPr txBox="1"/>
          <p:nvPr/>
        </p:nvSpPr>
        <p:spPr>
          <a:xfrm>
            <a:off x="5203164" y="2746106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488</a:t>
            </a:r>
            <a:endParaRPr lang="en-US" sz="800" dirty="0"/>
          </a:p>
        </p:txBody>
      </p:sp>
      <p:sp>
        <p:nvSpPr>
          <p:cNvPr id="5138" name="Text 47"/>
          <p:cNvSpPr txBox="1"/>
          <p:nvPr/>
        </p:nvSpPr>
        <p:spPr>
          <a:xfrm>
            <a:off x="5203164" y="303276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▼13%</a:t>
            </a:r>
            <a:endParaRPr lang="en-US" sz="680" dirty="0"/>
          </a:p>
        </p:txBody>
      </p:sp>
      <p:sp>
        <p:nvSpPr>
          <p:cNvPr id="5139" name="Shape 45"/>
          <p:cNvSpPr/>
          <p:nvPr/>
        </p:nvSpPr>
        <p:spPr>
          <a:xfrm>
            <a:off x="5892778" y="2931538"/>
            <a:ext cx="217083" cy="92078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40" name="Text 49"/>
          <p:cNvSpPr txBox="1"/>
          <p:nvPr/>
        </p:nvSpPr>
        <p:spPr>
          <a:xfrm>
            <a:off x="5720028" y="2757802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433</a:t>
            </a:r>
            <a:endParaRPr lang="en-US" sz="900" dirty="0"/>
          </a:p>
        </p:txBody>
      </p:sp>
      <p:sp>
        <p:nvSpPr>
          <p:cNvPr id="5141" name="Text 47"/>
          <p:cNvSpPr txBox="1"/>
          <p:nvPr/>
        </p:nvSpPr>
        <p:spPr>
          <a:xfrm>
            <a:off x="5720028" y="303276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▼11%</a:t>
            </a:r>
            <a:endParaRPr lang="en-US" sz="680" dirty="0"/>
          </a:p>
        </p:txBody>
      </p:sp>
      <p:sp>
        <p:nvSpPr>
          <p:cNvPr id="5142" name="Shape 45"/>
          <p:cNvSpPr/>
          <p:nvPr/>
        </p:nvSpPr>
        <p:spPr>
          <a:xfrm>
            <a:off x="6592522" y="2919491"/>
            <a:ext cx="217083" cy="104125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43" name="Text 46"/>
          <p:cNvSpPr txBox="1"/>
          <p:nvPr/>
        </p:nvSpPr>
        <p:spPr>
          <a:xfrm>
            <a:off x="6419772" y="2745755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233</a:t>
            </a:r>
            <a:endParaRPr lang="en-US" sz="800" dirty="0"/>
          </a:p>
        </p:txBody>
      </p:sp>
      <p:sp>
        <p:nvSpPr>
          <p:cNvPr id="5144" name="Text 47"/>
          <p:cNvSpPr txBox="1"/>
          <p:nvPr/>
        </p:nvSpPr>
        <p:spPr>
          <a:xfrm>
            <a:off x="6419772" y="303276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▲1.271%</a:t>
            </a:r>
            <a:endParaRPr lang="en-US" sz="680" dirty="0"/>
          </a:p>
        </p:txBody>
      </p:sp>
      <p:sp>
        <p:nvSpPr>
          <p:cNvPr id="5145" name="Shape 45"/>
          <p:cNvSpPr/>
          <p:nvPr/>
        </p:nvSpPr>
        <p:spPr>
          <a:xfrm>
            <a:off x="7109386" y="290474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46" name="Text 46"/>
          <p:cNvSpPr txBox="1"/>
          <p:nvPr/>
        </p:nvSpPr>
        <p:spPr>
          <a:xfrm>
            <a:off x="6936636" y="273100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266</a:t>
            </a:r>
            <a:endParaRPr lang="en-US" sz="800" dirty="0"/>
          </a:p>
        </p:txBody>
      </p:sp>
      <p:sp>
        <p:nvSpPr>
          <p:cNvPr id="5147" name="Text 47"/>
          <p:cNvSpPr txBox="1"/>
          <p:nvPr/>
        </p:nvSpPr>
        <p:spPr>
          <a:xfrm>
            <a:off x="6936636" y="303276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▲14%</a:t>
            </a:r>
            <a:endParaRPr lang="en-US" sz="680" dirty="0"/>
          </a:p>
        </p:txBody>
      </p:sp>
      <p:sp>
        <p:nvSpPr>
          <p:cNvPr id="5148" name="Shape 45"/>
          <p:cNvSpPr/>
          <p:nvPr/>
        </p:nvSpPr>
        <p:spPr>
          <a:xfrm>
            <a:off x="7626250" y="2932004"/>
            <a:ext cx="217083" cy="91612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49" name="Text 49"/>
          <p:cNvSpPr txBox="1"/>
          <p:nvPr/>
        </p:nvSpPr>
        <p:spPr>
          <a:xfrm>
            <a:off x="7453500" y="275826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205</a:t>
            </a:r>
            <a:endParaRPr lang="en-US" sz="900" dirty="0"/>
          </a:p>
        </p:txBody>
      </p:sp>
      <p:sp>
        <p:nvSpPr>
          <p:cNvPr id="5150" name="Text 47"/>
          <p:cNvSpPr txBox="1"/>
          <p:nvPr/>
        </p:nvSpPr>
        <p:spPr>
          <a:xfrm>
            <a:off x="7453500" y="303276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▼23%</a:t>
            </a:r>
            <a:endParaRPr lang="en-US" sz="680" dirty="0"/>
          </a:p>
        </p:txBody>
      </p:sp>
      <p:sp>
        <p:nvSpPr>
          <p:cNvPr id="5151" name="Shape 45"/>
          <p:cNvSpPr/>
          <p:nvPr/>
        </p:nvSpPr>
        <p:spPr>
          <a:xfrm>
            <a:off x="8325994" y="290474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52" name="Text 46"/>
          <p:cNvSpPr txBox="1"/>
          <p:nvPr/>
        </p:nvSpPr>
        <p:spPr>
          <a:xfrm>
            <a:off x="8153244" y="273100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958</a:t>
            </a:r>
            <a:endParaRPr lang="en-US" sz="800" dirty="0"/>
          </a:p>
        </p:txBody>
      </p:sp>
      <p:sp>
        <p:nvSpPr>
          <p:cNvPr id="5153" name="Text 47"/>
          <p:cNvSpPr txBox="1"/>
          <p:nvPr/>
        </p:nvSpPr>
        <p:spPr>
          <a:xfrm>
            <a:off x="8153244" y="303276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▲171%</a:t>
            </a:r>
            <a:endParaRPr lang="en-US" sz="680" dirty="0"/>
          </a:p>
        </p:txBody>
      </p:sp>
      <p:sp>
        <p:nvSpPr>
          <p:cNvPr id="5154" name="Shape 45"/>
          <p:cNvSpPr/>
          <p:nvPr/>
        </p:nvSpPr>
        <p:spPr>
          <a:xfrm>
            <a:off x="8842858" y="2942465"/>
            <a:ext cx="217083" cy="81151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55" name="Text 46"/>
          <p:cNvSpPr txBox="1"/>
          <p:nvPr/>
        </p:nvSpPr>
        <p:spPr>
          <a:xfrm>
            <a:off x="8670108" y="2768729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654</a:t>
            </a:r>
            <a:endParaRPr lang="en-US" sz="800" dirty="0"/>
          </a:p>
        </p:txBody>
      </p:sp>
      <p:sp>
        <p:nvSpPr>
          <p:cNvPr id="5156" name="Text 47"/>
          <p:cNvSpPr txBox="1"/>
          <p:nvPr/>
        </p:nvSpPr>
        <p:spPr>
          <a:xfrm>
            <a:off x="8670108" y="303276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▼32%</a:t>
            </a:r>
            <a:endParaRPr lang="en-US" sz="680" dirty="0"/>
          </a:p>
        </p:txBody>
      </p:sp>
      <p:sp>
        <p:nvSpPr>
          <p:cNvPr id="5157" name="Shape 45"/>
          <p:cNvSpPr/>
          <p:nvPr/>
        </p:nvSpPr>
        <p:spPr>
          <a:xfrm>
            <a:off x="9359722" y="2949414"/>
            <a:ext cx="217083" cy="74202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58" name="Text 49"/>
          <p:cNvSpPr txBox="1"/>
          <p:nvPr/>
        </p:nvSpPr>
        <p:spPr>
          <a:xfrm>
            <a:off x="9186972" y="277567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598</a:t>
            </a:r>
            <a:endParaRPr lang="en-US" sz="900" dirty="0"/>
          </a:p>
        </p:txBody>
      </p:sp>
      <p:sp>
        <p:nvSpPr>
          <p:cNvPr id="5159" name="Text 47"/>
          <p:cNvSpPr txBox="1"/>
          <p:nvPr/>
        </p:nvSpPr>
        <p:spPr>
          <a:xfrm>
            <a:off x="9186972" y="303276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▼9%</a:t>
            </a:r>
            <a:endParaRPr lang="en-US" sz="680" dirty="0"/>
          </a:p>
        </p:txBody>
      </p:sp>
      <p:sp>
        <p:nvSpPr>
          <p:cNvPr id="5160" name="Shape 45"/>
          <p:cNvSpPr/>
          <p:nvPr/>
        </p:nvSpPr>
        <p:spPr>
          <a:xfrm>
            <a:off x="10059466" y="2915282"/>
            <a:ext cx="217083" cy="108334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61" name="Text 46"/>
          <p:cNvSpPr txBox="1"/>
          <p:nvPr/>
        </p:nvSpPr>
        <p:spPr>
          <a:xfrm>
            <a:off x="9886716" y="2741546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257</a:t>
            </a:r>
            <a:endParaRPr lang="en-US" sz="800" dirty="0"/>
          </a:p>
        </p:txBody>
      </p:sp>
      <p:sp>
        <p:nvSpPr>
          <p:cNvPr id="5162" name="Text 47"/>
          <p:cNvSpPr txBox="1"/>
          <p:nvPr/>
        </p:nvSpPr>
        <p:spPr>
          <a:xfrm>
            <a:off x="9886716" y="303276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▲559%</a:t>
            </a:r>
            <a:endParaRPr lang="en-US" sz="680" dirty="0"/>
          </a:p>
        </p:txBody>
      </p:sp>
      <p:sp>
        <p:nvSpPr>
          <p:cNvPr id="5163" name="Shape 45"/>
          <p:cNvSpPr/>
          <p:nvPr/>
        </p:nvSpPr>
        <p:spPr>
          <a:xfrm>
            <a:off x="10576330" y="290474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64" name="Text 46"/>
          <p:cNvSpPr txBox="1"/>
          <p:nvPr/>
        </p:nvSpPr>
        <p:spPr>
          <a:xfrm>
            <a:off x="10403580" y="273100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282</a:t>
            </a:r>
            <a:endParaRPr lang="en-US" sz="800" dirty="0"/>
          </a:p>
        </p:txBody>
      </p:sp>
      <p:sp>
        <p:nvSpPr>
          <p:cNvPr id="5165" name="Text 47"/>
          <p:cNvSpPr txBox="1"/>
          <p:nvPr/>
        </p:nvSpPr>
        <p:spPr>
          <a:xfrm>
            <a:off x="10403580" y="303276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▲10%</a:t>
            </a:r>
            <a:endParaRPr lang="en-US" sz="680" dirty="0"/>
          </a:p>
        </p:txBody>
      </p:sp>
      <p:sp>
        <p:nvSpPr>
          <p:cNvPr id="5166" name="Shape 45"/>
          <p:cNvSpPr/>
          <p:nvPr/>
        </p:nvSpPr>
        <p:spPr>
          <a:xfrm>
            <a:off x="11093194" y="2915704"/>
            <a:ext cx="217083" cy="107912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67" name="Text 49"/>
          <p:cNvSpPr txBox="1"/>
          <p:nvPr/>
        </p:nvSpPr>
        <p:spPr>
          <a:xfrm>
            <a:off x="10920444" y="274196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256</a:t>
            </a:r>
            <a:endParaRPr lang="en-US" sz="900" dirty="0"/>
          </a:p>
        </p:txBody>
      </p:sp>
      <p:sp>
        <p:nvSpPr>
          <p:cNvPr id="5168" name="Text 47"/>
          <p:cNvSpPr txBox="1"/>
          <p:nvPr/>
        </p:nvSpPr>
        <p:spPr>
          <a:xfrm>
            <a:off x="10920444" y="303276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▼9%</a:t>
            </a:r>
            <a:endParaRPr lang="en-US" sz="680" dirty="0"/>
          </a:p>
        </p:txBody>
      </p:sp>
      <p:sp>
        <p:nvSpPr>
          <p:cNvPr id="5169" name="Shape 45"/>
          <p:cNvSpPr/>
          <p:nvPr/>
        </p:nvSpPr>
        <p:spPr>
          <a:xfrm>
            <a:off x="4859050" y="3452809"/>
            <a:ext cx="217083" cy="88967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70" name="Text 46"/>
          <p:cNvSpPr txBox="1"/>
          <p:nvPr/>
        </p:nvSpPr>
        <p:spPr>
          <a:xfrm>
            <a:off x="4686300" y="3279073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476</a:t>
            </a:r>
            <a:endParaRPr lang="en-US" sz="800" dirty="0"/>
          </a:p>
        </p:txBody>
      </p:sp>
      <p:sp>
        <p:nvSpPr>
          <p:cNvPr id="5171" name="Text 47"/>
          <p:cNvSpPr txBox="1"/>
          <p:nvPr/>
        </p:nvSpPr>
        <p:spPr>
          <a:xfrm>
            <a:off x="4686300" y="355092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▲50%</a:t>
            </a:r>
            <a:endParaRPr lang="en-US" sz="680" dirty="0"/>
          </a:p>
        </p:txBody>
      </p:sp>
      <p:sp>
        <p:nvSpPr>
          <p:cNvPr id="5172" name="Shape 45"/>
          <p:cNvSpPr/>
          <p:nvPr/>
        </p:nvSpPr>
        <p:spPr>
          <a:xfrm>
            <a:off x="5375914" y="342290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73" name="Text 46"/>
          <p:cNvSpPr txBox="1"/>
          <p:nvPr/>
        </p:nvSpPr>
        <p:spPr>
          <a:xfrm>
            <a:off x="5203164" y="324916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636</a:t>
            </a:r>
            <a:endParaRPr lang="en-US" sz="800" dirty="0"/>
          </a:p>
        </p:txBody>
      </p:sp>
      <p:sp>
        <p:nvSpPr>
          <p:cNvPr id="5174" name="Text 47"/>
          <p:cNvSpPr txBox="1"/>
          <p:nvPr/>
        </p:nvSpPr>
        <p:spPr>
          <a:xfrm>
            <a:off x="5203164" y="355092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▲34%</a:t>
            </a:r>
            <a:endParaRPr lang="en-US" sz="680" dirty="0"/>
          </a:p>
        </p:txBody>
      </p:sp>
      <p:sp>
        <p:nvSpPr>
          <p:cNvPr id="5175" name="Shape 45"/>
          <p:cNvSpPr/>
          <p:nvPr/>
        </p:nvSpPr>
        <p:spPr>
          <a:xfrm>
            <a:off x="5892778" y="3462528"/>
            <a:ext cx="217083" cy="79248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76" name="Text 49"/>
          <p:cNvSpPr txBox="1"/>
          <p:nvPr/>
        </p:nvSpPr>
        <p:spPr>
          <a:xfrm>
            <a:off x="5720028" y="3288792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424</a:t>
            </a:r>
            <a:endParaRPr lang="en-US" sz="900" dirty="0"/>
          </a:p>
        </p:txBody>
      </p:sp>
      <p:sp>
        <p:nvSpPr>
          <p:cNvPr id="5177" name="Text 47"/>
          <p:cNvSpPr txBox="1"/>
          <p:nvPr/>
        </p:nvSpPr>
        <p:spPr>
          <a:xfrm>
            <a:off x="5720028" y="355092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▼33%</a:t>
            </a:r>
            <a:endParaRPr lang="en-US" sz="680" dirty="0"/>
          </a:p>
        </p:txBody>
      </p:sp>
      <p:sp>
        <p:nvSpPr>
          <p:cNvPr id="5178" name="Shape 45"/>
          <p:cNvSpPr/>
          <p:nvPr/>
        </p:nvSpPr>
        <p:spPr>
          <a:xfrm>
            <a:off x="6592522" y="3447624"/>
            <a:ext cx="217083" cy="9415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79" name="Text 46"/>
          <p:cNvSpPr txBox="1"/>
          <p:nvPr/>
        </p:nvSpPr>
        <p:spPr>
          <a:xfrm>
            <a:off x="6419772" y="327388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259</a:t>
            </a:r>
            <a:endParaRPr lang="en-US" sz="800" dirty="0"/>
          </a:p>
        </p:txBody>
      </p:sp>
      <p:sp>
        <p:nvSpPr>
          <p:cNvPr id="5180" name="Text 47"/>
          <p:cNvSpPr txBox="1"/>
          <p:nvPr/>
        </p:nvSpPr>
        <p:spPr>
          <a:xfrm>
            <a:off x="6419772" y="355092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▲398%</a:t>
            </a:r>
            <a:endParaRPr lang="en-US" sz="680" dirty="0"/>
          </a:p>
        </p:txBody>
      </p:sp>
      <p:sp>
        <p:nvSpPr>
          <p:cNvPr id="5181" name="Shape 45"/>
          <p:cNvSpPr/>
          <p:nvPr/>
        </p:nvSpPr>
        <p:spPr>
          <a:xfrm>
            <a:off x="7109386" y="342290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82" name="Text 46"/>
          <p:cNvSpPr txBox="1"/>
          <p:nvPr/>
        </p:nvSpPr>
        <p:spPr>
          <a:xfrm>
            <a:off x="6936636" y="324916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327</a:t>
            </a:r>
            <a:endParaRPr lang="en-US" sz="800" dirty="0"/>
          </a:p>
        </p:txBody>
      </p:sp>
      <p:sp>
        <p:nvSpPr>
          <p:cNvPr id="5183" name="Text 47"/>
          <p:cNvSpPr txBox="1"/>
          <p:nvPr/>
        </p:nvSpPr>
        <p:spPr>
          <a:xfrm>
            <a:off x="6936636" y="355092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▲26%</a:t>
            </a:r>
            <a:endParaRPr lang="en-US" sz="680" dirty="0"/>
          </a:p>
        </p:txBody>
      </p:sp>
      <p:sp>
        <p:nvSpPr>
          <p:cNvPr id="5184" name="Shape 45"/>
          <p:cNvSpPr/>
          <p:nvPr/>
        </p:nvSpPr>
        <p:spPr>
          <a:xfrm>
            <a:off x="7626250" y="3436718"/>
            <a:ext cx="217083" cy="105058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85" name="Text 49"/>
          <p:cNvSpPr txBox="1"/>
          <p:nvPr/>
        </p:nvSpPr>
        <p:spPr>
          <a:xfrm>
            <a:off x="7453500" y="3262982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289</a:t>
            </a:r>
            <a:endParaRPr lang="en-US" sz="900" dirty="0"/>
          </a:p>
        </p:txBody>
      </p:sp>
      <p:sp>
        <p:nvSpPr>
          <p:cNvPr id="5186" name="Text 47"/>
          <p:cNvSpPr txBox="1"/>
          <p:nvPr/>
        </p:nvSpPr>
        <p:spPr>
          <a:xfrm>
            <a:off x="7453500" y="355092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▼12%</a:t>
            </a:r>
            <a:endParaRPr lang="en-US" sz="680" dirty="0"/>
          </a:p>
        </p:txBody>
      </p:sp>
      <p:sp>
        <p:nvSpPr>
          <p:cNvPr id="5187" name="Shape 45"/>
          <p:cNvSpPr/>
          <p:nvPr/>
        </p:nvSpPr>
        <p:spPr>
          <a:xfrm>
            <a:off x="8325994" y="3431605"/>
            <a:ext cx="217083" cy="110171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88" name="Text 46"/>
          <p:cNvSpPr txBox="1"/>
          <p:nvPr/>
        </p:nvSpPr>
        <p:spPr>
          <a:xfrm>
            <a:off x="8153244" y="3257869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861</a:t>
            </a:r>
            <a:endParaRPr lang="en-US" sz="800" dirty="0"/>
          </a:p>
        </p:txBody>
      </p:sp>
      <p:sp>
        <p:nvSpPr>
          <p:cNvPr id="5189" name="Text 47"/>
          <p:cNvSpPr txBox="1"/>
          <p:nvPr/>
        </p:nvSpPr>
        <p:spPr>
          <a:xfrm>
            <a:off x="8153244" y="355092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▲150%</a:t>
            </a:r>
            <a:endParaRPr lang="en-US" sz="680" dirty="0"/>
          </a:p>
        </p:txBody>
      </p:sp>
      <p:sp>
        <p:nvSpPr>
          <p:cNvPr id="5190" name="Shape 45"/>
          <p:cNvSpPr/>
          <p:nvPr/>
        </p:nvSpPr>
        <p:spPr>
          <a:xfrm>
            <a:off x="8842858" y="342290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91" name="Text 46"/>
          <p:cNvSpPr txBox="1"/>
          <p:nvPr/>
        </p:nvSpPr>
        <p:spPr>
          <a:xfrm>
            <a:off x="8670108" y="324916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929</a:t>
            </a:r>
            <a:endParaRPr lang="en-US" sz="800" dirty="0"/>
          </a:p>
        </p:txBody>
      </p:sp>
      <p:sp>
        <p:nvSpPr>
          <p:cNvPr id="5192" name="Text 47"/>
          <p:cNvSpPr txBox="1"/>
          <p:nvPr/>
        </p:nvSpPr>
        <p:spPr>
          <a:xfrm>
            <a:off x="8670108" y="355092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▲8%</a:t>
            </a:r>
            <a:endParaRPr lang="en-US" sz="680" dirty="0"/>
          </a:p>
        </p:txBody>
      </p:sp>
      <p:sp>
        <p:nvSpPr>
          <p:cNvPr id="5193" name="Shape 45"/>
          <p:cNvSpPr/>
          <p:nvPr/>
        </p:nvSpPr>
        <p:spPr>
          <a:xfrm>
            <a:off x="9359722" y="3443505"/>
            <a:ext cx="217083" cy="98271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94" name="Text 49"/>
          <p:cNvSpPr txBox="1"/>
          <p:nvPr/>
        </p:nvSpPr>
        <p:spPr>
          <a:xfrm>
            <a:off x="9186972" y="3269769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768</a:t>
            </a:r>
            <a:endParaRPr lang="en-US" sz="900" dirty="0"/>
          </a:p>
        </p:txBody>
      </p:sp>
      <p:sp>
        <p:nvSpPr>
          <p:cNvPr id="5195" name="Text 47"/>
          <p:cNvSpPr txBox="1"/>
          <p:nvPr/>
        </p:nvSpPr>
        <p:spPr>
          <a:xfrm>
            <a:off x="9186972" y="355092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▼17%</a:t>
            </a:r>
            <a:endParaRPr lang="en-US" sz="680" dirty="0"/>
          </a:p>
        </p:txBody>
      </p:sp>
      <p:sp>
        <p:nvSpPr>
          <p:cNvPr id="5196" name="Shape 45"/>
          <p:cNvSpPr/>
          <p:nvPr/>
        </p:nvSpPr>
        <p:spPr>
          <a:xfrm>
            <a:off x="10059466" y="3455190"/>
            <a:ext cx="217083" cy="86586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97" name="Text 46"/>
          <p:cNvSpPr txBox="1"/>
          <p:nvPr/>
        </p:nvSpPr>
        <p:spPr>
          <a:xfrm>
            <a:off x="9886716" y="3281454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295</a:t>
            </a:r>
            <a:endParaRPr lang="en-US" sz="800" dirty="0"/>
          </a:p>
        </p:txBody>
      </p:sp>
      <p:sp>
        <p:nvSpPr>
          <p:cNvPr id="5198" name="Text 47"/>
          <p:cNvSpPr txBox="1"/>
          <p:nvPr/>
        </p:nvSpPr>
        <p:spPr>
          <a:xfrm>
            <a:off x="9886716" y="355092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▲247%</a:t>
            </a:r>
            <a:endParaRPr lang="en-US" sz="680" dirty="0"/>
          </a:p>
        </p:txBody>
      </p:sp>
      <p:sp>
        <p:nvSpPr>
          <p:cNvPr id="5199" name="Shape 45"/>
          <p:cNvSpPr/>
          <p:nvPr/>
        </p:nvSpPr>
        <p:spPr>
          <a:xfrm>
            <a:off x="10576330" y="3426426"/>
            <a:ext cx="217083" cy="115350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200" name="Text 46"/>
          <p:cNvSpPr txBox="1"/>
          <p:nvPr/>
        </p:nvSpPr>
        <p:spPr>
          <a:xfrm>
            <a:off x="10403580" y="3252690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393</a:t>
            </a:r>
            <a:endParaRPr lang="en-US" sz="800" dirty="0"/>
          </a:p>
        </p:txBody>
      </p:sp>
      <p:sp>
        <p:nvSpPr>
          <p:cNvPr id="5201" name="Text 47"/>
          <p:cNvSpPr txBox="1"/>
          <p:nvPr/>
        </p:nvSpPr>
        <p:spPr>
          <a:xfrm>
            <a:off x="10403580" y="355092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▲33%</a:t>
            </a:r>
            <a:endParaRPr lang="en-US" sz="680" dirty="0"/>
          </a:p>
        </p:txBody>
      </p:sp>
      <p:sp>
        <p:nvSpPr>
          <p:cNvPr id="5202" name="Shape 45"/>
          <p:cNvSpPr/>
          <p:nvPr/>
        </p:nvSpPr>
        <p:spPr>
          <a:xfrm>
            <a:off x="11093194" y="342290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203" name="Text 49"/>
          <p:cNvSpPr txBox="1"/>
          <p:nvPr/>
        </p:nvSpPr>
        <p:spPr>
          <a:xfrm>
            <a:off x="10920444" y="324916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405</a:t>
            </a:r>
            <a:endParaRPr lang="en-US" sz="900" dirty="0"/>
          </a:p>
        </p:txBody>
      </p:sp>
      <p:sp>
        <p:nvSpPr>
          <p:cNvPr id="5204" name="Text 47"/>
          <p:cNvSpPr txBox="1"/>
          <p:nvPr/>
        </p:nvSpPr>
        <p:spPr>
          <a:xfrm>
            <a:off x="10920444" y="355092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▲3%</a:t>
            </a:r>
            <a:endParaRPr lang="en-US" sz="680" dirty="0"/>
          </a:p>
        </p:txBody>
      </p:sp>
      <p:sp>
        <p:nvSpPr>
          <p:cNvPr id="5205" name="Shape 45"/>
          <p:cNvSpPr/>
          <p:nvPr/>
        </p:nvSpPr>
        <p:spPr>
          <a:xfrm>
            <a:off x="4859050" y="4007195"/>
            <a:ext cx="217083" cy="52741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206" name="Text 46"/>
          <p:cNvSpPr txBox="1"/>
          <p:nvPr/>
        </p:nvSpPr>
        <p:spPr>
          <a:xfrm>
            <a:off x="4686300" y="3833459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453</a:t>
            </a:r>
            <a:endParaRPr lang="en-US" sz="800" dirty="0"/>
          </a:p>
        </p:txBody>
      </p:sp>
      <p:sp>
        <p:nvSpPr>
          <p:cNvPr id="5207" name="Text 47"/>
          <p:cNvSpPr txBox="1"/>
          <p:nvPr/>
        </p:nvSpPr>
        <p:spPr>
          <a:xfrm>
            <a:off x="4686300" y="406908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▲358%</a:t>
            </a:r>
            <a:endParaRPr lang="en-US" sz="680" dirty="0"/>
          </a:p>
        </p:txBody>
      </p:sp>
      <p:sp>
        <p:nvSpPr>
          <p:cNvPr id="5208" name="Shape 45"/>
          <p:cNvSpPr/>
          <p:nvPr/>
        </p:nvSpPr>
        <p:spPr>
          <a:xfrm>
            <a:off x="5375914" y="394106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209" name="Text 46"/>
          <p:cNvSpPr txBox="1"/>
          <p:nvPr/>
        </p:nvSpPr>
        <p:spPr>
          <a:xfrm>
            <a:off x="5203164" y="376732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1.021</a:t>
            </a:r>
            <a:endParaRPr lang="en-US" sz="800" dirty="0"/>
          </a:p>
        </p:txBody>
      </p:sp>
      <p:sp>
        <p:nvSpPr>
          <p:cNvPr id="5210" name="Text 47"/>
          <p:cNvSpPr txBox="1"/>
          <p:nvPr/>
        </p:nvSpPr>
        <p:spPr>
          <a:xfrm>
            <a:off x="5203164" y="406908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▲125%</a:t>
            </a:r>
            <a:endParaRPr lang="en-US" sz="680" dirty="0"/>
          </a:p>
        </p:txBody>
      </p:sp>
      <p:sp>
        <p:nvSpPr>
          <p:cNvPr id="5211" name="Shape 45"/>
          <p:cNvSpPr/>
          <p:nvPr/>
        </p:nvSpPr>
        <p:spPr>
          <a:xfrm>
            <a:off x="5892778" y="4013365"/>
            <a:ext cx="217083" cy="46571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212" name="Text 49"/>
          <p:cNvSpPr txBox="1"/>
          <p:nvPr/>
        </p:nvSpPr>
        <p:spPr>
          <a:xfrm>
            <a:off x="5720028" y="3839629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400</a:t>
            </a:r>
            <a:endParaRPr lang="en-US" sz="900" dirty="0"/>
          </a:p>
        </p:txBody>
      </p:sp>
      <p:sp>
        <p:nvSpPr>
          <p:cNvPr id="5213" name="Text 47"/>
          <p:cNvSpPr txBox="1"/>
          <p:nvPr/>
        </p:nvSpPr>
        <p:spPr>
          <a:xfrm>
            <a:off x="5720028" y="406908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▼61%</a:t>
            </a:r>
            <a:endParaRPr lang="en-US" sz="680" dirty="0"/>
          </a:p>
        </p:txBody>
      </p:sp>
      <p:sp>
        <p:nvSpPr>
          <p:cNvPr id="5214" name="Shape 45"/>
          <p:cNvSpPr/>
          <p:nvPr/>
        </p:nvSpPr>
        <p:spPr>
          <a:xfrm>
            <a:off x="6592522" y="4012314"/>
            <a:ext cx="217083" cy="4762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215" name="Text 46"/>
          <p:cNvSpPr txBox="1"/>
          <p:nvPr/>
        </p:nvSpPr>
        <p:spPr>
          <a:xfrm>
            <a:off x="6419772" y="383857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260</a:t>
            </a:r>
            <a:endParaRPr lang="en-US" sz="800" dirty="0"/>
          </a:p>
        </p:txBody>
      </p:sp>
      <p:sp>
        <p:nvSpPr>
          <p:cNvPr id="5216" name="Text 47"/>
          <p:cNvSpPr txBox="1"/>
          <p:nvPr/>
        </p:nvSpPr>
        <p:spPr>
          <a:xfrm>
            <a:off x="6419772" y="406908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▲348%</a:t>
            </a:r>
            <a:endParaRPr lang="en-US" sz="680" dirty="0"/>
          </a:p>
        </p:txBody>
      </p:sp>
      <p:sp>
        <p:nvSpPr>
          <p:cNvPr id="5217" name="Shape 45"/>
          <p:cNvSpPr/>
          <p:nvPr/>
        </p:nvSpPr>
        <p:spPr>
          <a:xfrm>
            <a:off x="7109386" y="394106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218" name="Text 46"/>
          <p:cNvSpPr txBox="1"/>
          <p:nvPr/>
        </p:nvSpPr>
        <p:spPr>
          <a:xfrm>
            <a:off x="6936636" y="376732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649</a:t>
            </a:r>
            <a:endParaRPr lang="en-US" sz="800" dirty="0"/>
          </a:p>
        </p:txBody>
      </p:sp>
      <p:sp>
        <p:nvSpPr>
          <p:cNvPr id="5219" name="Text 47"/>
          <p:cNvSpPr txBox="1"/>
          <p:nvPr/>
        </p:nvSpPr>
        <p:spPr>
          <a:xfrm>
            <a:off x="6936636" y="406908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▲150%</a:t>
            </a:r>
            <a:endParaRPr lang="en-US" sz="680" dirty="0"/>
          </a:p>
        </p:txBody>
      </p:sp>
      <p:sp>
        <p:nvSpPr>
          <p:cNvPr id="5220" name="Shape 45"/>
          <p:cNvSpPr/>
          <p:nvPr/>
        </p:nvSpPr>
        <p:spPr>
          <a:xfrm>
            <a:off x="7626250" y="4008284"/>
            <a:ext cx="217083" cy="51652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221" name="Text 49"/>
          <p:cNvSpPr txBox="1"/>
          <p:nvPr/>
        </p:nvSpPr>
        <p:spPr>
          <a:xfrm>
            <a:off x="7453500" y="383454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282</a:t>
            </a:r>
            <a:endParaRPr lang="en-US" sz="900" dirty="0"/>
          </a:p>
        </p:txBody>
      </p:sp>
      <p:sp>
        <p:nvSpPr>
          <p:cNvPr id="5222" name="Text 47"/>
          <p:cNvSpPr txBox="1"/>
          <p:nvPr/>
        </p:nvSpPr>
        <p:spPr>
          <a:xfrm>
            <a:off x="7453500" y="406908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▼57%</a:t>
            </a:r>
            <a:endParaRPr lang="en-US" sz="680" dirty="0"/>
          </a:p>
        </p:txBody>
      </p:sp>
      <p:sp>
        <p:nvSpPr>
          <p:cNvPr id="5223" name="Shape 45"/>
          <p:cNvSpPr/>
          <p:nvPr/>
        </p:nvSpPr>
        <p:spPr>
          <a:xfrm>
            <a:off x="8325994" y="4038111"/>
            <a:ext cx="217083" cy="21825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224" name="Text 46"/>
          <p:cNvSpPr txBox="1"/>
          <p:nvPr/>
        </p:nvSpPr>
        <p:spPr>
          <a:xfrm>
            <a:off x="8153244" y="3864375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403</a:t>
            </a:r>
            <a:endParaRPr lang="en-US" sz="800" dirty="0"/>
          </a:p>
        </p:txBody>
      </p:sp>
      <p:sp>
        <p:nvSpPr>
          <p:cNvPr id="5225" name="Text 47"/>
          <p:cNvSpPr txBox="1"/>
          <p:nvPr/>
        </p:nvSpPr>
        <p:spPr>
          <a:xfrm>
            <a:off x="8153244" y="406908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▲860%</a:t>
            </a:r>
            <a:endParaRPr lang="en-US" sz="680" dirty="0"/>
          </a:p>
        </p:txBody>
      </p:sp>
      <p:sp>
        <p:nvSpPr>
          <p:cNvPr id="5226" name="Shape 45"/>
          <p:cNvSpPr/>
          <p:nvPr/>
        </p:nvSpPr>
        <p:spPr>
          <a:xfrm>
            <a:off x="8842858" y="394106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227" name="Text 46"/>
          <p:cNvSpPr txBox="1"/>
          <p:nvPr/>
        </p:nvSpPr>
        <p:spPr>
          <a:xfrm>
            <a:off x="8670108" y="376732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2.195</a:t>
            </a:r>
            <a:endParaRPr lang="en-US" sz="800" dirty="0"/>
          </a:p>
        </p:txBody>
      </p:sp>
      <p:sp>
        <p:nvSpPr>
          <p:cNvPr id="5228" name="Text 47"/>
          <p:cNvSpPr txBox="1"/>
          <p:nvPr/>
        </p:nvSpPr>
        <p:spPr>
          <a:xfrm>
            <a:off x="8670108" y="406908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▲445%</a:t>
            </a:r>
            <a:endParaRPr lang="en-US" sz="680" dirty="0"/>
          </a:p>
        </p:txBody>
      </p:sp>
      <p:sp>
        <p:nvSpPr>
          <p:cNvPr id="5229" name="Shape 45"/>
          <p:cNvSpPr/>
          <p:nvPr/>
        </p:nvSpPr>
        <p:spPr>
          <a:xfrm>
            <a:off x="9359722" y="4014174"/>
            <a:ext cx="217083" cy="45762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230" name="Text 49"/>
          <p:cNvSpPr txBox="1"/>
          <p:nvPr/>
        </p:nvSpPr>
        <p:spPr>
          <a:xfrm>
            <a:off x="9186972" y="384043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845</a:t>
            </a:r>
            <a:endParaRPr lang="en-US" sz="900" dirty="0"/>
          </a:p>
        </p:txBody>
      </p:sp>
      <p:sp>
        <p:nvSpPr>
          <p:cNvPr id="5231" name="Text 47"/>
          <p:cNvSpPr txBox="1"/>
          <p:nvPr/>
        </p:nvSpPr>
        <p:spPr>
          <a:xfrm>
            <a:off x="9186972" y="406908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▼62%</a:t>
            </a:r>
            <a:endParaRPr lang="en-US" sz="680" dirty="0"/>
          </a:p>
        </p:txBody>
      </p:sp>
      <p:sp>
        <p:nvSpPr>
          <p:cNvPr id="5232" name="Shape 45"/>
          <p:cNvSpPr/>
          <p:nvPr/>
        </p:nvSpPr>
        <p:spPr>
          <a:xfrm>
            <a:off x="10059466" y="4041648"/>
            <a:ext cx="217083" cy="18288"/>
          </a:xfrm>
          <a:prstGeom prst="rect">
            <a:avLst/>
          </a:prstGeom>
          <a:solidFill>
            <a:srgbClr val="A9B4C2"/>
          </a:solidFill>
          <a:ln/>
        </p:spPr>
      </p:sp>
      <p:sp>
        <p:nvSpPr>
          <p:cNvPr id="5233" name="Text 46"/>
          <p:cNvSpPr txBox="1"/>
          <p:nvPr/>
        </p:nvSpPr>
        <p:spPr>
          <a:xfrm>
            <a:off x="9886716" y="3867912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15</a:t>
            </a:r>
            <a:endParaRPr lang="en-US" sz="800" dirty="0"/>
          </a:p>
        </p:txBody>
      </p:sp>
      <p:sp>
        <p:nvSpPr>
          <p:cNvPr id="5234" name="Text 47"/>
          <p:cNvSpPr txBox="1"/>
          <p:nvPr/>
        </p:nvSpPr>
        <p:spPr>
          <a:xfrm>
            <a:off x="9886716" y="406908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A9B4C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/>
            </a:r>
            <a:endParaRPr lang="en-US" sz="680" dirty="0"/>
          </a:p>
        </p:txBody>
      </p:sp>
      <p:sp>
        <p:nvSpPr>
          <p:cNvPr id="5235" name="Shape 45"/>
          <p:cNvSpPr/>
          <p:nvPr/>
        </p:nvSpPr>
        <p:spPr>
          <a:xfrm>
            <a:off x="10576330" y="3968781"/>
            <a:ext cx="217083" cy="91155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236" name="Text 46"/>
          <p:cNvSpPr txBox="1"/>
          <p:nvPr/>
        </p:nvSpPr>
        <p:spPr>
          <a:xfrm>
            <a:off x="10403580" y="3795045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467</a:t>
            </a:r>
            <a:endParaRPr lang="en-US" sz="800" dirty="0"/>
          </a:p>
        </p:txBody>
      </p:sp>
      <p:sp>
        <p:nvSpPr>
          <p:cNvPr id="5237" name="Text 47"/>
          <p:cNvSpPr txBox="1"/>
          <p:nvPr/>
        </p:nvSpPr>
        <p:spPr>
          <a:xfrm>
            <a:off x="10403580" y="406908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▲3.013%</a:t>
            </a:r>
            <a:endParaRPr lang="en-US" sz="680" dirty="0"/>
          </a:p>
        </p:txBody>
      </p:sp>
      <p:sp>
        <p:nvSpPr>
          <p:cNvPr id="5238" name="Shape 45"/>
          <p:cNvSpPr/>
          <p:nvPr/>
        </p:nvSpPr>
        <p:spPr>
          <a:xfrm>
            <a:off x="11093194" y="394106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239" name="Text 49"/>
          <p:cNvSpPr txBox="1"/>
          <p:nvPr/>
        </p:nvSpPr>
        <p:spPr>
          <a:xfrm>
            <a:off x="10920444" y="376732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609</a:t>
            </a:r>
            <a:endParaRPr lang="en-US" sz="900" dirty="0"/>
          </a:p>
        </p:txBody>
      </p:sp>
      <p:sp>
        <p:nvSpPr>
          <p:cNvPr id="5240" name="Text 47"/>
          <p:cNvSpPr txBox="1"/>
          <p:nvPr/>
        </p:nvSpPr>
        <p:spPr>
          <a:xfrm>
            <a:off x="10920444" y="406908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▲30%</a:t>
            </a:r>
            <a:endParaRPr lang="en-US" sz="680" dirty="0"/>
          </a:p>
        </p:txBody>
      </p:sp>
      <p:sp>
        <p:nvSpPr>
          <p:cNvPr id="5241" name="Shape 45"/>
          <p:cNvSpPr/>
          <p:nvPr/>
        </p:nvSpPr>
        <p:spPr>
          <a:xfrm>
            <a:off x="4859050" y="4464998"/>
            <a:ext cx="217083" cy="113098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242" name="Text 46"/>
          <p:cNvSpPr txBox="1"/>
          <p:nvPr/>
        </p:nvSpPr>
        <p:spPr>
          <a:xfrm>
            <a:off x="4686300" y="4291262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333</a:t>
            </a:r>
            <a:endParaRPr lang="en-US" sz="800" dirty="0"/>
          </a:p>
        </p:txBody>
      </p:sp>
      <p:sp>
        <p:nvSpPr>
          <p:cNvPr id="5243" name="Text 47"/>
          <p:cNvSpPr txBox="1"/>
          <p:nvPr/>
        </p:nvSpPr>
        <p:spPr>
          <a:xfrm>
            <a:off x="4686300" y="458724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▲28%</a:t>
            </a:r>
            <a:endParaRPr lang="en-US" sz="680" dirty="0"/>
          </a:p>
        </p:txBody>
      </p:sp>
      <p:sp>
        <p:nvSpPr>
          <p:cNvPr id="5244" name="Shape 45"/>
          <p:cNvSpPr/>
          <p:nvPr/>
        </p:nvSpPr>
        <p:spPr>
          <a:xfrm>
            <a:off x="5375914" y="445922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245" name="Text 46"/>
          <p:cNvSpPr txBox="1"/>
          <p:nvPr/>
        </p:nvSpPr>
        <p:spPr>
          <a:xfrm>
            <a:off x="5203164" y="428548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350</a:t>
            </a:r>
            <a:endParaRPr lang="en-US" sz="800" dirty="0"/>
          </a:p>
        </p:txBody>
      </p:sp>
      <p:sp>
        <p:nvSpPr>
          <p:cNvPr id="5246" name="Text 47"/>
          <p:cNvSpPr txBox="1"/>
          <p:nvPr/>
        </p:nvSpPr>
        <p:spPr>
          <a:xfrm>
            <a:off x="5203164" y="458724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▲5%</a:t>
            </a:r>
            <a:endParaRPr lang="en-US" sz="680" dirty="0"/>
          </a:p>
        </p:txBody>
      </p:sp>
      <p:sp>
        <p:nvSpPr>
          <p:cNvPr id="5247" name="Shape 45"/>
          <p:cNvSpPr/>
          <p:nvPr/>
        </p:nvSpPr>
        <p:spPr>
          <a:xfrm>
            <a:off x="5892778" y="4489451"/>
            <a:ext cx="217083" cy="88645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248" name="Text 49"/>
          <p:cNvSpPr txBox="1"/>
          <p:nvPr/>
        </p:nvSpPr>
        <p:spPr>
          <a:xfrm>
            <a:off x="5720028" y="4315715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261</a:t>
            </a:r>
            <a:endParaRPr lang="en-US" sz="900" dirty="0"/>
          </a:p>
        </p:txBody>
      </p:sp>
      <p:sp>
        <p:nvSpPr>
          <p:cNvPr id="5249" name="Text 47"/>
          <p:cNvSpPr txBox="1"/>
          <p:nvPr/>
        </p:nvSpPr>
        <p:spPr>
          <a:xfrm>
            <a:off x="5720028" y="458724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▼25%</a:t>
            </a:r>
            <a:endParaRPr lang="en-US" sz="680" dirty="0"/>
          </a:p>
        </p:txBody>
      </p:sp>
      <p:sp>
        <p:nvSpPr>
          <p:cNvPr id="5250" name="Shape 45"/>
          <p:cNvSpPr/>
          <p:nvPr/>
        </p:nvSpPr>
        <p:spPr>
          <a:xfrm>
            <a:off x="6592522" y="445922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251" name="Text 46"/>
          <p:cNvSpPr txBox="1"/>
          <p:nvPr/>
        </p:nvSpPr>
        <p:spPr>
          <a:xfrm>
            <a:off x="6419772" y="428548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60</a:t>
            </a:r>
            <a:endParaRPr lang="en-US" sz="800" dirty="0"/>
          </a:p>
        </p:txBody>
      </p:sp>
      <p:sp>
        <p:nvSpPr>
          <p:cNvPr id="5252" name="Text 47"/>
          <p:cNvSpPr txBox="1"/>
          <p:nvPr/>
        </p:nvSpPr>
        <p:spPr>
          <a:xfrm>
            <a:off x="6419772" y="458724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▲5.900%</a:t>
            </a:r>
            <a:endParaRPr lang="en-US" sz="680" dirty="0"/>
          </a:p>
        </p:txBody>
      </p:sp>
      <p:sp>
        <p:nvSpPr>
          <p:cNvPr id="5253" name="Shape 45"/>
          <p:cNvSpPr/>
          <p:nvPr/>
        </p:nvSpPr>
        <p:spPr>
          <a:xfrm>
            <a:off x="7109386" y="4473092"/>
            <a:ext cx="217083" cy="105004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254" name="Text 46"/>
          <p:cNvSpPr txBox="1"/>
          <p:nvPr/>
        </p:nvSpPr>
        <p:spPr>
          <a:xfrm>
            <a:off x="6936636" y="4299356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53</a:t>
            </a:r>
            <a:endParaRPr lang="en-US" sz="800" dirty="0"/>
          </a:p>
        </p:txBody>
      </p:sp>
      <p:sp>
        <p:nvSpPr>
          <p:cNvPr id="5255" name="Text 47"/>
          <p:cNvSpPr txBox="1"/>
          <p:nvPr/>
        </p:nvSpPr>
        <p:spPr>
          <a:xfrm>
            <a:off x="6936636" y="458724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▼12%</a:t>
            </a:r>
            <a:endParaRPr lang="en-US" sz="680" dirty="0"/>
          </a:p>
        </p:txBody>
      </p:sp>
      <p:sp>
        <p:nvSpPr>
          <p:cNvPr id="5256" name="Shape 45"/>
          <p:cNvSpPr/>
          <p:nvPr/>
        </p:nvSpPr>
        <p:spPr>
          <a:xfrm>
            <a:off x="7626250" y="4482998"/>
            <a:ext cx="217083" cy="95098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257" name="Text 49"/>
          <p:cNvSpPr txBox="1"/>
          <p:nvPr/>
        </p:nvSpPr>
        <p:spPr>
          <a:xfrm>
            <a:off x="7453500" y="4309262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48</a:t>
            </a:r>
            <a:endParaRPr lang="en-US" sz="900" dirty="0"/>
          </a:p>
        </p:txBody>
      </p:sp>
      <p:sp>
        <p:nvSpPr>
          <p:cNvPr id="5258" name="Text 47"/>
          <p:cNvSpPr txBox="1"/>
          <p:nvPr/>
        </p:nvSpPr>
        <p:spPr>
          <a:xfrm>
            <a:off x="7453500" y="458724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▼9%</a:t>
            </a:r>
            <a:endParaRPr lang="en-US" sz="680" dirty="0"/>
          </a:p>
        </p:txBody>
      </p:sp>
      <p:sp>
        <p:nvSpPr>
          <p:cNvPr id="5259" name="Shape 45"/>
          <p:cNvSpPr/>
          <p:nvPr/>
        </p:nvSpPr>
        <p:spPr>
          <a:xfrm>
            <a:off x="8325994" y="445922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260" name="Text 46"/>
          <p:cNvSpPr txBox="1"/>
          <p:nvPr/>
        </p:nvSpPr>
        <p:spPr>
          <a:xfrm>
            <a:off x="8153244" y="428548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584</a:t>
            </a:r>
            <a:endParaRPr lang="en-US" sz="800" dirty="0"/>
          </a:p>
        </p:txBody>
      </p:sp>
      <p:sp>
        <p:nvSpPr>
          <p:cNvPr id="5261" name="Text 47"/>
          <p:cNvSpPr txBox="1"/>
          <p:nvPr/>
        </p:nvSpPr>
        <p:spPr>
          <a:xfrm>
            <a:off x="8153244" y="458724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▲65%</a:t>
            </a:r>
            <a:endParaRPr lang="en-US" sz="680" dirty="0"/>
          </a:p>
        </p:txBody>
      </p:sp>
      <p:sp>
        <p:nvSpPr>
          <p:cNvPr id="5262" name="Shape 45"/>
          <p:cNvSpPr/>
          <p:nvPr/>
        </p:nvSpPr>
        <p:spPr>
          <a:xfrm>
            <a:off x="8842858" y="4477136"/>
            <a:ext cx="217083" cy="100960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263" name="Text 46"/>
          <p:cNvSpPr txBox="1"/>
          <p:nvPr/>
        </p:nvSpPr>
        <p:spPr>
          <a:xfrm>
            <a:off x="8670108" y="4303400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496</a:t>
            </a:r>
            <a:endParaRPr lang="en-US" sz="800" dirty="0"/>
          </a:p>
        </p:txBody>
      </p:sp>
      <p:sp>
        <p:nvSpPr>
          <p:cNvPr id="5264" name="Text 47"/>
          <p:cNvSpPr txBox="1"/>
          <p:nvPr/>
        </p:nvSpPr>
        <p:spPr>
          <a:xfrm>
            <a:off x="8670108" y="458724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▼15%</a:t>
            </a:r>
            <a:endParaRPr lang="en-US" sz="680" dirty="0"/>
          </a:p>
        </p:txBody>
      </p:sp>
      <p:sp>
        <p:nvSpPr>
          <p:cNvPr id="5265" name="Shape 45"/>
          <p:cNvSpPr/>
          <p:nvPr/>
        </p:nvSpPr>
        <p:spPr>
          <a:xfrm>
            <a:off x="9359722" y="4523342"/>
            <a:ext cx="217083" cy="54754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266" name="Text 49"/>
          <p:cNvSpPr txBox="1"/>
          <p:nvPr/>
        </p:nvSpPr>
        <p:spPr>
          <a:xfrm>
            <a:off x="9186972" y="4349606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269</a:t>
            </a:r>
            <a:endParaRPr lang="en-US" sz="900" dirty="0"/>
          </a:p>
        </p:txBody>
      </p:sp>
      <p:sp>
        <p:nvSpPr>
          <p:cNvPr id="5267" name="Text 47"/>
          <p:cNvSpPr txBox="1"/>
          <p:nvPr/>
        </p:nvSpPr>
        <p:spPr>
          <a:xfrm>
            <a:off x="9186972" y="458724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▼46%</a:t>
            </a:r>
            <a:endParaRPr lang="en-US" sz="680" dirty="0"/>
          </a:p>
        </p:txBody>
      </p:sp>
      <p:sp>
        <p:nvSpPr>
          <p:cNvPr id="5268" name="Shape 45"/>
          <p:cNvSpPr/>
          <p:nvPr/>
        </p:nvSpPr>
        <p:spPr>
          <a:xfrm>
            <a:off x="10059466" y="445922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269" name="Text 46"/>
          <p:cNvSpPr txBox="1"/>
          <p:nvPr/>
        </p:nvSpPr>
        <p:spPr>
          <a:xfrm>
            <a:off x="9886716" y="428548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52</a:t>
            </a:r>
            <a:endParaRPr lang="en-US" sz="800" dirty="0"/>
          </a:p>
        </p:txBody>
      </p:sp>
      <p:sp>
        <p:nvSpPr>
          <p:cNvPr id="5270" name="Text 47"/>
          <p:cNvSpPr txBox="1"/>
          <p:nvPr/>
        </p:nvSpPr>
        <p:spPr>
          <a:xfrm>
            <a:off x="9886716" y="458724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▲21%</a:t>
            </a:r>
            <a:endParaRPr lang="en-US" sz="680" dirty="0"/>
          </a:p>
        </p:txBody>
      </p:sp>
      <p:sp>
        <p:nvSpPr>
          <p:cNvPr id="5271" name="Shape 45"/>
          <p:cNvSpPr/>
          <p:nvPr/>
        </p:nvSpPr>
        <p:spPr>
          <a:xfrm>
            <a:off x="10576330" y="4459224"/>
            <a:ext cx="217083" cy="118872"/>
          </a:xfrm>
          <a:prstGeom prst="rect">
            <a:avLst/>
          </a:prstGeom>
          <a:solidFill>
            <a:srgbClr val="A9B4C2"/>
          </a:solidFill>
          <a:ln/>
        </p:spPr>
      </p:sp>
      <p:sp>
        <p:nvSpPr>
          <p:cNvPr id="5272" name="Text 46"/>
          <p:cNvSpPr txBox="1"/>
          <p:nvPr/>
        </p:nvSpPr>
        <p:spPr>
          <a:xfrm>
            <a:off x="10403580" y="428548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52</a:t>
            </a:r>
            <a:endParaRPr lang="en-US" sz="800" dirty="0"/>
          </a:p>
        </p:txBody>
      </p:sp>
      <p:sp>
        <p:nvSpPr>
          <p:cNvPr id="5273" name="Text 47"/>
          <p:cNvSpPr txBox="1"/>
          <p:nvPr/>
        </p:nvSpPr>
        <p:spPr>
          <a:xfrm>
            <a:off x="10403580" y="458724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0%</a:t>
            </a:r>
            <a:endParaRPr lang="en-US" sz="680" dirty="0"/>
          </a:p>
        </p:txBody>
      </p:sp>
      <p:sp>
        <p:nvSpPr>
          <p:cNvPr id="5274" name="Shape 45"/>
          <p:cNvSpPr/>
          <p:nvPr/>
        </p:nvSpPr>
        <p:spPr>
          <a:xfrm>
            <a:off x="11093194" y="4520946"/>
            <a:ext cx="217083" cy="57150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275" name="Text 49"/>
          <p:cNvSpPr txBox="1"/>
          <p:nvPr/>
        </p:nvSpPr>
        <p:spPr>
          <a:xfrm>
            <a:off x="10920444" y="4347210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25</a:t>
            </a:r>
            <a:endParaRPr lang="en-US" sz="900" dirty="0"/>
          </a:p>
        </p:txBody>
      </p:sp>
      <p:sp>
        <p:nvSpPr>
          <p:cNvPr id="5276" name="Text 47"/>
          <p:cNvSpPr txBox="1"/>
          <p:nvPr/>
        </p:nvSpPr>
        <p:spPr>
          <a:xfrm>
            <a:off x="10920444" y="458724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▼52%</a:t>
            </a:r>
            <a:endParaRPr lang="en-US" sz="680" dirty="0"/>
          </a:p>
        </p:txBody>
      </p:sp>
      <p:sp>
        <p:nvSpPr>
          <p:cNvPr id="5277" name="Shape 45"/>
          <p:cNvSpPr/>
          <p:nvPr/>
        </p:nvSpPr>
        <p:spPr>
          <a:xfrm>
            <a:off x="4859050" y="4978067"/>
            <a:ext cx="217083" cy="118189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278" name="Text 46"/>
          <p:cNvSpPr txBox="1"/>
          <p:nvPr/>
        </p:nvSpPr>
        <p:spPr>
          <a:xfrm>
            <a:off x="4686300" y="4804331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346</a:t>
            </a:r>
            <a:endParaRPr lang="en-US" sz="800" dirty="0"/>
          </a:p>
        </p:txBody>
      </p:sp>
      <p:sp>
        <p:nvSpPr>
          <p:cNvPr id="5279" name="Text 47"/>
          <p:cNvSpPr txBox="1"/>
          <p:nvPr/>
        </p:nvSpPr>
        <p:spPr>
          <a:xfrm>
            <a:off x="4686300" y="51054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▲147%</a:t>
            </a:r>
            <a:endParaRPr lang="en-US" sz="680" dirty="0"/>
          </a:p>
        </p:txBody>
      </p:sp>
      <p:sp>
        <p:nvSpPr>
          <p:cNvPr id="5280" name="Shape 45"/>
          <p:cNvSpPr/>
          <p:nvPr/>
        </p:nvSpPr>
        <p:spPr>
          <a:xfrm>
            <a:off x="5375914" y="497738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281" name="Text 46"/>
          <p:cNvSpPr txBox="1"/>
          <p:nvPr/>
        </p:nvSpPr>
        <p:spPr>
          <a:xfrm>
            <a:off x="5203164" y="480364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348</a:t>
            </a:r>
            <a:endParaRPr lang="en-US" sz="800" dirty="0"/>
          </a:p>
        </p:txBody>
      </p:sp>
      <p:sp>
        <p:nvSpPr>
          <p:cNvPr id="5282" name="Text 47"/>
          <p:cNvSpPr txBox="1"/>
          <p:nvPr/>
        </p:nvSpPr>
        <p:spPr>
          <a:xfrm>
            <a:off x="5203164" y="51054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▲1%</a:t>
            </a:r>
            <a:endParaRPr lang="en-US" sz="680" dirty="0"/>
          </a:p>
        </p:txBody>
      </p:sp>
      <p:sp>
        <p:nvSpPr>
          <p:cNvPr id="5283" name="Shape 45"/>
          <p:cNvSpPr/>
          <p:nvPr/>
        </p:nvSpPr>
        <p:spPr>
          <a:xfrm>
            <a:off x="5892778" y="5018033"/>
            <a:ext cx="217083" cy="78223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284" name="Text 49"/>
          <p:cNvSpPr txBox="1"/>
          <p:nvPr/>
        </p:nvSpPr>
        <p:spPr>
          <a:xfrm>
            <a:off x="5720028" y="4844297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229</a:t>
            </a:r>
            <a:endParaRPr lang="en-US" sz="900" dirty="0"/>
          </a:p>
        </p:txBody>
      </p:sp>
      <p:sp>
        <p:nvSpPr>
          <p:cNvPr id="5285" name="Text 47"/>
          <p:cNvSpPr txBox="1"/>
          <p:nvPr/>
        </p:nvSpPr>
        <p:spPr>
          <a:xfrm>
            <a:off x="5720028" y="51054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▼34%</a:t>
            </a:r>
            <a:endParaRPr lang="en-US" sz="680" dirty="0"/>
          </a:p>
        </p:txBody>
      </p:sp>
      <p:sp>
        <p:nvSpPr>
          <p:cNvPr id="5286" name="Shape 45"/>
          <p:cNvSpPr/>
          <p:nvPr/>
        </p:nvSpPr>
        <p:spPr>
          <a:xfrm>
            <a:off x="6592522" y="497738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287" name="Text 46"/>
          <p:cNvSpPr txBox="1"/>
          <p:nvPr/>
        </p:nvSpPr>
        <p:spPr>
          <a:xfrm>
            <a:off x="6419772" y="480364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125</a:t>
            </a:r>
            <a:endParaRPr lang="en-US" sz="800" dirty="0"/>
          </a:p>
        </p:txBody>
      </p:sp>
      <p:sp>
        <p:nvSpPr>
          <p:cNvPr id="5288" name="Text 47"/>
          <p:cNvSpPr txBox="1"/>
          <p:nvPr/>
        </p:nvSpPr>
        <p:spPr>
          <a:xfrm>
            <a:off x="6419772" y="51054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▲525%</a:t>
            </a:r>
            <a:endParaRPr lang="en-US" sz="680" dirty="0"/>
          </a:p>
        </p:txBody>
      </p:sp>
      <p:sp>
        <p:nvSpPr>
          <p:cNvPr id="5289" name="Shape 45"/>
          <p:cNvSpPr/>
          <p:nvPr/>
        </p:nvSpPr>
        <p:spPr>
          <a:xfrm>
            <a:off x="7109386" y="5000207"/>
            <a:ext cx="217083" cy="96049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290" name="Text 46"/>
          <p:cNvSpPr txBox="1"/>
          <p:nvPr/>
        </p:nvSpPr>
        <p:spPr>
          <a:xfrm>
            <a:off x="6936636" y="4826471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101</a:t>
            </a:r>
            <a:endParaRPr lang="en-US" sz="800" dirty="0"/>
          </a:p>
        </p:txBody>
      </p:sp>
      <p:sp>
        <p:nvSpPr>
          <p:cNvPr id="5291" name="Text 47"/>
          <p:cNvSpPr txBox="1"/>
          <p:nvPr/>
        </p:nvSpPr>
        <p:spPr>
          <a:xfrm>
            <a:off x="6936636" y="51054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▼19%</a:t>
            </a:r>
            <a:endParaRPr lang="en-US" sz="680" dirty="0"/>
          </a:p>
        </p:txBody>
      </p:sp>
      <p:sp>
        <p:nvSpPr>
          <p:cNvPr id="5292" name="Shape 45"/>
          <p:cNvSpPr/>
          <p:nvPr/>
        </p:nvSpPr>
        <p:spPr>
          <a:xfrm>
            <a:off x="7626250" y="5060119"/>
            <a:ext cx="217083" cy="36137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293" name="Text 49"/>
          <p:cNvSpPr txBox="1"/>
          <p:nvPr/>
        </p:nvSpPr>
        <p:spPr>
          <a:xfrm>
            <a:off x="7453500" y="4886383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38</a:t>
            </a:r>
            <a:endParaRPr lang="en-US" sz="900" dirty="0"/>
          </a:p>
        </p:txBody>
      </p:sp>
      <p:sp>
        <p:nvSpPr>
          <p:cNvPr id="5294" name="Text 47"/>
          <p:cNvSpPr txBox="1"/>
          <p:nvPr/>
        </p:nvSpPr>
        <p:spPr>
          <a:xfrm>
            <a:off x="7453500" y="51054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▼62%</a:t>
            </a:r>
            <a:endParaRPr lang="en-US" sz="680" dirty="0"/>
          </a:p>
        </p:txBody>
      </p:sp>
      <p:sp>
        <p:nvSpPr>
          <p:cNvPr id="5295" name="Shape 45"/>
          <p:cNvSpPr/>
          <p:nvPr/>
        </p:nvSpPr>
        <p:spPr>
          <a:xfrm>
            <a:off x="8325994" y="497738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296" name="Text 46"/>
          <p:cNvSpPr txBox="1"/>
          <p:nvPr/>
        </p:nvSpPr>
        <p:spPr>
          <a:xfrm>
            <a:off x="8153244" y="480364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450</a:t>
            </a:r>
            <a:endParaRPr lang="en-US" sz="800" dirty="0"/>
          </a:p>
        </p:txBody>
      </p:sp>
      <p:sp>
        <p:nvSpPr>
          <p:cNvPr id="5297" name="Text 47"/>
          <p:cNvSpPr txBox="1"/>
          <p:nvPr/>
        </p:nvSpPr>
        <p:spPr>
          <a:xfrm>
            <a:off x="8153244" y="51054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▲219%</a:t>
            </a:r>
            <a:endParaRPr lang="en-US" sz="680" dirty="0"/>
          </a:p>
        </p:txBody>
      </p:sp>
      <p:sp>
        <p:nvSpPr>
          <p:cNvPr id="5298" name="Shape 45"/>
          <p:cNvSpPr/>
          <p:nvPr/>
        </p:nvSpPr>
        <p:spPr>
          <a:xfrm>
            <a:off x="8842858" y="4987950"/>
            <a:ext cx="217083" cy="108306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299" name="Text 46"/>
          <p:cNvSpPr txBox="1"/>
          <p:nvPr/>
        </p:nvSpPr>
        <p:spPr>
          <a:xfrm>
            <a:off x="8670108" y="4814214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410</a:t>
            </a:r>
            <a:endParaRPr lang="en-US" sz="800" dirty="0"/>
          </a:p>
        </p:txBody>
      </p:sp>
      <p:sp>
        <p:nvSpPr>
          <p:cNvPr id="5300" name="Text 47"/>
          <p:cNvSpPr txBox="1"/>
          <p:nvPr/>
        </p:nvSpPr>
        <p:spPr>
          <a:xfrm>
            <a:off x="8670108" y="51054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▼9%</a:t>
            </a:r>
            <a:endParaRPr lang="en-US" sz="680" dirty="0"/>
          </a:p>
        </p:txBody>
      </p:sp>
      <p:sp>
        <p:nvSpPr>
          <p:cNvPr id="5301" name="Shape 45"/>
          <p:cNvSpPr/>
          <p:nvPr/>
        </p:nvSpPr>
        <p:spPr>
          <a:xfrm>
            <a:off x="9359722" y="5020970"/>
            <a:ext cx="217083" cy="75286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302" name="Text 49"/>
          <p:cNvSpPr txBox="1"/>
          <p:nvPr/>
        </p:nvSpPr>
        <p:spPr>
          <a:xfrm>
            <a:off x="9186972" y="4847234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285</a:t>
            </a:r>
            <a:endParaRPr lang="en-US" sz="900" dirty="0"/>
          </a:p>
        </p:txBody>
      </p:sp>
      <p:sp>
        <p:nvSpPr>
          <p:cNvPr id="5303" name="Text 47"/>
          <p:cNvSpPr txBox="1"/>
          <p:nvPr/>
        </p:nvSpPr>
        <p:spPr>
          <a:xfrm>
            <a:off x="9186972" y="51054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▼30%</a:t>
            </a:r>
            <a:endParaRPr lang="en-US" sz="680" dirty="0"/>
          </a:p>
        </p:txBody>
      </p:sp>
      <p:sp>
        <p:nvSpPr>
          <p:cNvPr id="5304" name="Shape 45"/>
          <p:cNvSpPr/>
          <p:nvPr/>
        </p:nvSpPr>
        <p:spPr>
          <a:xfrm>
            <a:off x="10059466" y="4991507"/>
            <a:ext cx="217083" cy="104749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305" name="Text 46"/>
          <p:cNvSpPr txBox="1"/>
          <p:nvPr/>
        </p:nvSpPr>
        <p:spPr>
          <a:xfrm>
            <a:off x="9886716" y="4817771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89</a:t>
            </a:r>
            <a:endParaRPr lang="en-US" sz="800" dirty="0"/>
          </a:p>
        </p:txBody>
      </p:sp>
      <p:sp>
        <p:nvSpPr>
          <p:cNvPr id="5306" name="Text 47"/>
          <p:cNvSpPr txBox="1"/>
          <p:nvPr/>
        </p:nvSpPr>
        <p:spPr>
          <a:xfrm>
            <a:off x="9886716" y="51054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▲424%</a:t>
            </a:r>
            <a:endParaRPr lang="en-US" sz="680" dirty="0"/>
          </a:p>
        </p:txBody>
      </p:sp>
      <p:sp>
        <p:nvSpPr>
          <p:cNvPr id="5307" name="Shape 45"/>
          <p:cNvSpPr/>
          <p:nvPr/>
        </p:nvSpPr>
        <p:spPr>
          <a:xfrm>
            <a:off x="10576330" y="497738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308" name="Text 46"/>
          <p:cNvSpPr txBox="1"/>
          <p:nvPr/>
        </p:nvSpPr>
        <p:spPr>
          <a:xfrm>
            <a:off x="10403580" y="480364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101</a:t>
            </a:r>
            <a:endParaRPr lang="en-US" sz="800" dirty="0"/>
          </a:p>
        </p:txBody>
      </p:sp>
      <p:sp>
        <p:nvSpPr>
          <p:cNvPr id="5309" name="Text 47"/>
          <p:cNvSpPr txBox="1"/>
          <p:nvPr/>
        </p:nvSpPr>
        <p:spPr>
          <a:xfrm>
            <a:off x="10403580" y="51054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▲13%</a:t>
            </a:r>
            <a:endParaRPr lang="en-US" sz="680" dirty="0"/>
          </a:p>
        </p:txBody>
      </p:sp>
      <p:sp>
        <p:nvSpPr>
          <p:cNvPr id="5310" name="Shape 45"/>
          <p:cNvSpPr/>
          <p:nvPr/>
        </p:nvSpPr>
        <p:spPr>
          <a:xfrm>
            <a:off x="11093194" y="5043293"/>
            <a:ext cx="217083" cy="52963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311" name="Text 49"/>
          <p:cNvSpPr txBox="1"/>
          <p:nvPr/>
        </p:nvSpPr>
        <p:spPr>
          <a:xfrm>
            <a:off x="10920444" y="4869557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45</a:t>
            </a:r>
            <a:endParaRPr lang="en-US" sz="900" dirty="0"/>
          </a:p>
        </p:txBody>
      </p:sp>
      <p:sp>
        <p:nvSpPr>
          <p:cNvPr id="5312" name="Text 47"/>
          <p:cNvSpPr txBox="1"/>
          <p:nvPr/>
        </p:nvSpPr>
        <p:spPr>
          <a:xfrm>
            <a:off x="10920444" y="51054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▼55%</a:t>
            </a:r>
            <a:endParaRPr lang="en-US" sz="680" dirty="0"/>
          </a:p>
        </p:txBody>
      </p:sp>
      <p:sp>
        <p:nvSpPr>
          <p:cNvPr id="5421" name="Text 205"/>
          <p:cNvSpPr txBox="1"/>
          <p:nvPr/>
        </p:nvSpPr>
        <p:spPr>
          <a:xfrm>
            <a:off x="4686300" y="5330952"/>
            <a:ext cx="562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7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2.909</a:t>
            </a:r>
            <a:endParaRPr lang="en-US" sz="987" dirty="0"/>
          </a:p>
        </p:txBody>
      </p:sp>
      <p:sp>
        <p:nvSpPr>
          <p:cNvPr id="5422" name="Text 205"/>
          <p:cNvSpPr txBox="1"/>
          <p:nvPr/>
        </p:nvSpPr>
        <p:spPr>
          <a:xfrm>
            <a:off x="5203164" y="5330952"/>
            <a:ext cx="562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7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3.361</a:t>
            </a:r>
            <a:endParaRPr lang="en-US" sz="987" dirty="0"/>
          </a:p>
        </p:txBody>
      </p:sp>
      <p:sp>
        <p:nvSpPr>
          <p:cNvPr id="5423" name="Text 205"/>
          <p:cNvSpPr txBox="1"/>
          <p:nvPr/>
        </p:nvSpPr>
        <p:spPr>
          <a:xfrm>
            <a:off x="5720028" y="5330952"/>
            <a:ext cx="562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7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2.356</a:t>
            </a:r>
            <a:endParaRPr lang="en-US" sz="987" dirty="0"/>
          </a:p>
        </p:txBody>
      </p:sp>
      <p:sp>
        <p:nvSpPr>
          <p:cNvPr id="5424" name="Text 205"/>
          <p:cNvSpPr txBox="1"/>
          <p:nvPr/>
        </p:nvSpPr>
        <p:spPr>
          <a:xfrm>
            <a:off x="6419772" y="5330952"/>
            <a:ext cx="562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7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1.274</a:t>
            </a:r>
            <a:endParaRPr lang="en-US" sz="987" dirty="0"/>
          </a:p>
        </p:txBody>
      </p:sp>
      <p:sp>
        <p:nvSpPr>
          <p:cNvPr id="5425" name="Text 205"/>
          <p:cNvSpPr txBox="1"/>
          <p:nvPr/>
        </p:nvSpPr>
        <p:spPr>
          <a:xfrm>
            <a:off x="6936636" y="5330952"/>
            <a:ext cx="562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7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1.484</a:t>
            </a:r>
            <a:endParaRPr lang="en-US" sz="987" dirty="0"/>
          </a:p>
        </p:txBody>
      </p:sp>
      <p:sp>
        <p:nvSpPr>
          <p:cNvPr id="5426" name="Text 205"/>
          <p:cNvSpPr txBox="1"/>
          <p:nvPr/>
        </p:nvSpPr>
        <p:spPr>
          <a:xfrm>
            <a:off x="7453500" y="5330952"/>
            <a:ext cx="562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7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1.125</a:t>
            </a:r>
            <a:endParaRPr lang="en-US" sz="987" dirty="0"/>
          </a:p>
        </p:txBody>
      </p:sp>
      <p:sp>
        <p:nvSpPr>
          <p:cNvPr id="5427" name="Text 205"/>
          <p:cNvSpPr txBox="1"/>
          <p:nvPr/>
        </p:nvSpPr>
        <p:spPr>
          <a:xfrm>
            <a:off x="8153244" y="5330952"/>
            <a:ext cx="562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7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4.137</a:t>
            </a:r>
            <a:endParaRPr lang="en-US" sz="987" dirty="0"/>
          </a:p>
        </p:txBody>
      </p:sp>
      <p:sp>
        <p:nvSpPr>
          <p:cNvPr id="5428" name="Text 205"/>
          <p:cNvSpPr txBox="1"/>
          <p:nvPr/>
        </p:nvSpPr>
        <p:spPr>
          <a:xfrm>
            <a:off x="8670108" y="5330952"/>
            <a:ext cx="562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7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5.830</a:t>
            </a:r>
            <a:endParaRPr lang="en-US" sz="987" dirty="0"/>
          </a:p>
        </p:txBody>
      </p:sp>
      <p:sp>
        <p:nvSpPr>
          <p:cNvPr id="5429" name="Text 205"/>
          <p:cNvSpPr txBox="1"/>
          <p:nvPr/>
        </p:nvSpPr>
        <p:spPr>
          <a:xfrm>
            <a:off x="9186972" y="5330952"/>
            <a:ext cx="562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7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3.667</a:t>
            </a:r>
            <a:endParaRPr lang="en-US" sz="987" dirty="0"/>
          </a:p>
        </p:txBody>
      </p:sp>
      <p:sp>
        <p:nvSpPr>
          <p:cNvPr id="5430" name="Text 205"/>
          <p:cNvSpPr txBox="1"/>
          <p:nvPr/>
        </p:nvSpPr>
        <p:spPr>
          <a:xfrm>
            <a:off x="9886716" y="5330952"/>
            <a:ext cx="562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7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1.210</a:t>
            </a:r>
            <a:endParaRPr lang="en-US" sz="987" dirty="0"/>
          </a:p>
        </p:txBody>
      </p:sp>
      <p:sp>
        <p:nvSpPr>
          <p:cNvPr id="5431" name="Text 205"/>
          <p:cNvSpPr txBox="1"/>
          <p:nvPr/>
        </p:nvSpPr>
        <p:spPr>
          <a:xfrm>
            <a:off x="10403580" y="5330952"/>
            <a:ext cx="562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7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1.844</a:t>
            </a:r>
            <a:endParaRPr lang="en-US" sz="987" dirty="0"/>
          </a:p>
        </p:txBody>
      </p:sp>
      <p:sp>
        <p:nvSpPr>
          <p:cNvPr id="5432" name="Text 205"/>
          <p:cNvSpPr txBox="1"/>
          <p:nvPr/>
        </p:nvSpPr>
        <p:spPr>
          <a:xfrm>
            <a:off x="10920444" y="5330952"/>
            <a:ext cx="562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7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1.557</a:t>
            </a:r>
            <a:endParaRPr lang="en-US" sz="987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4543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Operasi Penanganan Karhutla per Tanggal </a:t>
            </a:r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31</a:t>
            </a:r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Oktober </a:t>
            </a:r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2026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05256"/>
            <a:ext cx="104543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71.878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personel darat, </a:t>
            </a:r>
            <a:pPr indent="0" marL="0">
              <a:buNone/>
            </a:pP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54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armada udara, dan OMC di </a:t>
            </a:r>
            <a:pPr indent="0" marL="0">
              <a:buNone/>
            </a:pP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 provinsi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dengan hujan di </a:t>
            </a:r>
            <a:pPr indent="0" marL="0">
              <a:buNone/>
            </a:pP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 provinsi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11094415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95583" y="365760"/>
            <a:ext cx="347472" cy="43891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Badan Nasional Penanggulangan Bencana  |  Copyright 2026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11094415" y="65105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548640" y="1325880"/>
            <a:ext cx="7116775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BFC5C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76656" y="1508760"/>
            <a:ext cx="384048" cy="384048"/>
          </a:xfrm>
          <a:prstGeom prst="ellipse">
            <a:avLst/>
          </a:prstGeom>
          <a:solidFill>
            <a:srgbClr val="051C2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1600200"/>
            <a:ext cx="201168" cy="20116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152144" y="139903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PENANGANAN</a:t>
            </a:r>
            <a:endParaRPr lang="en-US" sz="7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144" y="1655064"/>
            <a:ext cx="146304" cy="14630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35024" y="15727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71.878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1152144" y="1847088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personel darat</a:t>
            </a:r>
            <a:endParaRPr lang="en-US" sz="6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1559" y="1655064"/>
            <a:ext cx="146304" cy="14630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3974439" y="15727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32</a:t>
            </a:r>
            <a:endParaRPr lang="en-US" sz="1400" dirty="0"/>
          </a:p>
        </p:txBody>
      </p:sp>
      <p:sp>
        <p:nvSpPr>
          <p:cNvPr id="18" name="Text 12"/>
          <p:cNvSpPr txBox="1"/>
          <p:nvPr/>
        </p:nvSpPr>
        <p:spPr>
          <a:xfrm>
            <a:off x="3791559" y="1847088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heli water bombing</a:t>
            </a:r>
            <a:endParaRPr lang="en-US" sz="65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0974" y="1655064"/>
            <a:ext cx="146304" cy="146304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6613854" y="15727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22</a:t>
            </a:r>
            <a:endParaRPr lang="en-US" sz="1400" dirty="0"/>
          </a:p>
        </p:txBody>
      </p:sp>
      <p:sp>
        <p:nvSpPr>
          <p:cNvPr id="21" name="Text 14"/>
          <p:cNvSpPr txBox="1"/>
          <p:nvPr/>
        </p:nvSpPr>
        <p:spPr>
          <a:xfrm>
            <a:off x="6430974" y="1847088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pesawat patroli/OMC</a:t>
            </a:r>
            <a:endParaRPr lang="en-US" sz="650" dirty="0"/>
          </a:p>
        </p:txBody>
      </p:sp>
      <p:sp>
        <p:nvSpPr>
          <p:cNvPr id="50" name="Shape 34"/>
          <p:cNvSpPr/>
          <p:nvPr/>
        </p:nvSpPr>
        <p:spPr>
          <a:xfrm>
            <a:off x="7802575" y="1325880"/>
            <a:ext cx="38404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BFC5CC"/>
            </a:solidFill>
            <a:prstDash val="solid"/>
          </a:ln>
        </p:spPr>
      </p:sp>
      <p:sp>
        <p:nvSpPr>
          <p:cNvPr id="51" name="Text 35"/>
          <p:cNvSpPr txBox="1"/>
          <p:nvPr/>
        </p:nvSpPr>
        <p:spPr>
          <a:xfrm>
            <a:off x="7948879" y="1389888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spc="100" kern="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PERSONEL PER PROVINSI</a:t>
            </a:r>
            <a:endParaRPr lang="en-US" sz="650" dirty="0"/>
          </a:p>
        </p:txBody>
      </p:sp>
      <p:sp>
        <p:nvSpPr>
          <p:cNvPr id="52" name="Shape 36"/>
          <p:cNvSpPr/>
          <p:nvPr/>
        </p:nvSpPr>
        <p:spPr>
          <a:xfrm>
            <a:off x="7948879" y="1572768"/>
            <a:ext cx="1139952" cy="196596"/>
          </a:xfrm>
          <a:prstGeom prst="roundRect">
            <a:avLst>
              <a:gd name="adj" fmla="val 23256"/>
            </a:avLst>
          </a:prstGeom>
          <a:solidFill>
            <a:srgbClr val="E6EAF0"/>
          </a:solidFill>
          <a:ln/>
        </p:spPr>
      </p:sp>
      <p:sp>
        <p:nvSpPr>
          <p:cNvPr id="53" name="Text 37"/>
          <p:cNvSpPr txBox="1"/>
          <p:nvPr/>
        </p:nvSpPr>
        <p:spPr>
          <a:xfrm>
            <a:off x="8022031" y="1572768"/>
            <a:ext cx="5486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Kalteng</a:t>
            </a:r>
            <a:endParaRPr lang="en-US" sz="700" dirty="0"/>
          </a:p>
        </p:txBody>
      </p:sp>
      <p:sp>
        <p:nvSpPr>
          <p:cNvPr id="54" name="Text 38"/>
          <p:cNvSpPr txBox="1"/>
          <p:nvPr/>
        </p:nvSpPr>
        <p:spPr>
          <a:xfrm>
            <a:off x="8406079" y="1572768"/>
            <a:ext cx="60960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16.387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23%</a:t>
            </a:r>
            <a:endParaRPr lang="en-US" sz="1200" dirty="0"/>
          </a:p>
        </p:txBody>
      </p:sp>
      <p:sp>
        <p:nvSpPr>
          <p:cNvPr id="55" name="Shape 39"/>
          <p:cNvSpPr/>
          <p:nvPr/>
        </p:nvSpPr>
        <p:spPr>
          <a:xfrm>
            <a:off x="9152839" y="1572768"/>
            <a:ext cx="1139952" cy="196596"/>
          </a:xfrm>
          <a:prstGeom prst="roundRect">
            <a:avLst>
              <a:gd name="adj" fmla="val 23256"/>
            </a:avLst>
          </a:prstGeom>
          <a:solidFill>
            <a:srgbClr val="F3F5F8"/>
          </a:solidFill>
          <a:ln/>
        </p:spPr>
      </p:sp>
      <p:sp>
        <p:nvSpPr>
          <p:cNvPr id="56" name="Text 40"/>
          <p:cNvSpPr txBox="1"/>
          <p:nvPr/>
        </p:nvSpPr>
        <p:spPr>
          <a:xfrm>
            <a:off x="9225991" y="1572768"/>
            <a:ext cx="5486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Riau</a:t>
            </a:r>
            <a:endParaRPr lang="en-US" sz="700" dirty="0"/>
          </a:p>
        </p:txBody>
      </p:sp>
      <p:sp>
        <p:nvSpPr>
          <p:cNvPr id="57" name="Text 41"/>
          <p:cNvSpPr txBox="1"/>
          <p:nvPr/>
        </p:nvSpPr>
        <p:spPr>
          <a:xfrm>
            <a:off x="9610039" y="1572768"/>
            <a:ext cx="60960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14.837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21%</a:t>
            </a:r>
            <a:endParaRPr lang="en-US" sz="1200" dirty="0"/>
          </a:p>
        </p:txBody>
      </p:sp>
      <p:sp>
        <p:nvSpPr>
          <p:cNvPr id="58" name="Shape 42"/>
          <p:cNvSpPr/>
          <p:nvPr/>
        </p:nvSpPr>
        <p:spPr>
          <a:xfrm>
            <a:off x="10356799" y="1572768"/>
            <a:ext cx="1139952" cy="196596"/>
          </a:xfrm>
          <a:prstGeom prst="roundRect">
            <a:avLst>
              <a:gd name="adj" fmla="val 23256"/>
            </a:avLst>
          </a:prstGeom>
          <a:solidFill>
            <a:srgbClr val="F3F5F8"/>
          </a:solidFill>
          <a:ln/>
        </p:spPr>
      </p:sp>
      <p:sp>
        <p:nvSpPr>
          <p:cNvPr id="59" name="Text 43"/>
          <p:cNvSpPr txBox="1"/>
          <p:nvPr/>
        </p:nvSpPr>
        <p:spPr>
          <a:xfrm>
            <a:off x="10429951" y="1572768"/>
            <a:ext cx="5486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Kalbar</a:t>
            </a:r>
            <a:endParaRPr lang="en-US" sz="700" dirty="0"/>
          </a:p>
        </p:txBody>
      </p:sp>
      <p:sp>
        <p:nvSpPr>
          <p:cNvPr id="60" name="Text 44"/>
          <p:cNvSpPr txBox="1"/>
          <p:nvPr/>
        </p:nvSpPr>
        <p:spPr>
          <a:xfrm>
            <a:off x="10813999" y="1572768"/>
            <a:ext cx="60960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14.458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20%</a:t>
            </a:r>
            <a:endParaRPr lang="en-US" sz="1200" dirty="0"/>
          </a:p>
        </p:txBody>
      </p:sp>
      <p:sp>
        <p:nvSpPr>
          <p:cNvPr id="61" name="Shape 45"/>
          <p:cNvSpPr/>
          <p:nvPr/>
        </p:nvSpPr>
        <p:spPr>
          <a:xfrm>
            <a:off x="7948879" y="1833372"/>
            <a:ext cx="1139952" cy="196596"/>
          </a:xfrm>
          <a:prstGeom prst="roundRect">
            <a:avLst>
              <a:gd name="adj" fmla="val 23256"/>
            </a:avLst>
          </a:prstGeom>
          <a:solidFill>
            <a:srgbClr val="F3F5F8"/>
          </a:solidFill>
          <a:ln/>
        </p:spPr>
      </p:sp>
      <p:sp>
        <p:nvSpPr>
          <p:cNvPr id="62" name="Text 46"/>
          <p:cNvSpPr txBox="1"/>
          <p:nvPr/>
        </p:nvSpPr>
        <p:spPr>
          <a:xfrm>
            <a:off x="8022031" y="1833372"/>
            <a:ext cx="5486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Sumsel</a:t>
            </a:r>
            <a:endParaRPr lang="en-US" sz="700" dirty="0"/>
          </a:p>
        </p:txBody>
      </p:sp>
      <p:sp>
        <p:nvSpPr>
          <p:cNvPr id="63" name="Text 47"/>
          <p:cNvSpPr txBox="1"/>
          <p:nvPr/>
        </p:nvSpPr>
        <p:spPr>
          <a:xfrm>
            <a:off x="8406079" y="1833372"/>
            <a:ext cx="60960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12.285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17%</a:t>
            </a:r>
            <a:endParaRPr lang="en-US" sz="1200" dirty="0"/>
          </a:p>
        </p:txBody>
      </p:sp>
      <p:sp>
        <p:nvSpPr>
          <p:cNvPr id="64" name="Shape 48"/>
          <p:cNvSpPr/>
          <p:nvPr/>
        </p:nvSpPr>
        <p:spPr>
          <a:xfrm>
            <a:off x="9152839" y="1833372"/>
            <a:ext cx="1139952" cy="196596"/>
          </a:xfrm>
          <a:prstGeom prst="roundRect">
            <a:avLst>
              <a:gd name="adj" fmla="val 23256"/>
            </a:avLst>
          </a:prstGeom>
          <a:solidFill>
            <a:srgbClr val="F3F5F8"/>
          </a:solidFill>
          <a:ln/>
        </p:spPr>
      </p:sp>
      <p:sp>
        <p:nvSpPr>
          <p:cNvPr id="65" name="Text 49"/>
          <p:cNvSpPr txBox="1"/>
          <p:nvPr/>
        </p:nvSpPr>
        <p:spPr>
          <a:xfrm>
            <a:off x="9225991" y="1833372"/>
            <a:ext cx="5486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Kalsel</a:t>
            </a:r>
            <a:endParaRPr lang="en-US" sz="700" dirty="0"/>
          </a:p>
        </p:txBody>
      </p:sp>
      <p:sp>
        <p:nvSpPr>
          <p:cNvPr id="66" name="Text 50"/>
          <p:cNvSpPr txBox="1"/>
          <p:nvPr/>
        </p:nvSpPr>
        <p:spPr>
          <a:xfrm>
            <a:off x="9610039" y="1833372"/>
            <a:ext cx="60960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7.927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11%</a:t>
            </a:r>
            <a:endParaRPr lang="en-US" sz="1200" dirty="0"/>
          </a:p>
        </p:txBody>
      </p:sp>
      <p:sp>
        <p:nvSpPr>
          <p:cNvPr id="67" name="Shape 51"/>
          <p:cNvSpPr/>
          <p:nvPr/>
        </p:nvSpPr>
        <p:spPr>
          <a:xfrm>
            <a:off x="10356799" y="1833372"/>
            <a:ext cx="1139952" cy="196596"/>
          </a:xfrm>
          <a:prstGeom prst="roundRect">
            <a:avLst>
              <a:gd name="adj" fmla="val 23256"/>
            </a:avLst>
          </a:prstGeom>
          <a:solidFill>
            <a:srgbClr val="F3F5F8"/>
          </a:solidFill>
          <a:ln/>
        </p:spPr>
      </p:sp>
      <p:sp>
        <p:nvSpPr>
          <p:cNvPr id="68" name="Text 52"/>
          <p:cNvSpPr txBox="1"/>
          <p:nvPr/>
        </p:nvSpPr>
        <p:spPr>
          <a:xfrm>
            <a:off x="10429951" y="1833372"/>
            <a:ext cx="5486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Jambi</a:t>
            </a:r>
            <a:endParaRPr lang="en-US" sz="700" dirty="0"/>
          </a:p>
        </p:txBody>
      </p:sp>
      <p:sp>
        <p:nvSpPr>
          <p:cNvPr id="69" name="Text 53"/>
          <p:cNvSpPr txBox="1"/>
          <p:nvPr/>
        </p:nvSpPr>
        <p:spPr>
          <a:xfrm>
            <a:off x="10813999" y="1833372"/>
            <a:ext cx="60960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5.984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8%</a:t>
            </a:r>
            <a:endParaRPr lang="en-US" sz="1200" dirty="0"/>
          </a:p>
        </p:txBody>
      </p:sp>
      <p:sp>
        <p:nvSpPr>
          <p:cNvPr id="70" name="Shape 54"/>
          <p:cNvSpPr/>
          <p:nvPr/>
        </p:nvSpPr>
        <p:spPr>
          <a:xfrm>
            <a:off x="548640" y="2212848"/>
            <a:ext cx="5478628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9525">
            <a:solidFill>
              <a:srgbClr val="BFC5CC"/>
            </a:solidFill>
            <a:prstDash val="solid"/>
          </a:ln>
        </p:spPr>
      </p:sp>
      <p:sp>
        <p:nvSpPr>
          <p:cNvPr id="71" name="Shape 55"/>
          <p:cNvSpPr/>
          <p:nvPr/>
        </p:nvSpPr>
        <p:spPr>
          <a:xfrm>
            <a:off x="676656" y="2304288"/>
            <a:ext cx="329184" cy="329184"/>
          </a:xfrm>
          <a:prstGeom prst="ellipse">
            <a:avLst/>
          </a:prstGeom>
          <a:solidFill>
            <a:srgbClr val="051C2C"/>
          </a:solidFill>
          <a:ln/>
        </p:spPr>
      </p:sp>
      <p:pic>
        <p:nvPicPr>
          <p:cNvPr id="72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49808" y="2377440"/>
            <a:ext cx="182880" cy="182880"/>
          </a:xfrm>
          <a:prstGeom prst="rect">
            <a:avLst/>
          </a:prstGeom>
        </p:spPr>
      </p:pic>
      <p:sp>
        <p:nvSpPr>
          <p:cNvPr id="73" name="Text 56"/>
          <p:cNvSpPr txBox="1"/>
          <p:nvPr/>
        </p:nvSpPr>
        <p:spPr>
          <a:xfrm>
            <a:off x="1097280" y="230428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b="1" spc="100" kern="0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MODIFIKASI CUACA</a:t>
            </a:r>
            <a:endParaRPr lang="en-US" sz="1440" dirty="0"/>
          </a:p>
        </p:txBody>
      </p:sp>
      <p:sp>
        <p:nvSpPr>
          <p:cNvPr id="74" name="Shape 57"/>
          <p:cNvSpPr/>
          <p:nvPr/>
        </p:nvSpPr>
        <p:spPr>
          <a:xfrm>
            <a:off x="676656" y="2688336"/>
            <a:ext cx="5222596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75" name="Shape 58"/>
          <p:cNvSpPr/>
          <p:nvPr/>
        </p:nvSpPr>
        <p:spPr>
          <a:xfrm>
            <a:off x="676656" y="2734056"/>
            <a:ext cx="201168" cy="201168"/>
          </a:xfrm>
          <a:prstGeom prst="ellipse">
            <a:avLst/>
          </a:prstGeom>
          <a:solidFill>
            <a:srgbClr val="051C2C"/>
          </a:solidFill>
          <a:ln/>
        </p:spPr>
      </p:sp>
      <p:pic>
        <p:nvPicPr>
          <p:cNvPr id="76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17804" y="2775204"/>
            <a:ext cx="118872" cy="118872"/>
          </a:xfrm>
          <a:prstGeom prst="rect">
            <a:avLst/>
          </a:prstGeom>
        </p:spPr>
      </p:pic>
      <p:sp>
        <p:nvSpPr>
          <p:cNvPr id="77" name="Text 59"/>
          <p:cNvSpPr txBox="1"/>
          <p:nvPr/>
        </p:nvSpPr>
        <p:spPr>
          <a:xfrm>
            <a:off x="932688" y="274320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spc="100" kern="0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OMC DAN HUJAN</a:t>
            </a:r>
            <a:endParaRPr lang="en-US" sz="840" dirty="0"/>
          </a:p>
        </p:txBody>
      </p:sp>
      <p:sp>
        <p:nvSpPr>
          <p:cNvPr id="78" name="Shape 60"/>
          <p:cNvSpPr/>
          <p:nvPr/>
        </p:nvSpPr>
        <p:spPr>
          <a:xfrm>
            <a:off x="2536546" y="2752344"/>
            <a:ext cx="570586" cy="164592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/>
        </p:spPr>
      </p:sp>
      <p:sp>
        <p:nvSpPr>
          <p:cNvPr id="79" name="Text 61"/>
          <p:cNvSpPr txBox="1"/>
          <p:nvPr/>
        </p:nvSpPr>
        <p:spPr>
          <a:xfrm>
            <a:off x="2536546" y="2752344"/>
            <a:ext cx="57058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31 Okt</a:t>
            </a:r>
            <a:endParaRPr lang="en-US" sz="792" dirty="0"/>
          </a:p>
        </p:txBody>
      </p:sp>
      <p:sp>
        <p:nvSpPr>
          <p:cNvPr id="80" name="Shape 62"/>
          <p:cNvSpPr/>
          <p:nvPr/>
        </p:nvSpPr>
        <p:spPr>
          <a:xfrm>
            <a:off x="4628236" y="2752344"/>
            <a:ext cx="1271016" cy="164592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/>
        </p:spPr>
      </p:sp>
      <p:sp>
        <p:nvSpPr>
          <p:cNvPr id="81" name="Text 63"/>
          <p:cNvSpPr txBox="1"/>
          <p:nvPr/>
        </p:nvSpPr>
        <p:spPr>
          <a:xfrm>
            <a:off x="4628236" y="2752344"/>
            <a:ext cx="1271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 dari 2 provinsi hujan</a:t>
            </a:r>
            <a:endParaRPr lang="en-US" sz="792" dirty="0"/>
          </a:p>
        </p:txBody>
      </p:sp>
      <p:sp>
        <p:nvSpPr>
          <p:cNvPr id="82" name="Text 64"/>
          <p:cNvSpPr txBox="1"/>
          <p:nvPr/>
        </p:nvSpPr>
        <p:spPr>
          <a:xfrm>
            <a:off x="2027869" y="2962656"/>
            <a:ext cx="1280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b="1" spc="50" kern="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SASARAN OMC</a:t>
            </a:r>
            <a:endParaRPr lang="en-US" sz="720" dirty="0"/>
          </a:p>
        </p:txBody>
      </p:sp>
      <p:sp>
        <p:nvSpPr>
          <p:cNvPr id="83" name="Text 65"/>
          <p:cNvSpPr txBox="1"/>
          <p:nvPr/>
        </p:nvSpPr>
        <p:spPr>
          <a:xfrm>
            <a:off x="3561885" y="2962656"/>
            <a:ext cx="1463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b="1" spc="50" kern="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HASIL</a:t>
            </a:r>
            <a:endParaRPr lang="en-US" sz="720" dirty="0"/>
          </a:p>
        </p:txBody>
      </p:sp>
      <p:sp>
        <p:nvSpPr>
          <p:cNvPr id="90" name="Shape 72"/>
          <p:cNvSpPr/>
          <p:nvPr/>
        </p:nvSpPr>
        <p:spPr>
          <a:xfrm>
            <a:off x="676656" y="3515868"/>
            <a:ext cx="73152" cy="73152"/>
          </a:xfrm>
          <a:prstGeom prst="ellipse">
            <a:avLst/>
          </a:prstGeom>
          <a:solidFill>
            <a:srgbClr val="4A9BE0"/>
          </a:solidFill>
          <a:ln/>
        </p:spPr>
      </p:sp>
      <p:sp>
        <p:nvSpPr>
          <p:cNvPr id="91" name="Text 73"/>
          <p:cNvSpPr txBox="1"/>
          <p:nvPr/>
        </p:nvSpPr>
        <p:spPr>
          <a:xfrm>
            <a:off x="795528" y="3330702"/>
            <a:ext cx="1204909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Tengah</a:t>
            </a:r>
            <a:endParaRPr lang="en-US" sz="960" dirty="0"/>
          </a:p>
        </p:txBody>
      </p:sp>
      <p:sp>
        <p:nvSpPr>
          <p:cNvPr id="92" name="Text 74"/>
          <p:cNvSpPr txBox="1"/>
          <p:nvPr/>
        </p:nvSpPr>
        <p:spPr>
          <a:xfrm>
            <a:off x="2027869" y="3330702"/>
            <a:ext cx="1442576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864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Katingan, Kapuas, Palangka Raya, dll.</a:t>
            </a:r>
            <a:endParaRPr lang="en-US" sz="864" dirty="0"/>
          </a:p>
        </p:txBody>
      </p:sp>
      <p:sp>
        <p:nvSpPr>
          <p:cNvPr id="93" name="Shape 69"/>
          <p:cNvSpPr/>
          <p:nvPr/>
        </p:nvSpPr>
        <p:spPr>
          <a:xfrm>
            <a:off x="3561885" y="3392424"/>
            <a:ext cx="490000" cy="155448"/>
          </a:xfrm>
          <a:prstGeom prst="roundRect">
            <a:avLst>
              <a:gd name="adj" fmla="val 50000"/>
            </a:avLst>
          </a:prstGeom>
          <a:solidFill>
            <a:srgbClr val="4A9BE0"/>
          </a:solidFill>
          <a:ln/>
        </p:spPr>
      </p:sp>
      <p:sp>
        <p:nvSpPr>
          <p:cNvPr id="94" name="Text 70"/>
          <p:cNvSpPr txBox="1"/>
          <p:nvPr/>
        </p:nvSpPr>
        <p:spPr>
          <a:xfrm>
            <a:off x="3561885" y="3392424"/>
            <a:ext cx="490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6" b="1" spc="50" kern="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HUJAN</a:t>
            </a:r>
            <a:endParaRPr lang="en-US" sz="756" dirty="0"/>
          </a:p>
        </p:txBody>
      </p:sp>
      <p:sp>
        <p:nvSpPr>
          <p:cNvPr id="95" name="Text 77"/>
          <p:cNvSpPr txBox="1"/>
          <p:nvPr/>
        </p:nvSpPr>
        <p:spPr>
          <a:xfrm>
            <a:off x="3561885" y="3557016"/>
            <a:ext cx="23373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 Sukamara, Kotawaringin Barat, dll.</a:t>
            </a:r>
            <a:endParaRPr lang="en-US" sz="840" dirty="0"/>
          </a:p>
        </p:txBody>
      </p:sp>
      <p:sp>
        <p:nvSpPr>
          <p:cNvPr id="96" name="Shape 78"/>
          <p:cNvSpPr/>
          <p:nvPr/>
        </p:nvSpPr>
        <p:spPr>
          <a:xfrm>
            <a:off x="676656" y="4402836"/>
            <a:ext cx="73152" cy="73152"/>
          </a:xfrm>
          <a:prstGeom prst="ellipse">
            <a:avLst/>
          </a:prstGeom>
          <a:solidFill>
            <a:srgbClr val="C4CAD3"/>
          </a:solidFill>
          <a:ln/>
        </p:spPr>
      </p:sp>
      <p:sp>
        <p:nvSpPr>
          <p:cNvPr id="97" name="Text 79"/>
          <p:cNvSpPr txBox="1"/>
          <p:nvPr/>
        </p:nvSpPr>
        <p:spPr>
          <a:xfrm>
            <a:off x="795528" y="4217670"/>
            <a:ext cx="1204909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Sumatera Selatan</a:t>
            </a:r>
            <a:endParaRPr lang="en-US" sz="960" dirty="0"/>
          </a:p>
        </p:txBody>
      </p:sp>
      <p:sp>
        <p:nvSpPr>
          <p:cNvPr id="98" name="Text 80"/>
          <p:cNvSpPr txBox="1"/>
          <p:nvPr/>
        </p:nvSpPr>
        <p:spPr>
          <a:xfrm>
            <a:off x="2027869" y="4217670"/>
            <a:ext cx="1442576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864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wilayah timur Kota Palembang, OKI, Banyuasin</a:t>
            </a:r>
            <a:endParaRPr lang="en-US" sz="864" dirty="0"/>
          </a:p>
        </p:txBody>
      </p:sp>
      <p:sp>
        <p:nvSpPr>
          <p:cNvPr id="99" name="Shape 87"/>
          <p:cNvSpPr/>
          <p:nvPr/>
        </p:nvSpPr>
        <p:spPr>
          <a:xfrm>
            <a:off x="3561885" y="4279392"/>
            <a:ext cx="922000" cy="155448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/>
        </p:spPr>
      </p:sp>
      <p:sp>
        <p:nvSpPr>
          <p:cNvPr id="100" name="Text 88"/>
          <p:cNvSpPr txBox="1"/>
          <p:nvPr/>
        </p:nvSpPr>
        <p:spPr>
          <a:xfrm>
            <a:off x="3561885" y="4279392"/>
            <a:ext cx="922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6" b="1" spc="50" kern="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BELUM HUJAN</a:t>
            </a:r>
            <a:endParaRPr lang="en-US" sz="756" dirty="0"/>
          </a:p>
        </p:txBody>
      </p:sp>
      <p:sp>
        <p:nvSpPr>
          <p:cNvPr id="101" name="Text 83"/>
          <p:cNvSpPr txBox="1"/>
          <p:nvPr/>
        </p:nvSpPr>
        <p:spPr>
          <a:xfrm>
            <a:off x="3561885" y="4443984"/>
            <a:ext cx="23373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belum ada laporan hujan 31 Okt</a:t>
            </a:r>
            <a:endParaRPr lang="en-US" sz="840" dirty="0"/>
          </a:p>
        </p:txBody>
      </p:sp>
      <p:sp>
        <p:nvSpPr>
          <p:cNvPr id="108" name="Shape 90"/>
          <p:cNvSpPr/>
          <p:nvPr/>
        </p:nvSpPr>
        <p:spPr>
          <a:xfrm>
            <a:off x="676656" y="4919472"/>
            <a:ext cx="5222596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109" name="Shape 91"/>
          <p:cNvSpPr/>
          <p:nvPr/>
        </p:nvSpPr>
        <p:spPr>
          <a:xfrm>
            <a:off x="676656" y="4965192"/>
            <a:ext cx="201168" cy="201168"/>
          </a:xfrm>
          <a:prstGeom prst="ellipse">
            <a:avLst/>
          </a:prstGeom>
          <a:solidFill>
            <a:srgbClr val="051C2C"/>
          </a:solidFill>
          <a:ln/>
        </p:spPr>
      </p:sp>
      <p:pic>
        <p:nvPicPr>
          <p:cNvPr id="110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17804" y="5006340"/>
            <a:ext cx="118872" cy="118872"/>
          </a:xfrm>
          <a:prstGeom prst="rect">
            <a:avLst/>
          </a:prstGeom>
        </p:spPr>
      </p:pic>
      <p:sp>
        <p:nvSpPr>
          <p:cNvPr id="111" name="Text 92"/>
          <p:cNvSpPr txBox="1"/>
          <p:nvPr/>
        </p:nvSpPr>
        <p:spPr>
          <a:xfrm>
            <a:off x="932688" y="4974336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spc="100" kern="0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SEMAI OMC</a:t>
            </a:r>
            <a:endParaRPr lang="en-US" sz="840" dirty="0"/>
          </a:p>
        </p:txBody>
      </p:sp>
      <p:sp>
        <p:nvSpPr>
          <p:cNvPr id="112" name="Shape 93"/>
          <p:cNvSpPr/>
          <p:nvPr/>
        </p:nvSpPr>
        <p:spPr>
          <a:xfrm>
            <a:off x="2185416" y="4983480"/>
            <a:ext cx="570586" cy="164592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/>
        </p:spPr>
      </p:sp>
      <p:sp>
        <p:nvSpPr>
          <p:cNvPr id="113" name="Text 94"/>
          <p:cNvSpPr txBox="1"/>
          <p:nvPr/>
        </p:nvSpPr>
        <p:spPr>
          <a:xfrm>
            <a:off x="2185416" y="4983480"/>
            <a:ext cx="57058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31 Okt</a:t>
            </a:r>
            <a:endParaRPr lang="en-US" sz="792" dirty="0"/>
          </a:p>
        </p:txBody>
      </p:sp>
      <p:sp>
        <p:nvSpPr>
          <p:cNvPr id="114" name="Shape 95"/>
          <p:cNvSpPr/>
          <p:nvPr/>
        </p:nvSpPr>
        <p:spPr>
          <a:xfrm>
            <a:off x="4389252" y="4983480"/>
            <a:ext cx="1510000" cy="164592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/>
        </p:spPr>
      </p:sp>
      <p:sp>
        <p:nvSpPr>
          <p:cNvPr id="115" name="Text 96"/>
          <p:cNvSpPr txBox="1"/>
          <p:nvPr/>
        </p:nvSpPr>
        <p:spPr>
          <a:xfrm>
            <a:off x="4389252" y="4983480"/>
            <a:ext cx="1510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13 sortie, 20.800 kg</a:t>
            </a:r>
            <a:endParaRPr lang="en-US" sz="792" dirty="0"/>
          </a:p>
        </p:txBody>
      </p:sp>
      <p:sp>
        <p:nvSpPr>
          <p:cNvPr id="116" name="Text 97"/>
          <p:cNvSpPr txBox="1"/>
          <p:nvPr/>
        </p:nvSpPr>
        <p:spPr>
          <a:xfrm>
            <a:off x="2027869" y="5193792"/>
            <a:ext cx="1280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b="1" spc="50" kern="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DRY ICE + NaCl</a:t>
            </a:r>
            <a:endParaRPr lang="en-US" sz="720" dirty="0"/>
          </a:p>
        </p:txBody>
      </p:sp>
      <p:sp>
        <p:nvSpPr>
          <p:cNvPr id="117" name="Text 98"/>
          <p:cNvSpPr txBox="1"/>
          <p:nvPr/>
        </p:nvSpPr>
        <p:spPr>
          <a:xfrm>
            <a:off x="3561885" y="5193792"/>
            <a:ext cx="1463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b="1" spc="50" kern="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HASIL</a:t>
            </a:r>
            <a:endParaRPr lang="en-US" sz="720" dirty="0"/>
          </a:p>
        </p:txBody>
      </p:sp>
      <p:sp>
        <p:nvSpPr>
          <p:cNvPr id="118" name="Shape 99"/>
          <p:cNvSpPr/>
          <p:nvPr/>
        </p:nvSpPr>
        <p:spPr>
          <a:xfrm>
            <a:off x="676656" y="5525262"/>
            <a:ext cx="73152" cy="73152"/>
          </a:xfrm>
          <a:prstGeom prst="ellipse">
            <a:avLst/>
          </a:prstGeom>
          <a:solidFill>
            <a:srgbClr val="051C2C"/>
          </a:solidFill>
          <a:ln/>
        </p:spPr>
      </p:sp>
      <p:sp>
        <p:nvSpPr>
          <p:cNvPr id="119" name="Text 100"/>
          <p:cNvSpPr txBox="1"/>
          <p:nvPr/>
        </p:nvSpPr>
        <p:spPr>
          <a:xfrm>
            <a:off x="795528" y="5340096"/>
            <a:ext cx="1204909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Tengah</a:t>
            </a:r>
            <a:endParaRPr lang="en-US" sz="960" dirty="0"/>
          </a:p>
        </p:txBody>
      </p:sp>
      <p:sp>
        <p:nvSpPr>
          <p:cNvPr id="120" name="Text 101"/>
          <p:cNvSpPr txBox="1"/>
          <p:nvPr/>
        </p:nvSpPr>
        <p:spPr>
          <a:xfrm>
            <a:off x="2027869" y="5340096"/>
            <a:ext cx="1442576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02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13.400 kg</a:t>
            </a:r>
            <a:endParaRPr lang="en-US" sz="864" dirty="0"/>
          </a:p>
        </p:txBody>
      </p:sp>
      <p:sp>
        <p:nvSpPr>
          <p:cNvPr id="121" name="Shape 69"/>
          <p:cNvSpPr/>
          <p:nvPr/>
        </p:nvSpPr>
        <p:spPr>
          <a:xfrm>
            <a:off x="3561885" y="5401818"/>
            <a:ext cx="490000" cy="155448"/>
          </a:xfrm>
          <a:prstGeom prst="roundRect">
            <a:avLst>
              <a:gd name="adj" fmla="val 50000"/>
            </a:avLst>
          </a:prstGeom>
          <a:solidFill>
            <a:srgbClr val="4A9BE0"/>
          </a:solidFill>
          <a:ln/>
        </p:spPr>
      </p:sp>
      <p:sp>
        <p:nvSpPr>
          <p:cNvPr id="122" name="Text 70"/>
          <p:cNvSpPr txBox="1"/>
          <p:nvPr/>
        </p:nvSpPr>
        <p:spPr>
          <a:xfrm>
            <a:off x="3561885" y="5401818"/>
            <a:ext cx="490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6" b="1" spc="50" kern="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HUJAN</a:t>
            </a:r>
            <a:endParaRPr lang="en-US" sz="756" dirty="0"/>
          </a:p>
        </p:txBody>
      </p:sp>
      <p:sp>
        <p:nvSpPr>
          <p:cNvPr id="123" name="Text 104"/>
          <p:cNvSpPr txBox="1"/>
          <p:nvPr/>
        </p:nvSpPr>
        <p:spPr>
          <a:xfrm>
            <a:off x="3561885" y="5566410"/>
            <a:ext cx="23373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 Sukamara, Kotawaringin Barat, dll.</a:t>
            </a:r>
            <a:endParaRPr lang="en-US" sz="840" dirty="0"/>
          </a:p>
        </p:txBody>
      </p:sp>
      <p:sp>
        <p:nvSpPr>
          <p:cNvPr id="124" name="Shape 105"/>
          <p:cNvSpPr/>
          <p:nvPr/>
        </p:nvSpPr>
        <p:spPr>
          <a:xfrm>
            <a:off x="2649661" y="5479542"/>
            <a:ext cx="502920" cy="164592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/>
        </p:spPr>
      </p:sp>
      <p:sp>
        <p:nvSpPr>
          <p:cNvPr id="125" name="Text 106"/>
          <p:cNvSpPr txBox="1"/>
          <p:nvPr/>
        </p:nvSpPr>
        <p:spPr>
          <a:xfrm>
            <a:off x="2649661" y="547954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 sortie</a:t>
            </a:r>
            <a:endParaRPr lang="en-US" sz="792" dirty="0"/>
          </a:p>
        </p:txBody>
      </p:sp>
      <p:sp>
        <p:nvSpPr>
          <p:cNvPr id="126" name="Shape 107"/>
          <p:cNvSpPr/>
          <p:nvPr/>
        </p:nvSpPr>
        <p:spPr>
          <a:xfrm>
            <a:off x="676656" y="5968746"/>
            <a:ext cx="73152" cy="73152"/>
          </a:xfrm>
          <a:prstGeom prst="ellipse">
            <a:avLst/>
          </a:prstGeom>
          <a:solidFill>
            <a:srgbClr val="051C2C"/>
          </a:solidFill>
          <a:ln/>
        </p:spPr>
      </p:sp>
      <p:sp>
        <p:nvSpPr>
          <p:cNvPr id="127" name="Text 108"/>
          <p:cNvSpPr txBox="1"/>
          <p:nvPr/>
        </p:nvSpPr>
        <p:spPr>
          <a:xfrm>
            <a:off x="795528" y="5783580"/>
            <a:ext cx="1204909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Sumatera Selatan</a:t>
            </a:r>
            <a:endParaRPr lang="en-US" sz="960" dirty="0"/>
          </a:p>
        </p:txBody>
      </p:sp>
      <p:sp>
        <p:nvSpPr>
          <p:cNvPr id="128" name="Text 109"/>
          <p:cNvSpPr txBox="1"/>
          <p:nvPr/>
        </p:nvSpPr>
        <p:spPr>
          <a:xfrm>
            <a:off x="2027869" y="5783580"/>
            <a:ext cx="1442576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02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7.400 kg</a:t>
            </a:r>
            <a:endParaRPr lang="en-US" sz="864" dirty="0"/>
          </a:p>
        </p:txBody>
      </p:sp>
      <p:sp>
        <p:nvSpPr>
          <p:cNvPr id="129" name="Shape 87"/>
          <p:cNvSpPr/>
          <p:nvPr/>
        </p:nvSpPr>
        <p:spPr>
          <a:xfrm>
            <a:off x="3561885" y="5845302"/>
            <a:ext cx="922000" cy="155448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/>
        </p:spPr>
      </p:sp>
      <p:sp>
        <p:nvSpPr>
          <p:cNvPr id="130" name="Text 88"/>
          <p:cNvSpPr txBox="1"/>
          <p:nvPr/>
        </p:nvSpPr>
        <p:spPr>
          <a:xfrm>
            <a:off x="3561885" y="5845302"/>
            <a:ext cx="922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6" b="1" spc="50" kern="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BELUM HUJAN</a:t>
            </a:r>
            <a:endParaRPr lang="en-US" sz="756" dirty="0"/>
          </a:p>
        </p:txBody>
      </p:sp>
      <p:sp>
        <p:nvSpPr>
          <p:cNvPr id="131" name="Text 112"/>
          <p:cNvSpPr txBox="1"/>
          <p:nvPr/>
        </p:nvSpPr>
        <p:spPr>
          <a:xfrm>
            <a:off x="3561885" y="6009894"/>
            <a:ext cx="23373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NaCl 5.600 kg, dry ice 1.800 kg</a:t>
            </a:r>
            <a:endParaRPr lang="en-US" sz="840" dirty="0"/>
          </a:p>
        </p:txBody>
      </p:sp>
      <p:sp>
        <p:nvSpPr>
          <p:cNvPr id="132" name="Shape 113"/>
          <p:cNvSpPr/>
          <p:nvPr/>
        </p:nvSpPr>
        <p:spPr>
          <a:xfrm>
            <a:off x="2649661" y="5923026"/>
            <a:ext cx="502920" cy="164592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/>
        </p:spPr>
      </p:sp>
      <p:sp>
        <p:nvSpPr>
          <p:cNvPr id="133" name="Text 114"/>
          <p:cNvSpPr txBox="1"/>
          <p:nvPr/>
        </p:nvSpPr>
        <p:spPr>
          <a:xfrm>
            <a:off x="2649661" y="592302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 sortie</a:t>
            </a:r>
            <a:endParaRPr lang="en-US" sz="792" dirty="0"/>
          </a:p>
        </p:txBody>
      </p:sp>
      <p:sp>
        <p:nvSpPr>
          <p:cNvPr id="134" name="Shape 115"/>
          <p:cNvSpPr/>
          <p:nvPr/>
        </p:nvSpPr>
        <p:spPr>
          <a:xfrm>
            <a:off x="6164428" y="2212848"/>
            <a:ext cx="5478628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9525">
            <a:solidFill>
              <a:srgbClr val="BFC5CC"/>
            </a:solidFill>
            <a:prstDash val="solid"/>
          </a:ln>
        </p:spPr>
      </p:sp>
      <p:sp>
        <p:nvSpPr>
          <p:cNvPr id="135" name="Shape 116"/>
          <p:cNvSpPr/>
          <p:nvPr/>
        </p:nvSpPr>
        <p:spPr>
          <a:xfrm>
            <a:off x="6292444" y="2340864"/>
            <a:ext cx="384048" cy="384048"/>
          </a:xfrm>
          <a:prstGeom prst="ellipse">
            <a:avLst/>
          </a:prstGeom>
          <a:solidFill>
            <a:srgbClr val="051C2C"/>
          </a:solidFill>
          <a:ln/>
        </p:spPr>
      </p:sp>
      <p:pic>
        <p:nvPicPr>
          <p:cNvPr id="136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383884" y="2432304"/>
            <a:ext cx="201168" cy="201168"/>
          </a:xfrm>
          <a:prstGeom prst="rect">
            <a:avLst/>
          </a:prstGeom>
        </p:spPr>
      </p:pic>
      <p:sp>
        <p:nvSpPr>
          <p:cNvPr id="137" name="Text 117"/>
          <p:cNvSpPr txBox="1"/>
          <p:nvPr/>
        </p:nvSpPr>
        <p:spPr>
          <a:xfrm>
            <a:off x="6786220" y="232257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ARMADA UDARA</a:t>
            </a:r>
            <a:endParaRPr lang="en-US" sz="750" dirty="0"/>
          </a:p>
        </p:txBody>
      </p:sp>
      <p:sp>
        <p:nvSpPr>
          <p:cNvPr id="138" name="Shape 118"/>
          <p:cNvSpPr/>
          <p:nvPr/>
        </p:nvSpPr>
        <p:spPr>
          <a:xfrm>
            <a:off x="7792060" y="2327148"/>
            <a:ext cx="530352" cy="155448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/>
        </p:spPr>
      </p:sp>
      <p:sp>
        <p:nvSpPr>
          <p:cNvPr id="139" name="Text 119"/>
          <p:cNvSpPr txBox="1"/>
          <p:nvPr/>
        </p:nvSpPr>
        <p:spPr>
          <a:xfrm>
            <a:off x="7792060" y="2327148"/>
            <a:ext cx="5303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31 Okt</a:t>
            </a:r>
            <a:endParaRPr lang="en-US" sz="680" dirty="0"/>
          </a:p>
        </p:txBody>
      </p:sp>
      <p:sp>
        <p:nvSpPr>
          <p:cNvPr id="140" name="Text 120"/>
          <p:cNvSpPr txBox="1"/>
          <p:nvPr/>
        </p:nvSpPr>
        <p:spPr>
          <a:xfrm>
            <a:off x="6786220" y="24871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54 unit</a:t>
            </a:r>
            <a:endParaRPr lang="en-US" sz="1500" dirty="0"/>
          </a:p>
        </p:txBody>
      </p:sp>
      <p:sp>
        <p:nvSpPr>
          <p:cNvPr id="141" name="Shape 121"/>
          <p:cNvSpPr/>
          <p:nvPr/>
        </p:nvSpPr>
        <p:spPr>
          <a:xfrm>
            <a:off x="7490308" y="2514600"/>
            <a:ext cx="1324051" cy="219456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/>
        </p:spPr>
      </p:sp>
      <p:pic>
        <p:nvPicPr>
          <p:cNvPr id="142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590892" y="2555748"/>
            <a:ext cx="137160" cy="137160"/>
          </a:xfrm>
          <a:prstGeom prst="rect">
            <a:avLst/>
          </a:prstGeom>
        </p:spPr>
      </p:pic>
      <p:sp>
        <p:nvSpPr>
          <p:cNvPr id="143" name="Text 122"/>
          <p:cNvSpPr txBox="1"/>
          <p:nvPr/>
        </p:nvSpPr>
        <p:spPr>
          <a:xfrm>
            <a:off x="7764628" y="2514600"/>
            <a:ext cx="114117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22 </a:t>
            </a:r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patroli/CASA/OMC</a:t>
            </a:r>
            <a:endParaRPr lang="en-US" sz="1200" dirty="0"/>
          </a:p>
        </p:txBody>
      </p:sp>
      <p:sp>
        <p:nvSpPr>
          <p:cNvPr id="144" name="Shape 123"/>
          <p:cNvSpPr/>
          <p:nvPr/>
        </p:nvSpPr>
        <p:spPr>
          <a:xfrm>
            <a:off x="8869223" y="2514600"/>
            <a:ext cx="1419149" cy="219456"/>
          </a:xfrm>
          <a:prstGeom prst="roundRect">
            <a:avLst>
              <a:gd name="adj" fmla="val 50000"/>
            </a:avLst>
          </a:prstGeom>
          <a:solidFill>
            <a:srgbClr val="D9600B"/>
          </a:solidFill>
          <a:ln/>
        </p:spPr>
      </p:sp>
      <p:pic>
        <p:nvPicPr>
          <p:cNvPr id="145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969807" y="2555748"/>
            <a:ext cx="137160" cy="137160"/>
          </a:xfrm>
          <a:prstGeom prst="rect">
            <a:avLst/>
          </a:prstGeom>
        </p:spPr>
      </p:pic>
      <p:sp>
        <p:nvSpPr>
          <p:cNvPr id="146" name="Text 124"/>
          <p:cNvSpPr txBox="1"/>
          <p:nvPr/>
        </p:nvSpPr>
        <p:spPr>
          <a:xfrm>
            <a:off x="9143543" y="2514600"/>
            <a:ext cx="123626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32 </a:t>
            </a:r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heli water bombing</a:t>
            </a:r>
            <a:endParaRPr lang="en-US" sz="1200" dirty="0"/>
          </a:p>
        </p:txBody>
      </p:sp>
      <p:sp>
        <p:nvSpPr>
          <p:cNvPr id="147" name="Text 125"/>
          <p:cNvSpPr txBox="1"/>
          <p:nvPr/>
        </p:nvSpPr>
        <p:spPr>
          <a:xfrm>
            <a:off x="6329020" y="2898648"/>
            <a:ext cx="1417320" cy="340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Selatan</a:t>
            </a:r>
            <a:endParaRPr lang="en-US" sz="900" dirty="0"/>
          </a:p>
        </p:txBody>
      </p:sp>
      <p:sp>
        <p:nvSpPr>
          <p:cNvPr id="148" name="Shape 126"/>
          <p:cNvSpPr/>
          <p:nvPr/>
        </p:nvSpPr>
        <p:spPr>
          <a:xfrm>
            <a:off x="7792060" y="2947239"/>
            <a:ext cx="1762117" cy="242954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149" name="Text 127"/>
          <p:cNvSpPr txBox="1"/>
          <p:nvPr/>
        </p:nvSpPr>
        <p:spPr>
          <a:xfrm>
            <a:off x="7792060" y="2947239"/>
            <a:ext cx="1762117" cy="242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</a:t>
            </a:r>
            <a:endParaRPr lang="en-US" sz="1000" dirty="0"/>
          </a:p>
        </p:txBody>
      </p:sp>
      <p:sp>
        <p:nvSpPr>
          <p:cNvPr id="150" name="Shape 128"/>
          <p:cNvSpPr/>
          <p:nvPr/>
        </p:nvSpPr>
        <p:spPr>
          <a:xfrm>
            <a:off x="9554177" y="2947239"/>
            <a:ext cx="1101323" cy="242954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151" name="Text 129"/>
          <p:cNvSpPr txBox="1"/>
          <p:nvPr/>
        </p:nvSpPr>
        <p:spPr>
          <a:xfrm>
            <a:off x="9554177" y="2947239"/>
            <a:ext cx="1101323" cy="242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</a:t>
            </a:r>
            <a:endParaRPr lang="en-US" sz="1000" dirty="0"/>
          </a:p>
        </p:txBody>
      </p:sp>
      <p:sp>
        <p:nvSpPr>
          <p:cNvPr id="152" name="Text 130"/>
          <p:cNvSpPr txBox="1"/>
          <p:nvPr/>
        </p:nvSpPr>
        <p:spPr>
          <a:xfrm>
            <a:off x="10746943" y="2898648"/>
            <a:ext cx="640080" cy="340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13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</a:t>
            </a:r>
            <a:endParaRPr lang="en-US" sz="1200" dirty="0"/>
          </a:p>
        </p:txBody>
      </p:sp>
      <p:sp>
        <p:nvSpPr>
          <p:cNvPr id="153" name="Text 131"/>
          <p:cNvSpPr txBox="1"/>
          <p:nvPr/>
        </p:nvSpPr>
        <p:spPr>
          <a:xfrm>
            <a:off x="6329020" y="3238783"/>
            <a:ext cx="1417320" cy="340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Tengah</a:t>
            </a:r>
            <a:endParaRPr lang="en-US" sz="900" dirty="0"/>
          </a:p>
        </p:txBody>
      </p:sp>
      <p:sp>
        <p:nvSpPr>
          <p:cNvPr id="154" name="Shape 132"/>
          <p:cNvSpPr/>
          <p:nvPr/>
        </p:nvSpPr>
        <p:spPr>
          <a:xfrm>
            <a:off x="7792060" y="3287374"/>
            <a:ext cx="660794" cy="242954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155" name="Text 133"/>
          <p:cNvSpPr txBox="1"/>
          <p:nvPr/>
        </p:nvSpPr>
        <p:spPr>
          <a:xfrm>
            <a:off x="7792060" y="3287374"/>
            <a:ext cx="660794" cy="242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1000" dirty="0"/>
          </a:p>
        </p:txBody>
      </p:sp>
      <p:sp>
        <p:nvSpPr>
          <p:cNvPr id="156" name="Shape 134"/>
          <p:cNvSpPr/>
          <p:nvPr/>
        </p:nvSpPr>
        <p:spPr>
          <a:xfrm>
            <a:off x="8452854" y="3287374"/>
            <a:ext cx="1762117" cy="242954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157" name="Text 135"/>
          <p:cNvSpPr txBox="1"/>
          <p:nvPr/>
        </p:nvSpPr>
        <p:spPr>
          <a:xfrm>
            <a:off x="8452854" y="3287374"/>
            <a:ext cx="1762117" cy="242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</a:t>
            </a:r>
            <a:endParaRPr lang="en-US" sz="1000" dirty="0"/>
          </a:p>
        </p:txBody>
      </p:sp>
      <p:sp>
        <p:nvSpPr>
          <p:cNvPr id="158" name="Text 136"/>
          <p:cNvSpPr txBox="1"/>
          <p:nvPr/>
        </p:nvSpPr>
        <p:spPr>
          <a:xfrm>
            <a:off x="10306414" y="3238783"/>
            <a:ext cx="640080" cy="340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11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</a:t>
            </a:r>
            <a:endParaRPr lang="en-US" sz="1200" dirty="0"/>
          </a:p>
        </p:txBody>
      </p:sp>
      <p:sp>
        <p:nvSpPr>
          <p:cNvPr id="159" name="Text 137"/>
          <p:cNvSpPr txBox="1"/>
          <p:nvPr/>
        </p:nvSpPr>
        <p:spPr>
          <a:xfrm>
            <a:off x="6329020" y="3578918"/>
            <a:ext cx="1417320" cy="340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Sumatera Selatan</a:t>
            </a:r>
            <a:endParaRPr lang="en-US" sz="900" dirty="0"/>
          </a:p>
        </p:txBody>
      </p:sp>
      <p:sp>
        <p:nvSpPr>
          <p:cNvPr id="160" name="Shape 138"/>
          <p:cNvSpPr/>
          <p:nvPr/>
        </p:nvSpPr>
        <p:spPr>
          <a:xfrm>
            <a:off x="7792060" y="3627509"/>
            <a:ext cx="1101323" cy="242954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161" name="Text 139"/>
          <p:cNvSpPr txBox="1"/>
          <p:nvPr/>
        </p:nvSpPr>
        <p:spPr>
          <a:xfrm>
            <a:off x="7792060" y="3627509"/>
            <a:ext cx="1101323" cy="242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</a:t>
            </a:r>
            <a:endParaRPr lang="en-US" sz="1000" dirty="0"/>
          </a:p>
        </p:txBody>
      </p:sp>
      <p:sp>
        <p:nvSpPr>
          <p:cNvPr id="162" name="Shape 140"/>
          <p:cNvSpPr/>
          <p:nvPr/>
        </p:nvSpPr>
        <p:spPr>
          <a:xfrm>
            <a:off x="8893383" y="3627509"/>
            <a:ext cx="1101323" cy="242954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163" name="Text 141"/>
          <p:cNvSpPr txBox="1"/>
          <p:nvPr/>
        </p:nvSpPr>
        <p:spPr>
          <a:xfrm>
            <a:off x="8893383" y="3627509"/>
            <a:ext cx="1101323" cy="242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</a:t>
            </a:r>
            <a:endParaRPr lang="en-US" sz="1000" dirty="0"/>
          </a:p>
        </p:txBody>
      </p:sp>
      <p:sp>
        <p:nvSpPr>
          <p:cNvPr id="164" name="Text 142"/>
          <p:cNvSpPr txBox="1"/>
          <p:nvPr/>
        </p:nvSpPr>
        <p:spPr>
          <a:xfrm>
            <a:off x="10086149" y="3578918"/>
            <a:ext cx="640080" cy="340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</a:t>
            </a:r>
            <a:endParaRPr lang="en-US" sz="1200" dirty="0"/>
          </a:p>
        </p:txBody>
      </p:sp>
      <p:sp>
        <p:nvSpPr>
          <p:cNvPr id="165" name="Text 143"/>
          <p:cNvSpPr txBox="1"/>
          <p:nvPr/>
        </p:nvSpPr>
        <p:spPr>
          <a:xfrm>
            <a:off x="6329020" y="3919053"/>
            <a:ext cx="1417320" cy="340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Barat</a:t>
            </a:r>
            <a:endParaRPr lang="en-US" sz="900" dirty="0"/>
          </a:p>
        </p:txBody>
      </p:sp>
      <p:sp>
        <p:nvSpPr>
          <p:cNvPr id="166" name="Shape 144"/>
          <p:cNvSpPr/>
          <p:nvPr/>
        </p:nvSpPr>
        <p:spPr>
          <a:xfrm>
            <a:off x="7792060" y="3967644"/>
            <a:ext cx="440529" cy="242954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167" name="Text 145"/>
          <p:cNvSpPr txBox="1"/>
          <p:nvPr/>
        </p:nvSpPr>
        <p:spPr>
          <a:xfrm>
            <a:off x="7792060" y="3967644"/>
            <a:ext cx="440529" cy="242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1000" dirty="0"/>
          </a:p>
        </p:txBody>
      </p:sp>
      <p:sp>
        <p:nvSpPr>
          <p:cNvPr id="168" name="Shape 146"/>
          <p:cNvSpPr/>
          <p:nvPr/>
        </p:nvSpPr>
        <p:spPr>
          <a:xfrm>
            <a:off x="8232589" y="3967644"/>
            <a:ext cx="1541852" cy="242954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169" name="Text 147"/>
          <p:cNvSpPr txBox="1"/>
          <p:nvPr/>
        </p:nvSpPr>
        <p:spPr>
          <a:xfrm>
            <a:off x="8232589" y="3967644"/>
            <a:ext cx="1541852" cy="242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</a:t>
            </a:r>
            <a:endParaRPr lang="en-US" sz="1000" dirty="0"/>
          </a:p>
        </p:txBody>
      </p:sp>
      <p:sp>
        <p:nvSpPr>
          <p:cNvPr id="170" name="Text 148"/>
          <p:cNvSpPr txBox="1"/>
          <p:nvPr/>
        </p:nvSpPr>
        <p:spPr>
          <a:xfrm>
            <a:off x="9865884" y="3919053"/>
            <a:ext cx="640080" cy="340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</a:t>
            </a:r>
            <a:endParaRPr lang="en-US" sz="1200" dirty="0"/>
          </a:p>
        </p:txBody>
      </p:sp>
      <p:sp>
        <p:nvSpPr>
          <p:cNvPr id="171" name="Text 149"/>
          <p:cNvSpPr txBox="1"/>
          <p:nvPr/>
        </p:nvSpPr>
        <p:spPr>
          <a:xfrm>
            <a:off x="6329020" y="4259188"/>
            <a:ext cx="1417320" cy="340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Jambi</a:t>
            </a:r>
            <a:endParaRPr lang="en-US" sz="900" dirty="0"/>
          </a:p>
        </p:txBody>
      </p:sp>
      <p:sp>
        <p:nvSpPr>
          <p:cNvPr id="172" name="Shape 150"/>
          <p:cNvSpPr/>
          <p:nvPr/>
        </p:nvSpPr>
        <p:spPr>
          <a:xfrm>
            <a:off x="7792060" y="4307779"/>
            <a:ext cx="440529" cy="242954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173" name="Text 151"/>
          <p:cNvSpPr txBox="1"/>
          <p:nvPr/>
        </p:nvSpPr>
        <p:spPr>
          <a:xfrm>
            <a:off x="7792060" y="4307779"/>
            <a:ext cx="440529" cy="242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1000" dirty="0"/>
          </a:p>
        </p:txBody>
      </p:sp>
      <p:sp>
        <p:nvSpPr>
          <p:cNvPr id="174" name="Shape 152"/>
          <p:cNvSpPr/>
          <p:nvPr/>
        </p:nvSpPr>
        <p:spPr>
          <a:xfrm>
            <a:off x="8232589" y="4307779"/>
            <a:ext cx="660794" cy="242954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175" name="Text 153"/>
          <p:cNvSpPr txBox="1"/>
          <p:nvPr/>
        </p:nvSpPr>
        <p:spPr>
          <a:xfrm>
            <a:off x="8232589" y="4307779"/>
            <a:ext cx="660794" cy="242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1000" dirty="0"/>
          </a:p>
        </p:txBody>
      </p:sp>
      <p:sp>
        <p:nvSpPr>
          <p:cNvPr id="176" name="Text 154"/>
          <p:cNvSpPr txBox="1"/>
          <p:nvPr/>
        </p:nvSpPr>
        <p:spPr>
          <a:xfrm>
            <a:off x="8984826" y="4259188"/>
            <a:ext cx="640080" cy="340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</a:t>
            </a:r>
            <a:endParaRPr lang="en-US" sz="1200" dirty="0"/>
          </a:p>
        </p:txBody>
      </p:sp>
      <p:sp>
        <p:nvSpPr>
          <p:cNvPr id="177" name="Text 155"/>
          <p:cNvSpPr txBox="1"/>
          <p:nvPr/>
        </p:nvSpPr>
        <p:spPr>
          <a:xfrm>
            <a:off x="6329020" y="4599323"/>
            <a:ext cx="1417320" cy="340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Riau</a:t>
            </a:r>
            <a:endParaRPr lang="en-US" sz="900" dirty="0"/>
          </a:p>
        </p:txBody>
      </p:sp>
      <p:sp>
        <p:nvSpPr>
          <p:cNvPr id="178" name="Shape 156"/>
          <p:cNvSpPr/>
          <p:nvPr/>
        </p:nvSpPr>
        <p:spPr>
          <a:xfrm>
            <a:off x="7792060" y="4647914"/>
            <a:ext cx="220265" cy="242954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179" name="Text 157"/>
          <p:cNvSpPr txBox="1"/>
          <p:nvPr/>
        </p:nvSpPr>
        <p:spPr>
          <a:xfrm>
            <a:off x="7792060" y="4647914"/>
            <a:ext cx="220265" cy="242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000" dirty="0"/>
          </a:p>
        </p:txBody>
      </p:sp>
      <p:sp>
        <p:nvSpPr>
          <p:cNvPr id="180" name="Shape 158"/>
          <p:cNvSpPr/>
          <p:nvPr/>
        </p:nvSpPr>
        <p:spPr>
          <a:xfrm>
            <a:off x="8012325" y="4647914"/>
            <a:ext cx="220265" cy="242954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181" name="Text 159"/>
          <p:cNvSpPr txBox="1"/>
          <p:nvPr/>
        </p:nvSpPr>
        <p:spPr>
          <a:xfrm>
            <a:off x="8012325" y="4647914"/>
            <a:ext cx="220265" cy="242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000" dirty="0"/>
          </a:p>
        </p:txBody>
      </p:sp>
      <p:sp>
        <p:nvSpPr>
          <p:cNvPr id="182" name="Text 160"/>
          <p:cNvSpPr txBox="1"/>
          <p:nvPr/>
        </p:nvSpPr>
        <p:spPr>
          <a:xfrm>
            <a:off x="8324033" y="4599323"/>
            <a:ext cx="640080" cy="340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</a:t>
            </a:r>
            <a:endParaRPr lang="en-US" sz="1200" dirty="0"/>
          </a:p>
        </p:txBody>
      </p:sp>
      <p:sp>
        <p:nvSpPr>
          <p:cNvPr id="183" name="Text 161"/>
          <p:cNvSpPr txBox="1"/>
          <p:nvPr/>
        </p:nvSpPr>
        <p:spPr>
          <a:xfrm>
            <a:off x="6329020" y="4939458"/>
            <a:ext cx="1417320" cy="340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Papua Selatan</a:t>
            </a:r>
            <a:endParaRPr lang="en-US" sz="900" dirty="0"/>
          </a:p>
        </p:txBody>
      </p:sp>
      <p:sp>
        <p:nvSpPr>
          <p:cNvPr id="184" name="Shape 162"/>
          <p:cNvSpPr/>
          <p:nvPr/>
        </p:nvSpPr>
        <p:spPr>
          <a:xfrm>
            <a:off x="7792060" y="4988049"/>
            <a:ext cx="220265" cy="242954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185" name="Text 163"/>
          <p:cNvSpPr txBox="1"/>
          <p:nvPr/>
        </p:nvSpPr>
        <p:spPr>
          <a:xfrm>
            <a:off x="7792060" y="4988049"/>
            <a:ext cx="220265" cy="242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000" dirty="0"/>
          </a:p>
        </p:txBody>
      </p:sp>
      <p:sp>
        <p:nvSpPr>
          <p:cNvPr id="188" name="Text 166"/>
          <p:cNvSpPr txBox="1"/>
          <p:nvPr/>
        </p:nvSpPr>
        <p:spPr>
          <a:xfrm>
            <a:off x="8103768" y="4939458"/>
            <a:ext cx="640080" cy="340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</a:t>
            </a:r>
            <a:endParaRPr lang="en-US" sz="1200" dirty="0"/>
          </a:p>
        </p:txBody>
      </p:sp>
      <p:sp>
        <p:nvSpPr>
          <p:cNvPr id="189" name="Text 167"/>
          <p:cNvSpPr txBox="1"/>
          <p:nvPr/>
        </p:nvSpPr>
        <p:spPr>
          <a:xfrm>
            <a:off x="6329020" y="5279593"/>
            <a:ext cx="1417320" cy="340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Timur/IKN</a:t>
            </a:r>
            <a:endParaRPr lang="en-US" sz="900" dirty="0"/>
          </a:p>
        </p:txBody>
      </p:sp>
      <p:sp>
        <p:nvSpPr>
          <p:cNvPr id="190" name="Shape 168"/>
          <p:cNvSpPr/>
          <p:nvPr/>
        </p:nvSpPr>
        <p:spPr>
          <a:xfrm>
            <a:off x="7792060" y="5328184"/>
            <a:ext cx="220265" cy="242954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191" name="Text 169"/>
          <p:cNvSpPr txBox="1"/>
          <p:nvPr/>
        </p:nvSpPr>
        <p:spPr>
          <a:xfrm>
            <a:off x="7792060" y="5328184"/>
            <a:ext cx="220265" cy="242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000" dirty="0"/>
          </a:p>
        </p:txBody>
      </p:sp>
      <p:sp>
        <p:nvSpPr>
          <p:cNvPr id="192" name="Text 170"/>
          <p:cNvSpPr txBox="1"/>
          <p:nvPr/>
        </p:nvSpPr>
        <p:spPr>
          <a:xfrm>
            <a:off x="8103768" y="5279593"/>
            <a:ext cx="640080" cy="340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</a:t>
            </a:r>
            <a:endParaRPr lang="en-US" sz="1200" dirty="0"/>
          </a:p>
        </p:txBody>
      </p:sp>
      <p:sp>
        <p:nvSpPr>
          <p:cNvPr id="207" name="Text 149"/>
          <p:cNvSpPr txBox="1"/>
          <p:nvPr/>
        </p:nvSpPr>
        <p:spPr>
          <a:xfrm>
            <a:off x="6329020" y="5619728"/>
            <a:ext cx="1417320" cy="340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Jawa Timur</a:t>
            </a:r>
            <a:endParaRPr lang="en-US" sz="900" dirty="0"/>
          </a:p>
        </p:txBody>
      </p:sp>
      <p:sp>
        <p:nvSpPr>
          <p:cNvPr id="209" name="Text 151"/>
          <p:cNvSpPr txBox="1"/>
          <p:nvPr/>
        </p:nvSpPr>
        <p:spPr>
          <a:xfrm>
            <a:off x="7792060" y="5668319"/>
            <a:ext cx="286344" cy="242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000" dirty="0"/>
          </a:p>
        </p:txBody>
      </p:sp>
      <p:sp>
        <p:nvSpPr>
          <p:cNvPr id="210" name="Shape 152"/>
          <p:cNvSpPr/>
          <p:nvPr/>
        </p:nvSpPr>
        <p:spPr>
          <a:xfrm>
            <a:off x="7792060" y="5668319"/>
            <a:ext cx="220265" cy="242954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211" name="Text 153"/>
          <p:cNvSpPr txBox="1"/>
          <p:nvPr/>
        </p:nvSpPr>
        <p:spPr>
          <a:xfrm>
            <a:off x="7792060" y="5668319"/>
            <a:ext cx="220265" cy="242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000" dirty="0"/>
          </a:p>
        </p:txBody>
      </p:sp>
      <p:sp>
        <p:nvSpPr>
          <p:cNvPr id="212" name="Text 154"/>
          <p:cNvSpPr txBox="1"/>
          <p:nvPr/>
        </p:nvSpPr>
        <p:spPr>
          <a:xfrm>
            <a:off x="8103768" y="5619728"/>
            <a:ext cx="640080" cy="340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</a:t>
            </a:r>
            <a:endParaRPr lang="en-US" sz="1200" dirty="0"/>
          </a:p>
        </p:txBody>
      </p:sp>
      <p:sp>
        <p:nvSpPr>
          <p:cNvPr id="213" name="Text 149"/>
          <p:cNvSpPr txBox="1"/>
          <p:nvPr/>
        </p:nvSpPr>
        <p:spPr>
          <a:xfrm>
            <a:off x="6329020" y="5959863"/>
            <a:ext cx="1417320" cy="340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Papua Barat Daya</a:t>
            </a:r>
            <a:endParaRPr lang="en-US" sz="900" dirty="0"/>
          </a:p>
        </p:txBody>
      </p:sp>
      <p:sp>
        <p:nvSpPr>
          <p:cNvPr id="215" name="Text 151"/>
          <p:cNvSpPr txBox="1"/>
          <p:nvPr/>
        </p:nvSpPr>
        <p:spPr>
          <a:xfrm>
            <a:off x="7792060" y="6008454"/>
            <a:ext cx="286344" cy="242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000" dirty="0"/>
          </a:p>
        </p:txBody>
      </p:sp>
      <p:sp>
        <p:nvSpPr>
          <p:cNvPr id="216" name="Shape 152"/>
          <p:cNvSpPr/>
          <p:nvPr/>
        </p:nvSpPr>
        <p:spPr>
          <a:xfrm>
            <a:off x="7792060" y="6008454"/>
            <a:ext cx="220265" cy="242954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217" name="Text 153"/>
          <p:cNvSpPr txBox="1"/>
          <p:nvPr/>
        </p:nvSpPr>
        <p:spPr>
          <a:xfrm>
            <a:off x="7792060" y="6008454"/>
            <a:ext cx="220265" cy="242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000" dirty="0"/>
          </a:p>
        </p:txBody>
      </p:sp>
      <p:sp>
        <p:nvSpPr>
          <p:cNvPr id="218" name="Text 154"/>
          <p:cNvSpPr txBox="1"/>
          <p:nvPr/>
        </p:nvSpPr>
        <p:spPr>
          <a:xfrm>
            <a:off x="8103768" y="5959863"/>
            <a:ext cx="640080" cy="3401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4543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Peta Hotspot untuk Pengendalian dan Penanganan Karhutla 2026</a:t>
            </a:r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/>
            </a:r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/>
            </a:r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/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05256"/>
            <a:ext cx="104543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Terbanyak di </a:t>
            </a: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Papua Selatan</a:t>
            </a: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</a:t>
            </a: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609 titik</a:t>
            </a: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). Total: </a:t>
            </a: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3.833 titik</a:t>
            </a: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6.029 ha</a:t>
            </a: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terbakar, </a:t>
            </a: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2.244 ha</a:t>
            </a: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belum padam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11094415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95583" y="365760"/>
            <a:ext cx="347472" cy="43891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Badan Nasional Penanggulangan Bencana  |  Copyright 2026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11094415" y="65105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8849380" y="896112"/>
            <a:ext cx="2793675" cy="228600"/>
          </a:xfrm>
          <a:prstGeom prst="roundRect">
            <a:avLst>
              <a:gd name="adj" fmla="val 52000"/>
            </a:avLst>
          </a:prstGeom>
          <a:solidFill>
            <a:srgbClr val="051C2C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849380" y="896112"/>
            <a:ext cx="2793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AFC3D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CUT OFF DATA   </a:t>
            </a:r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31 Okt 2026, 18.00 WIB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1353312"/>
            <a:ext cx="11094415" cy="4453128"/>
          </a:xfrm>
          <a:prstGeom prst="roundRect">
            <a:avLst>
              <a:gd name="adj" fmla="val 1643"/>
            </a:avLst>
          </a:prstGeom>
          <a:solidFill>
            <a:srgbClr val="FFFFFF"/>
          </a:solidFill>
          <a:ln w="9525">
            <a:solidFill>
              <a:srgbClr val="BFC5CC"/>
            </a:solidFill>
            <a:prstDash val="solid"/>
          </a:ln>
        </p:spPr>
      </p:sp>
      <p:sp>
        <p:nvSpPr>
          <p:cNvPr id="247" name="Shape 226"/>
          <p:cNvSpPr/>
          <p:nvPr/>
        </p:nvSpPr>
        <p:spPr>
          <a:xfrm>
            <a:off x="548640" y="6199632"/>
            <a:ext cx="45720" cy="219456"/>
          </a:xfrm>
          <a:prstGeom prst="rect">
            <a:avLst/>
          </a:prstGeom>
          <a:solidFill>
            <a:srgbClr val="4A9BE0"/>
          </a:solidFill>
          <a:ln/>
        </p:spPr>
      </p:sp>
      <p:sp>
        <p:nvSpPr>
          <p:cNvPr id="248" name="Text 227"/>
          <p:cNvSpPr txBox="1"/>
          <p:nvPr/>
        </p:nvSpPr>
        <p:spPr>
          <a:xfrm>
            <a:off x="685800" y="6172200"/>
            <a:ext cx="10957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*Data berdasarkan Geographic Information System (GIS) dengan satelit NASA (FIRMS: VIIRS dan MODIS).</a:t>
            </a:r>
            <a:endParaRPr lang="en-US" sz="950" dirty="0"/>
          </a:p>
        </p:txBody>
      </p:sp>
      <p:sp>
        <p:nvSpPr>
          <p:cNvPr id="9001" name="Peta 9001"/>
          <p:cNvSpPr/>
          <p:nvPr/>
        </p:nvSpPr>
        <p:spPr>
          <a:xfrm>
            <a:off x="640080" y="1435608"/>
            <a:ext cx="2659380" cy="502920"/>
          </a:xfrm>
          <a:prstGeom prst="roundRect">
            <a:avLst>
              <a:gd name="adj" fmla="val 13636"/>
            </a:avLst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pic>
        <p:nvPicPr>
          <p:cNvPr id="9002" name="Ikon Hotspot"/>
          <p:cNvPicPr>
            <a:picLocks noChangeAspect="1"/>
          </p:cNvPicPr>
          <p:nvPr/>
        </p:nvPicPr>
        <p:blipFill>
          <a:blip r:embed="rIdIk1"/>
          <a:stretch>
            <a:fillRect/>
          </a:stretch>
        </p:blipFill>
        <p:spPr>
          <a:xfrm>
            <a:off x="768096" y="1568196"/>
            <a:ext cx="237744" cy="237744"/>
          </a:xfrm>
          <a:prstGeom prst="rect">
            <a:avLst/>
          </a:prstGeom>
        </p:spPr>
      </p:pic>
      <p:sp>
        <p:nvSpPr>
          <p:cNvPr id="9003" name="Peta 9003"/>
          <p:cNvSpPr/>
          <p:nvPr/>
        </p:nvSpPr>
        <p:spPr>
          <a:xfrm>
            <a:off x="1078992" y="1435608"/>
            <a:ext cx="211074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20" b="1" spc="80" dirty="0">
                <a:solidFill>
                  <a:srgbClr val="AFC3DA"/>
                </a:solidFill>
                <a:latin typeface="Roboto"/>
                <a:ea typeface="Roboto"/>
                <a:cs typeface="Roboto"/>
              </a:rPr>
              <a:t>HOTSPOT</a:t>
            </a:r>
          </a:p>
        </p:txBody>
      </p:sp>
      <p:sp>
        <p:nvSpPr>
          <p:cNvPr id="9004" name="Peta 9004"/>
          <p:cNvSpPr/>
          <p:nvPr/>
        </p:nvSpPr>
        <p:spPr>
          <a:xfrm>
            <a:off x="1078992" y="1435608"/>
            <a:ext cx="2083308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16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3.833</a:t>
            </a:r>
            <a:r>
              <a:rPr lang="id-ID" sz="900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 titik</a:t>
            </a:r>
          </a:p>
        </p:txBody>
      </p:sp>
      <p:sp>
        <p:nvSpPr>
          <p:cNvPr id="9005" name="Peta 9005"/>
          <p:cNvSpPr/>
          <p:nvPr/>
        </p:nvSpPr>
        <p:spPr>
          <a:xfrm>
            <a:off x="3390900" y="1435608"/>
            <a:ext cx="2659380" cy="502920"/>
          </a:xfrm>
          <a:prstGeom prst="roundRect">
            <a:avLst>
              <a:gd name="adj" fmla="val 13636"/>
            </a:avLst>
          </a:prstGeom>
          <a:solidFill>
            <a:srgbClr val="C9503A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pic>
        <p:nvPicPr>
          <p:cNvPr id="9006" name="Ikon Firespot"/>
          <p:cNvPicPr>
            <a:picLocks noChangeAspect="1"/>
          </p:cNvPicPr>
          <p:nvPr/>
        </p:nvPicPr>
        <p:blipFill>
          <a:blip r:embed="rIdIkFs"/>
          <a:stretch>
            <a:fillRect/>
          </a:stretch>
        </p:blipFill>
        <p:spPr>
          <a:xfrm>
            <a:off x="3518916" y="1568196"/>
            <a:ext cx="237744" cy="237744"/>
          </a:xfrm>
          <a:prstGeom prst="rect">
            <a:avLst/>
          </a:prstGeom>
        </p:spPr>
      </p:pic>
      <p:sp>
        <p:nvSpPr>
          <p:cNvPr id="9007" name="Peta 9007"/>
          <p:cNvSpPr/>
          <p:nvPr/>
        </p:nvSpPr>
        <p:spPr>
          <a:xfrm>
            <a:off x="3829812" y="1435608"/>
            <a:ext cx="211074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20" b="1" spc="80" dirty="0">
                <a:solidFill>
                  <a:srgbClr val="FFE3DC"/>
                </a:solidFill>
                <a:latin typeface="Roboto"/>
                <a:ea typeface="Roboto"/>
                <a:cs typeface="Roboto"/>
              </a:rPr>
              <a:t>FIRESPOT</a:t>
            </a:r>
          </a:p>
        </p:txBody>
      </p:sp>
      <p:sp>
        <p:nvSpPr>
          <p:cNvPr id="9008" name="Peta 9008"/>
          <p:cNvSpPr/>
          <p:nvPr/>
        </p:nvSpPr>
        <p:spPr>
          <a:xfrm>
            <a:off x="3829812" y="1435608"/>
            <a:ext cx="2083308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16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1.671</a:t>
            </a:r>
            <a:r>
              <a:rPr lang="id-ID" sz="900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 titik</a:t>
            </a:r>
          </a:p>
        </p:txBody>
      </p:sp>
      <p:sp>
        <p:nvSpPr>
          <p:cNvPr id="9009" name="Peta 9009"/>
          <p:cNvSpPr/>
          <p:nvPr/>
        </p:nvSpPr>
        <p:spPr>
          <a:xfrm>
            <a:off x="6141720" y="1435608"/>
            <a:ext cx="2659380" cy="502920"/>
          </a:xfrm>
          <a:prstGeom prst="roundRect">
            <a:avLst>
              <a:gd name="adj" fmla="val 13636"/>
            </a:avLst>
          </a:prstGeom>
          <a:solidFill>
            <a:srgbClr val="3F5F80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pic>
        <p:nvPicPr>
          <p:cNvPr id="9010" name="Ikon Luas Terbakar"/>
          <p:cNvPicPr>
            <a:picLocks noChangeAspect="1"/>
          </p:cNvPicPr>
          <p:nvPr/>
        </p:nvPicPr>
        <p:blipFill>
          <a:blip r:embed="rIdIk2"/>
          <a:stretch>
            <a:fillRect/>
          </a:stretch>
        </p:blipFill>
        <p:spPr>
          <a:xfrm>
            <a:off x="6269736" y="1568196"/>
            <a:ext cx="237744" cy="237744"/>
          </a:xfrm>
          <a:prstGeom prst="rect">
            <a:avLst/>
          </a:prstGeom>
        </p:spPr>
      </p:pic>
      <p:sp>
        <p:nvSpPr>
          <p:cNvPr id="9011" name="Peta 9011"/>
          <p:cNvSpPr/>
          <p:nvPr/>
        </p:nvSpPr>
        <p:spPr>
          <a:xfrm>
            <a:off x="6580632" y="1435608"/>
            <a:ext cx="211074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20" b="1" spc="80" dirty="0">
                <a:solidFill>
                  <a:srgbClr val="D3DFEA"/>
                </a:solidFill>
                <a:latin typeface="Roboto"/>
                <a:ea typeface="Roboto"/>
                <a:cs typeface="Roboto"/>
              </a:rPr>
              <a:t>LUAS TERBAKAR</a:t>
            </a:r>
          </a:p>
        </p:txBody>
      </p:sp>
      <p:sp>
        <p:nvSpPr>
          <p:cNvPr id="9012" name="Peta 9012"/>
          <p:cNvSpPr/>
          <p:nvPr/>
        </p:nvSpPr>
        <p:spPr>
          <a:xfrm>
            <a:off x="6580632" y="1435608"/>
            <a:ext cx="2083308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16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6.029</a:t>
            </a:r>
            <a:r>
              <a:rPr lang="id-ID" sz="900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 ha</a:t>
            </a:r>
          </a:p>
        </p:txBody>
      </p:sp>
      <p:sp>
        <p:nvSpPr>
          <p:cNvPr id="9013" name="Peta 9013"/>
          <p:cNvSpPr/>
          <p:nvPr/>
        </p:nvSpPr>
        <p:spPr>
          <a:xfrm>
            <a:off x="8892540" y="1435608"/>
            <a:ext cx="2659380" cy="502920"/>
          </a:xfrm>
          <a:prstGeom prst="roundRect">
            <a:avLst>
              <a:gd name="adj" fmla="val 13636"/>
            </a:avLst>
          </a:prstGeom>
          <a:solidFill>
            <a:srgbClr val="D9600B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pic>
        <p:nvPicPr>
          <p:cNvPr id="9014" name="Ikon Belum Padam"/>
          <p:cNvPicPr>
            <a:picLocks noChangeAspect="1"/>
          </p:cNvPicPr>
          <p:nvPr/>
        </p:nvPicPr>
        <p:blipFill>
          <a:blip r:embed="rIdIk3"/>
          <a:stretch>
            <a:fillRect/>
          </a:stretch>
        </p:blipFill>
        <p:spPr>
          <a:xfrm>
            <a:off x="9020556" y="1568196"/>
            <a:ext cx="237744" cy="237744"/>
          </a:xfrm>
          <a:prstGeom prst="rect">
            <a:avLst/>
          </a:prstGeom>
        </p:spPr>
      </p:pic>
      <p:sp>
        <p:nvSpPr>
          <p:cNvPr id="9015" name="Peta 9015"/>
          <p:cNvSpPr/>
          <p:nvPr/>
        </p:nvSpPr>
        <p:spPr>
          <a:xfrm>
            <a:off x="9331452" y="1435608"/>
            <a:ext cx="211074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20" b="1" spc="80" dirty="0">
                <a:solidFill>
                  <a:srgbClr val="FFDCC2"/>
                </a:solidFill>
                <a:latin typeface="Roboto"/>
                <a:ea typeface="Roboto"/>
                <a:cs typeface="Roboto"/>
              </a:rPr>
              <a:t>BELUM PADAM</a:t>
            </a:r>
          </a:p>
        </p:txBody>
      </p:sp>
      <p:sp>
        <p:nvSpPr>
          <p:cNvPr id="9016" name="Peta 9016"/>
          <p:cNvSpPr/>
          <p:nvPr/>
        </p:nvSpPr>
        <p:spPr>
          <a:xfrm>
            <a:off x="9331452" y="1435608"/>
            <a:ext cx="2083308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16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2.244</a:t>
            </a:r>
            <a:r>
              <a:rPr lang="id-ID" sz="900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 ha</a:t>
            </a:r>
          </a:p>
        </p:txBody>
      </p:sp>
      <p:sp>
        <p:nvSpPr>
          <p:cNvPr id="9017" name="Peta 9017"/>
          <p:cNvSpPr/>
          <p:nvPr/>
        </p:nvSpPr>
        <p:spPr>
          <a:xfrm>
            <a:off x="7301920" y="2029968"/>
            <a:ext cx="950000" cy="3383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50" b="1" spc="150" dirty="0">
                <a:solidFill>
                  <a:srgbClr val="6B7280"/>
                </a:solidFill>
                <a:latin typeface="Roboto"/>
                <a:ea typeface="Roboto"/>
                <a:cs typeface="Roboto"/>
              </a:rPr>
              <a:t>PROVINSI</a:t>
            </a:r>
          </a:p>
        </p:txBody>
      </p:sp>
      <p:sp>
        <p:nvSpPr>
          <p:cNvPr id="9018" name="Peta 9018"/>
          <p:cNvSpPr/>
          <p:nvPr/>
        </p:nvSpPr>
        <p:spPr>
          <a:xfrm>
            <a:off x="8279352" y="2029968"/>
            <a:ext cx="772568" cy="338328"/>
          </a:xfrm>
          <a:prstGeom prst="roundRect">
            <a:avLst>
              <a:gd name="adj" fmla="val 13636"/>
            </a:avLst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pic>
        <p:nvPicPr>
          <p:cNvPr id="9019" name="Ikon HOTSPOT*"/>
          <p:cNvPicPr>
            <a:picLocks noChangeAspect="1"/>
          </p:cNvPicPr>
          <p:nvPr/>
        </p:nvPicPr>
        <p:blipFill>
          <a:blip r:embed="rIdIk1"/>
          <a:stretch>
            <a:fillRect/>
          </a:stretch>
        </p:blipFill>
        <p:spPr>
          <a:xfrm>
            <a:off x="8387115" y="2148840"/>
            <a:ext cx="100584" cy="100584"/>
          </a:xfrm>
          <a:prstGeom prst="rect">
            <a:avLst/>
          </a:prstGeom>
        </p:spPr>
      </p:pic>
      <p:sp>
        <p:nvSpPr>
          <p:cNvPr id="9020" name="Peta 9020"/>
          <p:cNvSpPr/>
          <p:nvPr/>
        </p:nvSpPr>
        <p:spPr>
          <a:xfrm>
            <a:off x="8505987" y="2029968"/>
            <a:ext cx="483889" cy="3383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45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HOTSPOT*</a:t>
            </a:r>
            <a:r>
              <a:rPr lang="id-ID" sz="450" dirty="0">
                <a:solidFill>
                  <a:srgbClr val="E6ECF3"/>
                </a:solidFill>
                <a:latin typeface="Roboto"/>
                <a:ea typeface="Roboto"/>
                <a:cs typeface="Roboto"/>
              </a:rPr>
              <a:t> (titik)</a:t>
            </a:r>
          </a:p>
        </p:txBody>
      </p:sp>
      <p:sp>
        <p:nvSpPr>
          <p:cNvPr id="9021" name="Peta 9021"/>
          <p:cNvSpPr/>
          <p:nvPr/>
        </p:nvSpPr>
        <p:spPr>
          <a:xfrm>
            <a:off x="9079352" y="2029968"/>
            <a:ext cx="772568" cy="338328"/>
          </a:xfrm>
          <a:prstGeom prst="roundRect">
            <a:avLst>
              <a:gd name="adj" fmla="val 13636"/>
            </a:avLst>
          </a:prstGeom>
          <a:solidFill>
            <a:srgbClr val="C9503A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pic>
        <p:nvPicPr>
          <p:cNvPr id="9022" name="Ikon FIRESPOT*"/>
          <p:cNvPicPr>
            <a:picLocks noChangeAspect="1"/>
          </p:cNvPicPr>
          <p:nvPr/>
        </p:nvPicPr>
        <p:blipFill>
          <a:blip r:embed="rIdIkFs"/>
          <a:stretch>
            <a:fillRect/>
          </a:stretch>
        </p:blipFill>
        <p:spPr>
          <a:xfrm>
            <a:off x="9182343" y="2148840"/>
            <a:ext cx="100584" cy="100584"/>
          </a:xfrm>
          <a:prstGeom prst="rect">
            <a:avLst/>
          </a:prstGeom>
        </p:spPr>
      </p:pic>
      <p:sp>
        <p:nvSpPr>
          <p:cNvPr id="9023" name="Peta 9023"/>
          <p:cNvSpPr/>
          <p:nvPr/>
        </p:nvSpPr>
        <p:spPr>
          <a:xfrm>
            <a:off x="9301215" y="2029968"/>
            <a:ext cx="493433" cy="3383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45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FIRESPOT*</a:t>
            </a:r>
            <a:r>
              <a:rPr lang="id-ID" sz="450" dirty="0">
                <a:solidFill>
                  <a:srgbClr val="FFE3DC"/>
                </a:solidFill>
                <a:latin typeface="Roboto"/>
                <a:ea typeface="Roboto"/>
                <a:cs typeface="Roboto"/>
              </a:rPr>
              <a:t> (titik)</a:t>
            </a:r>
          </a:p>
        </p:txBody>
      </p:sp>
      <p:sp>
        <p:nvSpPr>
          <p:cNvPr id="9024" name="Peta 9024"/>
          <p:cNvSpPr/>
          <p:nvPr/>
        </p:nvSpPr>
        <p:spPr>
          <a:xfrm>
            <a:off x="9879352" y="2029968"/>
            <a:ext cx="852568" cy="338328"/>
          </a:xfrm>
          <a:prstGeom prst="roundRect">
            <a:avLst>
              <a:gd name="adj" fmla="val 13636"/>
            </a:avLst>
          </a:prstGeom>
          <a:solidFill>
            <a:srgbClr val="3F5F80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pic>
        <p:nvPicPr>
          <p:cNvPr id="9025" name="Ikon LUAS TERBAKAR*"/>
          <p:cNvPicPr>
            <a:picLocks noChangeAspect="1"/>
          </p:cNvPicPr>
          <p:nvPr/>
        </p:nvPicPr>
        <p:blipFill>
          <a:blip r:embed="rIdIk2"/>
          <a:stretch>
            <a:fillRect/>
          </a:stretch>
        </p:blipFill>
        <p:spPr>
          <a:xfrm>
            <a:off x="9930303" y="2148840"/>
            <a:ext cx="100584" cy="100584"/>
          </a:xfrm>
          <a:prstGeom prst="rect">
            <a:avLst/>
          </a:prstGeom>
        </p:spPr>
      </p:pic>
      <p:sp>
        <p:nvSpPr>
          <p:cNvPr id="9026" name="Peta 9026"/>
          <p:cNvSpPr/>
          <p:nvPr/>
        </p:nvSpPr>
        <p:spPr>
          <a:xfrm>
            <a:off x="10049175" y="2029968"/>
            <a:ext cx="677513" cy="3383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45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LUAS TERBAKAR*</a:t>
            </a:r>
            <a:r>
              <a:rPr lang="id-ID" sz="450" dirty="0">
                <a:solidFill>
                  <a:srgbClr val="E6ECF3"/>
                </a:solidFill>
                <a:latin typeface="Roboto"/>
                <a:ea typeface="Roboto"/>
                <a:cs typeface="Roboto"/>
              </a:rPr>
              <a:t> (ha)</a:t>
            </a:r>
          </a:p>
        </p:txBody>
      </p:sp>
      <p:sp>
        <p:nvSpPr>
          <p:cNvPr id="9027" name="Peta 9027"/>
          <p:cNvSpPr/>
          <p:nvPr/>
        </p:nvSpPr>
        <p:spPr>
          <a:xfrm>
            <a:off x="10759352" y="2029968"/>
            <a:ext cx="792568" cy="338328"/>
          </a:xfrm>
          <a:prstGeom prst="roundRect">
            <a:avLst>
              <a:gd name="adj" fmla="val 13636"/>
            </a:avLst>
          </a:prstGeom>
          <a:solidFill>
            <a:srgbClr val="D9600B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pic>
        <p:nvPicPr>
          <p:cNvPr id="9028" name="Ikon BELUM PADAM*"/>
          <p:cNvPicPr>
            <a:picLocks noChangeAspect="1"/>
          </p:cNvPicPr>
          <p:nvPr/>
        </p:nvPicPr>
        <p:blipFill>
          <a:blip r:embed="rIdIk3"/>
          <a:stretch>
            <a:fillRect/>
          </a:stretch>
        </p:blipFill>
        <p:spPr>
          <a:xfrm>
            <a:off x="10812083" y="2148840"/>
            <a:ext cx="100584" cy="100584"/>
          </a:xfrm>
          <a:prstGeom prst="rect">
            <a:avLst/>
          </a:prstGeom>
        </p:spPr>
      </p:pic>
      <p:sp>
        <p:nvSpPr>
          <p:cNvPr id="9029" name="Peta 9029"/>
          <p:cNvSpPr/>
          <p:nvPr/>
        </p:nvSpPr>
        <p:spPr>
          <a:xfrm>
            <a:off x="10930955" y="2029968"/>
            <a:ext cx="613954" cy="3383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45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BELUM PADAM*</a:t>
            </a:r>
            <a:r>
              <a:rPr lang="id-ID" sz="450" dirty="0">
                <a:solidFill>
                  <a:srgbClr val="FFE6D5"/>
                </a:solidFill>
                <a:latin typeface="Roboto"/>
                <a:ea typeface="Roboto"/>
                <a:cs typeface="Roboto"/>
              </a:rPr>
              <a:t> (ha)</a:t>
            </a:r>
          </a:p>
        </p:txBody>
      </p:sp>
      <p:sp>
        <p:nvSpPr>
          <p:cNvPr id="9030" name="Peta 9030"/>
          <p:cNvSpPr/>
          <p:nvPr/>
        </p:nvSpPr>
        <p:spPr>
          <a:xfrm>
            <a:off x="7073320" y="2483510"/>
            <a:ext cx="192024" cy="19202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1</a:t>
            </a:r>
          </a:p>
        </p:txBody>
      </p:sp>
      <p:sp>
        <p:nvSpPr>
          <p:cNvPr id="9031" name="Peta 9031"/>
          <p:cNvSpPr/>
          <p:nvPr/>
        </p:nvSpPr>
        <p:spPr>
          <a:xfrm>
            <a:off x="7347640" y="2414016"/>
            <a:ext cx="90428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Papua Selatan</a:t>
            </a:r>
          </a:p>
        </p:txBody>
      </p:sp>
      <p:sp>
        <p:nvSpPr>
          <p:cNvPr id="9032" name="Peta 9032"/>
          <p:cNvSpPr/>
          <p:nvPr/>
        </p:nvSpPr>
        <p:spPr>
          <a:xfrm>
            <a:off x="8279352" y="2414016"/>
            <a:ext cx="772568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609</a:t>
            </a:r>
          </a:p>
        </p:txBody>
      </p:sp>
      <p:sp>
        <p:nvSpPr>
          <p:cNvPr id="9033" name="Peta 9033"/>
          <p:cNvSpPr/>
          <p:nvPr/>
        </p:nvSpPr>
        <p:spPr>
          <a:xfrm>
            <a:off x="9079352" y="2414016"/>
            <a:ext cx="772568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263</a:t>
            </a:r>
          </a:p>
        </p:txBody>
      </p:sp>
      <p:sp>
        <p:nvSpPr>
          <p:cNvPr id="9034" name="Peta 9034"/>
          <p:cNvSpPr/>
          <p:nvPr/>
        </p:nvSpPr>
        <p:spPr>
          <a:xfrm>
            <a:off x="9879352" y="2414016"/>
            <a:ext cx="852568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902</a:t>
            </a:r>
          </a:p>
        </p:txBody>
      </p:sp>
      <p:sp>
        <p:nvSpPr>
          <p:cNvPr id="9035" name="Peta 9035"/>
          <p:cNvSpPr/>
          <p:nvPr/>
        </p:nvSpPr>
        <p:spPr>
          <a:xfrm>
            <a:off x="10759352" y="2414016"/>
            <a:ext cx="792568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217</a:t>
            </a:r>
          </a:p>
        </p:txBody>
      </p:sp>
      <p:sp>
        <p:nvSpPr>
          <p:cNvPr id="9036" name="Peta 9036"/>
          <p:cNvSpPr/>
          <p:nvPr/>
        </p:nvSpPr>
        <p:spPr>
          <a:xfrm>
            <a:off x="7045888" y="2745028"/>
            <a:ext cx="4506032" cy="635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037" name="Peta 9037"/>
          <p:cNvSpPr/>
          <p:nvPr/>
        </p:nvSpPr>
        <p:spPr>
          <a:xfrm>
            <a:off x="7073320" y="2814522"/>
            <a:ext cx="192024" cy="19202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2</a:t>
            </a:r>
          </a:p>
        </p:txBody>
      </p:sp>
      <p:sp>
        <p:nvSpPr>
          <p:cNvPr id="9038" name="Peta 9038"/>
          <p:cNvSpPr/>
          <p:nvPr/>
        </p:nvSpPr>
        <p:spPr>
          <a:xfrm>
            <a:off x="7347640" y="2745028"/>
            <a:ext cx="90428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Sulawesi Tenggara</a:t>
            </a:r>
          </a:p>
        </p:txBody>
      </p:sp>
      <p:sp>
        <p:nvSpPr>
          <p:cNvPr id="9039" name="Peta 9039"/>
          <p:cNvSpPr/>
          <p:nvPr/>
        </p:nvSpPr>
        <p:spPr>
          <a:xfrm>
            <a:off x="8279352" y="2745028"/>
            <a:ext cx="772568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433</a:t>
            </a:r>
          </a:p>
        </p:txBody>
      </p:sp>
      <p:sp>
        <p:nvSpPr>
          <p:cNvPr id="9040" name="Peta 9040"/>
          <p:cNvSpPr/>
          <p:nvPr/>
        </p:nvSpPr>
        <p:spPr>
          <a:xfrm>
            <a:off x="9079352" y="2745028"/>
            <a:ext cx="772568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205</a:t>
            </a:r>
          </a:p>
        </p:txBody>
      </p:sp>
      <p:sp>
        <p:nvSpPr>
          <p:cNvPr id="9041" name="Peta 9041"/>
          <p:cNvSpPr/>
          <p:nvPr/>
        </p:nvSpPr>
        <p:spPr>
          <a:xfrm>
            <a:off x="9879352" y="2745028"/>
            <a:ext cx="852568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598</a:t>
            </a:r>
          </a:p>
        </p:txBody>
      </p:sp>
      <p:sp>
        <p:nvSpPr>
          <p:cNvPr id="9042" name="Peta 9042"/>
          <p:cNvSpPr/>
          <p:nvPr/>
        </p:nvSpPr>
        <p:spPr>
          <a:xfrm>
            <a:off x="10759352" y="2745028"/>
            <a:ext cx="792568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256</a:t>
            </a:r>
          </a:p>
        </p:txBody>
      </p:sp>
      <p:sp>
        <p:nvSpPr>
          <p:cNvPr id="9043" name="Peta 9043"/>
          <p:cNvSpPr/>
          <p:nvPr/>
        </p:nvSpPr>
        <p:spPr>
          <a:xfrm>
            <a:off x="7045888" y="3076040"/>
            <a:ext cx="4506032" cy="635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044" name="Peta 9044"/>
          <p:cNvSpPr/>
          <p:nvPr/>
        </p:nvSpPr>
        <p:spPr>
          <a:xfrm>
            <a:off x="7073320" y="3145534"/>
            <a:ext cx="192024" cy="19202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3</a:t>
            </a:r>
          </a:p>
        </p:txBody>
      </p:sp>
      <p:sp>
        <p:nvSpPr>
          <p:cNvPr id="9045" name="Peta 9045"/>
          <p:cNvSpPr/>
          <p:nvPr/>
        </p:nvSpPr>
        <p:spPr>
          <a:xfrm>
            <a:off x="7347640" y="3076040"/>
            <a:ext cx="90428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Sulawesi Tengah</a:t>
            </a:r>
          </a:p>
        </p:txBody>
      </p:sp>
      <p:sp>
        <p:nvSpPr>
          <p:cNvPr id="9046" name="Peta 9046"/>
          <p:cNvSpPr/>
          <p:nvPr/>
        </p:nvSpPr>
        <p:spPr>
          <a:xfrm>
            <a:off x="8279352" y="3076040"/>
            <a:ext cx="772568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424</a:t>
            </a:r>
          </a:p>
        </p:txBody>
      </p:sp>
      <p:sp>
        <p:nvSpPr>
          <p:cNvPr id="9047" name="Peta 9047"/>
          <p:cNvSpPr/>
          <p:nvPr/>
        </p:nvSpPr>
        <p:spPr>
          <a:xfrm>
            <a:off x="9079352" y="3076040"/>
            <a:ext cx="772568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289</a:t>
            </a:r>
          </a:p>
        </p:txBody>
      </p:sp>
      <p:sp>
        <p:nvSpPr>
          <p:cNvPr id="9048" name="Peta 9048"/>
          <p:cNvSpPr/>
          <p:nvPr/>
        </p:nvSpPr>
        <p:spPr>
          <a:xfrm>
            <a:off x="9879352" y="3076040"/>
            <a:ext cx="852568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768</a:t>
            </a:r>
          </a:p>
        </p:txBody>
      </p:sp>
      <p:sp>
        <p:nvSpPr>
          <p:cNvPr id="9049" name="Peta 9049"/>
          <p:cNvSpPr/>
          <p:nvPr/>
        </p:nvSpPr>
        <p:spPr>
          <a:xfrm>
            <a:off x="10759352" y="3076040"/>
            <a:ext cx="792568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405</a:t>
            </a:r>
          </a:p>
        </p:txBody>
      </p:sp>
      <p:sp>
        <p:nvSpPr>
          <p:cNvPr id="9050" name="Peta 9050"/>
          <p:cNvSpPr/>
          <p:nvPr/>
        </p:nvSpPr>
        <p:spPr>
          <a:xfrm>
            <a:off x="7045888" y="3407052"/>
            <a:ext cx="4506032" cy="635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051" name="Peta 9051"/>
          <p:cNvSpPr/>
          <p:nvPr/>
        </p:nvSpPr>
        <p:spPr>
          <a:xfrm>
            <a:off x="7073320" y="3476546"/>
            <a:ext cx="192024" cy="19202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4</a:t>
            </a:r>
          </a:p>
        </p:txBody>
      </p:sp>
      <p:sp>
        <p:nvSpPr>
          <p:cNvPr id="9052" name="Peta 9052"/>
          <p:cNvSpPr/>
          <p:nvPr/>
        </p:nvSpPr>
        <p:spPr>
          <a:xfrm>
            <a:off x="7347640" y="3407052"/>
            <a:ext cx="90428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Kalimantan Tengah</a:t>
            </a:r>
          </a:p>
        </p:txBody>
      </p:sp>
      <p:sp>
        <p:nvSpPr>
          <p:cNvPr id="9053" name="Peta 9053"/>
          <p:cNvSpPr/>
          <p:nvPr/>
        </p:nvSpPr>
        <p:spPr>
          <a:xfrm>
            <a:off x="8279352" y="3407052"/>
            <a:ext cx="772568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400</a:t>
            </a:r>
          </a:p>
        </p:txBody>
      </p:sp>
      <p:sp>
        <p:nvSpPr>
          <p:cNvPr id="9054" name="Peta 9054"/>
          <p:cNvSpPr/>
          <p:nvPr/>
        </p:nvSpPr>
        <p:spPr>
          <a:xfrm>
            <a:off x="9079352" y="3407052"/>
            <a:ext cx="772568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282</a:t>
            </a:r>
          </a:p>
        </p:txBody>
      </p:sp>
      <p:sp>
        <p:nvSpPr>
          <p:cNvPr id="9055" name="Peta 9055"/>
          <p:cNvSpPr/>
          <p:nvPr/>
        </p:nvSpPr>
        <p:spPr>
          <a:xfrm>
            <a:off x="9879352" y="3407052"/>
            <a:ext cx="852568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845</a:t>
            </a:r>
          </a:p>
        </p:txBody>
      </p:sp>
      <p:sp>
        <p:nvSpPr>
          <p:cNvPr id="9056" name="Peta 9056"/>
          <p:cNvSpPr/>
          <p:nvPr/>
        </p:nvSpPr>
        <p:spPr>
          <a:xfrm>
            <a:off x="10759352" y="3407052"/>
            <a:ext cx="792568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609</a:t>
            </a:r>
          </a:p>
        </p:txBody>
      </p:sp>
      <p:sp>
        <p:nvSpPr>
          <p:cNvPr id="9057" name="Peta 9057"/>
          <p:cNvSpPr/>
          <p:nvPr/>
        </p:nvSpPr>
        <p:spPr>
          <a:xfrm>
            <a:off x="7045888" y="3738064"/>
            <a:ext cx="4506032" cy="635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058" name="Peta 9058"/>
          <p:cNvSpPr/>
          <p:nvPr/>
        </p:nvSpPr>
        <p:spPr>
          <a:xfrm>
            <a:off x="7073320" y="3807558"/>
            <a:ext cx="192024" cy="19202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5</a:t>
            </a:r>
          </a:p>
        </p:txBody>
      </p:sp>
      <p:sp>
        <p:nvSpPr>
          <p:cNvPr id="9059" name="Peta 9059"/>
          <p:cNvSpPr/>
          <p:nvPr/>
        </p:nvSpPr>
        <p:spPr>
          <a:xfrm>
            <a:off x="7347640" y="3738064"/>
            <a:ext cx="90428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Nusa Tenggara Timur</a:t>
            </a:r>
          </a:p>
        </p:txBody>
      </p:sp>
      <p:sp>
        <p:nvSpPr>
          <p:cNvPr id="9060" name="Peta 9060"/>
          <p:cNvSpPr/>
          <p:nvPr/>
        </p:nvSpPr>
        <p:spPr>
          <a:xfrm>
            <a:off x="8279352" y="3738064"/>
            <a:ext cx="772568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261</a:t>
            </a:r>
          </a:p>
        </p:txBody>
      </p:sp>
      <p:sp>
        <p:nvSpPr>
          <p:cNvPr id="9061" name="Peta 9061"/>
          <p:cNvSpPr/>
          <p:nvPr/>
        </p:nvSpPr>
        <p:spPr>
          <a:xfrm>
            <a:off x="9079352" y="3738064"/>
            <a:ext cx="772568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48</a:t>
            </a:r>
          </a:p>
        </p:txBody>
      </p:sp>
      <p:sp>
        <p:nvSpPr>
          <p:cNvPr id="9062" name="Peta 9062"/>
          <p:cNvSpPr/>
          <p:nvPr/>
        </p:nvSpPr>
        <p:spPr>
          <a:xfrm>
            <a:off x="9879352" y="3738064"/>
            <a:ext cx="852568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269</a:t>
            </a:r>
          </a:p>
        </p:txBody>
      </p:sp>
      <p:sp>
        <p:nvSpPr>
          <p:cNvPr id="9063" name="Peta 9063"/>
          <p:cNvSpPr/>
          <p:nvPr/>
        </p:nvSpPr>
        <p:spPr>
          <a:xfrm>
            <a:off x="10759352" y="3738064"/>
            <a:ext cx="792568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25</a:t>
            </a:r>
          </a:p>
        </p:txBody>
      </p:sp>
      <p:sp>
        <p:nvSpPr>
          <p:cNvPr id="9064" name="Peta 9064"/>
          <p:cNvSpPr/>
          <p:nvPr/>
        </p:nvSpPr>
        <p:spPr>
          <a:xfrm>
            <a:off x="7045888" y="4069076"/>
            <a:ext cx="4506032" cy="635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065" name="Peta 9065"/>
          <p:cNvSpPr/>
          <p:nvPr/>
        </p:nvSpPr>
        <p:spPr>
          <a:xfrm>
            <a:off x="7073320" y="4138570"/>
            <a:ext cx="192024" cy="19202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6</a:t>
            </a:r>
          </a:p>
        </p:txBody>
      </p:sp>
      <p:sp>
        <p:nvSpPr>
          <p:cNvPr id="9066" name="Peta 9066"/>
          <p:cNvSpPr/>
          <p:nvPr/>
        </p:nvSpPr>
        <p:spPr>
          <a:xfrm>
            <a:off x="7347640" y="4069076"/>
            <a:ext cx="90428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Sulawesi Selatan</a:t>
            </a:r>
          </a:p>
        </p:txBody>
      </p:sp>
      <p:sp>
        <p:nvSpPr>
          <p:cNvPr id="9067" name="Peta 9067"/>
          <p:cNvSpPr/>
          <p:nvPr/>
        </p:nvSpPr>
        <p:spPr>
          <a:xfrm>
            <a:off x="8279352" y="4069076"/>
            <a:ext cx="772568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229</a:t>
            </a:r>
          </a:p>
        </p:txBody>
      </p:sp>
      <p:sp>
        <p:nvSpPr>
          <p:cNvPr id="9068" name="Peta 9068"/>
          <p:cNvSpPr/>
          <p:nvPr/>
        </p:nvSpPr>
        <p:spPr>
          <a:xfrm>
            <a:off x="9079352" y="4069076"/>
            <a:ext cx="772568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38</a:t>
            </a:r>
          </a:p>
        </p:txBody>
      </p:sp>
      <p:sp>
        <p:nvSpPr>
          <p:cNvPr id="9069" name="Peta 9069"/>
          <p:cNvSpPr/>
          <p:nvPr/>
        </p:nvSpPr>
        <p:spPr>
          <a:xfrm>
            <a:off x="9879352" y="4069076"/>
            <a:ext cx="852568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285</a:t>
            </a:r>
          </a:p>
        </p:txBody>
      </p:sp>
      <p:sp>
        <p:nvSpPr>
          <p:cNvPr id="9070" name="Peta 9070"/>
          <p:cNvSpPr/>
          <p:nvPr/>
        </p:nvSpPr>
        <p:spPr>
          <a:xfrm>
            <a:off x="10759352" y="4069076"/>
            <a:ext cx="792568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45</a:t>
            </a:r>
          </a:p>
        </p:txBody>
      </p:sp>
      <p:sp>
        <p:nvSpPr>
          <p:cNvPr id="9071" name="Peta 9071"/>
          <p:cNvSpPr/>
          <p:nvPr/>
        </p:nvSpPr>
        <p:spPr>
          <a:xfrm>
            <a:off x="7045888" y="4400088"/>
            <a:ext cx="4506032" cy="635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072" name="Peta 9072"/>
          <p:cNvSpPr/>
          <p:nvPr/>
        </p:nvSpPr>
        <p:spPr>
          <a:xfrm>
            <a:off x="7073320" y="4469582"/>
            <a:ext cx="192024" cy="19202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7</a:t>
            </a:r>
          </a:p>
        </p:txBody>
      </p:sp>
      <p:sp>
        <p:nvSpPr>
          <p:cNvPr id="9073" name="Peta 9073"/>
          <p:cNvSpPr/>
          <p:nvPr/>
        </p:nvSpPr>
        <p:spPr>
          <a:xfrm>
            <a:off x="7347640" y="4400088"/>
            <a:ext cx="90428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Kalimantan Timur</a:t>
            </a:r>
          </a:p>
        </p:txBody>
      </p:sp>
      <p:sp>
        <p:nvSpPr>
          <p:cNvPr id="9074" name="Peta 9074"/>
          <p:cNvSpPr/>
          <p:nvPr/>
        </p:nvSpPr>
        <p:spPr>
          <a:xfrm>
            <a:off x="8279352" y="4400088"/>
            <a:ext cx="772568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221</a:t>
            </a:r>
          </a:p>
        </p:txBody>
      </p:sp>
      <p:sp>
        <p:nvSpPr>
          <p:cNvPr id="9075" name="Peta 9075"/>
          <p:cNvSpPr/>
          <p:nvPr/>
        </p:nvSpPr>
        <p:spPr>
          <a:xfrm>
            <a:off x="9079352" y="4400088"/>
            <a:ext cx="772568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102</a:t>
            </a:r>
          </a:p>
        </p:txBody>
      </p:sp>
      <p:sp>
        <p:nvSpPr>
          <p:cNvPr id="9076" name="Peta 9076"/>
          <p:cNvSpPr/>
          <p:nvPr/>
        </p:nvSpPr>
        <p:spPr>
          <a:xfrm>
            <a:off x="9879352" y="4400088"/>
            <a:ext cx="852568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377</a:t>
            </a:r>
          </a:p>
        </p:txBody>
      </p:sp>
      <p:sp>
        <p:nvSpPr>
          <p:cNvPr id="9077" name="Peta 9077"/>
          <p:cNvSpPr/>
          <p:nvPr/>
        </p:nvSpPr>
        <p:spPr>
          <a:xfrm>
            <a:off x="10759352" y="4400088"/>
            <a:ext cx="792568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162</a:t>
            </a:r>
          </a:p>
        </p:txBody>
      </p:sp>
      <p:sp>
        <p:nvSpPr>
          <p:cNvPr id="9078" name="Peta 9078"/>
          <p:cNvSpPr/>
          <p:nvPr/>
        </p:nvSpPr>
        <p:spPr>
          <a:xfrm>
            <a:off x="7045888" y="4731100"/>
            <a:ext cx="4506032" cy="635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079" name="Peta 9079"/>
          <p:cNvSpPr/>
          <p:nvPr/>
        </p:nvSpPr>
        <p:spPr>
          <a:xfrm>
            <a:off x="7073320" y="4800594"/>
            <a:ext cx="192024" cy="19202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8</a:t>
            </a:r>
          </a:p>
        </p:txBody>
      </p:sp>
      <p:sp>
        <p:nvSpPr>
          <p:cNvPr id="9080" name="Peta 9080"/>
          <p:cNvSpPr/>
          <p:nvPr/>
        </p:nvSpPr>
        <p:spPr>
          <a:xfrm>
            <a:off x="7347640" y="4731100"/>
            <a:ext cx="90428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Maluku</a:t>
            </a:r>
          </a:p>
        </p:txBody>
      </p:sp>
      <p:sp>
        <p:nvSpPr>
          <p:cNvPr id="9081" name="Peta 9081"/>
          <p:cNvSpPr/>
          <p:nvPr/>
        </p:nvSpPr>
        <p:spPr>
          <a:xfrm>
            <a:off x="8279352" y="4731100"/>
            <a:ext cx="772568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213</a:t>
            </a:r>
          </a:p>
        </p:txBody>
      </p:sp>
      <p:sp>
        <p:nvSpPr>
          <p:cNvPr id="9082" name="Peta 9082"/>
          <p:cNvSpPr/>
          <p:nvPr/>
        </p:nvSpPr>
        <p:spPr>
          <a:xfrm>
            <a:off x="9079352" y="4731100"/>
            <a:ext cx="772568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102</a:t>
            </a:r>
          </a:p>
        </p:txBody>
      </p:sp>
      <p:sp>
        <p:nvSpPr>
          <p:cNvPr id="9083" name="Peta 9083"/>
          <p:cNvSpPr/>
          <p:nvPr/>
        </p:nvSpPr>
        <p:spPr>
          <a:xfrm>
            <a:off x="9879352" y="4731100"/>
            <a:ext cx="852568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363</a:t>
            </a:r>
          </a:p>
        </p:txBody>
      </p:sp>
      <p:sp>
        <p:nvSpPr>
          <p:cNvPr id="9084" name="Peta 9084"/>
          <p:cNvSpPr/>
          <p:nvPr/>
        </p:nvSpPr>
        <p:spPr>
          <a:xfrm>
            <a:off x="10759352" y="4731100"/>
            <a:ext cx="792568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97</a:t>
            </a:r>
          </a:p>
        </p:txBody>
      </p:sp>
      <p:sp>
        <p:nvSpPr>
          <p:cNvPr id="9085" name="Peta 9085"/>
          <p:cNvSpPr/>
          <p:nvPr/>
        </p:nvSpPr>
        <p:spPr>
          <a:xfrm>
            <a:off x="7045888" y="5062112"/>
            <a:ext cx="4506032" cy="635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086" name="Peta 9086"/>
          <p:cNvSpPr/>
          <p:nvPr/>
        </p:nvSpPr>
        <p:spPr>
          <a:xfrm>
            <a:off x="7073320" y="5131606"/>
            <a:ext cx="192024" cy="19202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9</a:t>
            </a:r>
          </a:p>
        </p:txBody>
      </p:sp>
      <p:sp>
        <p:nvSpPr>
          <p:cNvPr id="9087" name="Peta 9087"/>
          <p:cNvSpPr/>
          <p:nvPr/>
        </p:nvSpPr>
        <p:spPr>
          <a:xfrm>
            <a:off x="7347640" y="5062112"/>
            <a:ext cx="90428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Sumatera Selatan</a:t>
            </a:r>
          </a:p>
        </p:txBody>
      </p:sp>
      <p:sp>
        <p:nvSpPr>
          <p:cNvPr id="9088" name="Peta 9088"/>
          <p:cNvSpPr/>
          <p:nvPr/>
        </p:nvSpPr>
        <p:spPr>
          <a:xfrm>
            <a:off x="8279352" y="5062112"/>
            <a:ext cx="772568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169</a:t>
            </a:r>
          </a:p>
        </p:txBody>
      </p:sp>
      <p:sp>
        <p:nvSpPr>
          <p:cNvPr id="9089" name="Peta 9089"/>
          <p:cNvSpPr/>
          <p:nvPr/>
        </p:nvSpPr>
        <p:spPr>
          <a:xfrm>
            <a:off x="9079352" y="5062112"/>
            <a:ext cx="772568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40</a:t>
            </a:r>
          </a:p>
        </p:txBody>
      </p:sp>
      <p:sp>
        <p:nvSpPr>
          <p:cNvPr id="9090" name="Peta 9090"/>
          <p:cNvSpPr/>
          <p:nvPr/>
        </p:nvSpPr>
        <p:spPr>
          <a:xfrm>
            <a:off x="9879352" y="5062112"/>
            <a:ext cx="852568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226</a:t>
            </a:r>
          </a:p>
        </p:txBody>
      </p:sp>
      <p:sp>
        <p:nvSpPr>
          <p:cNvPr id="9091" name="Peta 9091"/>
          <p:cNvSpPr/>
          <p:nvPr/>
        </p:nvSpPr>
        <p:spPr>
          <a:xfrm>
            <a:off x="10759352" y="5062112"/>
            <a:ext cx="792568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35</a:t>
            </a:r>
          </a:p>
        </p:txBody>
      </p:sp>
      <p:sp>
        <p:nvSpPr>
          <p:cNvPr id="9092" name="Peta 9092"/>
          <p:cNvSpPr/>
          <p:nvPr/>
        </p:nvSpPr>
        <p:spPr>
          <a:xfrm>
            <a:off x="7045888" y="5393124"/>
            <a:ext cx="4506032" cy="635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093" name="Peta 9093"/>
          <p:cNvSpPr/>
          <p:nvPr/>
        </p:nvSpPr>
        <p:spPr>
          <a:xfrm>
            <a:off x="7073320" y="5462618"/>
            <a:ext cx="192024" cy="19202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10</a:t>
            </a:r>
          </a:p>
        </p:txBody>
      </p:sp>
      <p:sp>
        <p:nvSpPr>
          <p:cNvPr id="9094" name="Peta 9094"/>
          <p:cNvSpPr/>
          <p:nvPr/>
        </p:nvSpPr>
        <p:spPr>
          <a:xfrm>
            <a:off x="7347640" y="5393124"/>
            <a:ext cx="90428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Nusa Tenggara Barat</a:t>
            </a:r>
          </a:p>
        </p:txBody>
      </p:sp>
      <p:sp>
        <p:nvSpPr>
          <p:cNvPr id="9095" name="Peta 9095"/>
          <p:cNvSpPr/>
          <p:nvPr/>
        </p:nvSpPr>
        <p:spPr>
          <a:xfrm>
            <a:off x="8279352" y="5393124"/>
            <a:ext cx="772568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167</a:t>
            </a:r>
          </a:p>
        </p:txBody>
      </p:sp>
      <p:sp>
        <p:nvSpPr>
          <p:cNvPr id="9096" name="Peta 9096"/>
          <p:cNvSpPr/>
          <p:nvPr/>
        </p:nvSpPr>
        <p:spPr>
          <a:xfrm>
            <a:off x="9079352" y="5393124"/>
            <a:ext cx="772568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44</a:t>
            </a:r>
          </a:p>
        </p:txBody>
      </p:sp>
      <p:sp>
        <p:nvSpPr>
          <p:cNvPr id="9097" name="Peta 9097"/>
          <p:cNvSpPr/>
          <p:nvPr/>
        </p:nvSpPr>
        <p:spPr>
          <a:xfrm>
            <a:off x="9879352" y="5393124"/>
            <a:ext cx="852568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278</a:t>
            </a:r>
          </a:p>
        </p:txBody>
      </p:sp>
      <p:sp>
        <p:nvSpPr>
          <p:cNvPr id="9098" name="Peta 9098"/>
          <p:cNvSpPr/>
          <p:nvPr/>
        </p:nvSpPr>
        <p:spPr>
          <a:xfrm>
            <a:off x="10759352" y="5393124"/>
            <a:ext cx="792568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21</a:t>
            </a:r>
          </a:p>
        </p:txBody>
      </p:sp>
      <p:pic>
        <p:nvPicPr>
          <p:cNvPr id="9099" name="Peta hotspot 20 Okt"/>
          <p:cNvPicPr>
            <a:picLocks noChangeAspect="1"/>
          </p:cNvPicPr>
          <p:nvPr/>
        </p:nvPicPr>
        <p:blipFill>
          <a:blip r:embed="rIdPeta"/>
          <a:stretch>
            <a:fillRect/>
          </a:stretch>
        </p:blipFill>
        <p:spPr>
          <a:xfrm>
            <a:off x="640080" y="2627665"/>
            <a:ext cx="6222928" cy="2498782"/>
          </a:xfrm>
          <a:prstGeom prst="rect">
            <a:avLst/>
          </a:prstGeom>
        </p:spPr>
      </p:pic>
      <p:sp>
        <p:nvSpPr>
          <p:cNvPr id="9100" name="Peta 9100"/>
          <p:cNvSpPr/>
          <p:nvPr/>
        </p:nvSpPr>
        <p:spPr>
          <a:xfrm>
            <a:off x="3167291" y="5939028"/>
            <a:ext cx="128016" cy="128016"/>
          </a:xfrm>
          <a:prstGeom prst="ellipse">
            <a:avLst/>
          </a:prstGeom>
          <a:solidFill>
            <a:srgbClr val="D9600B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101" name="Peta 9101"/>
          <p:cNvSpPr/>
          <p:nvPr/>
        </p:nvSpPr>
        <p:spPr>
          <a:xfrm>
            <a:off x="3386747" y="5897880"/>
            <a:ext cx="2463165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50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Ukuran lingkaran sebanding jumlah titik panas</a:t>
            </a:r>
          </a:p>
        </p:txBody>
      </p:sp>
      <p:sp>
        <p:nvSpPr>
          <p:cNvPr id="9102" name="Peta 9102"/>
          <p:cNvSpPr/>
          <p:nvPr/>
        </p:nvSpPr>
        <p:spPr>
          <a:xfrm>
            <a:off x="5849912" y="5939028"/>
            <a:ext cx="128016" cy="128016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103" name="Peta 9103"/>
          <p:cNvSpPr/>
          <p:nvPr/>
        </p:nvSpPr>
        <p:spPr>
          <a:xfrm>
            <a:off x="6069368" y="5897880"/>
            <a:ext cx="1605915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50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Provinsi dengan titik panas</a:t>
            </a:r>
          </a:p>
        </p:txBody>
      </p:sp>
      <p:sp>
        <p:nvSpPr>
          <p:cNvPr id="9104" name="Peta 9104"/>
          <p:cNvSpPr/>
          <p:nvPr/>
        </p:nvSpPr>
        <p:spPr>
          <a:xfrm>
            <a:off x="7675283" y="5939028"/>
            <a:ext cx="128016" cy="128016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105" name="Peta 9105"/>
          <p:cNvSpPr/>
          <p:nvPr/>
        </p:nvSpPr>
        <p:spPr>
          <a:xfrm>
            <a:off x="7894739" y="5897880"/>
            <a:ext cx="1129665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50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Tanpa titik panas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Badan Nasional Penanggulangan Bencana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Paparan Kepala BNPB kepada Presiden: Penanganan dan Pengendalian Karhutla di Provinsi Prioritas</dc:title>
  <dc:subject>PptxGenJS Presentation</dc:subject>
  <dc:creator>BNPB</dc:creator>
  <cp:lastModifiedBy>BNPB</cp:lastModifiedBy>
  <cp:revision>1</cp:revision>
  <dcterms:created xsi:type="dcterms:W3CDTF">2026-10-21T05:38:24Z</dcterms:created>
  <dcterms:modified xsi:type="dcterms:W3CDTF">2026-10-21T05:38:24Z</dcterms:modified>
</cp:coreProperties>
</file>