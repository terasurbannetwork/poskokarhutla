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prioritas;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502,08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983,34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481,26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98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86218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 / TARGET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585216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249424"/>
            <a:ext cx="315468" cy="42062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25296" y="2340864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2798064" y="236829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400300"/>
            <a:ext cx="118872" cy="1188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008376" y="2368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366 BERBAHAYA</a:t>
            </a:r>
            <a:endParaRPr lang="en-US" sz="660" dirty="0"/>
          </a:p>
        </p:txBody>
      </p:sp>
      <p:sp>
        <p:nvSpPr>
          <p:cNvPr id="37" name="Shape 29"/>
          <p:cNvSpPr/>
          <p:nvPr/>
        </p:nvSpPr>
        <p:spPr>
          <a:xfrm>
            <a:off x="3767328" y="2368296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2400300"/>
            <a:ext cx="118872" cy="11887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77640" y="236829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HUJAN</a:t>
            </a:r>
            <a:endParaRPr lang="en-US" sz="660" dirty="0"/>
          </a:p>
        </p:txBody>
      </p:sp>
      <p:sp>
        <p:nvSpPr>
          <p:cNvPr id="40" name="Shape 31"/>
          <p:cNvSpPr/>
          <p:nvPr/>
        </p:nvSpPr>
        <p:spPr>
          <a:xfrm>
            <a:off x="4709160" y="2587752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41" name="Shape 32"/>
          <p:cNvSpPr/>
          <p:nvPr/>
        </p:nvSpPr>
        <p:spPr>
          <a:xfrm>
            <a:off x="4914907" y="2386584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4663440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7.950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4663440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▲144%</a:t>
            </a:r>
            <a:endParaRPr lang="en-US" sz="680" dirty="0"/>
          </a:p>
        </p:txBody>
      </p:sp>
      <p:sp>
        <p:nvSpPr>
          <p:cNvPr id="44" name="Shape 35"/>
          <p:cNvSpPr/>
          <p:nvPr/>
        </p:nvSpPr>
        <p:spPr>
          <a:xfrm>
            <a:off x="5624380" y="2481146"/>
            <a:ext cx="297979" cy="10660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5372913" y="230741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4.213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5372913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47" name="Shape 38"/>
          <p:cNvSpPr/>
          <p:nvPr/>
        </p:nvSpPr>
        <p:spPr>
          <a:xfrm>
            <a:off x="6333853" y="2535043"/>
            <a:ext cx="297979" cy="5270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6082386" y="236130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2.083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082386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0" name="Shape 41"/>
          <p:cNvSpPr/>
          <p:nvPr/>
        </p:nvSpPr>
        <p:spPr>
          <a:xfrm>
            <a:off x="7020458" y="2587752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1" name="Shape 42"/>
          <p:cNvSpPr/>
          <p:nvPr/>
        </p:nvSpPr>
        <p:spPr>
          <a:xfrm>
            <a:off x="7226206" y="2386584"/>
            <a:ext cx="297979" cy="20116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974738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497,09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6974738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▼31%</a:t>
            </a:r>
            <a:endParaRPr lang="en-US" sz="680" dirty="0"/>
          </a:p>
        </p:txBody>
      </p:sp>
      <p:sp>
        <p:nvSpPr>
          <p:cNvPr id="54" name="Shape 45"/>
          <p:cNvSpPr/>
          <p:nvPr/>
        </p:nvSpPr>
        <p:spPr>
          <a:xfrm>
            <a:off x="7935678" y="2404633"/>
            <a:ext cx="297979" cy="18311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7684211" y="223089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452,49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7684211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7" name="Shape 48"/>
          <p:cNvSpPr/>
          <p:nvPr/>
        </p:nvSpPr>
        <p:spPr>
          <a:xfrm>
            <a:off x="8645151" y="2413063"/>
            <a:ext cx="297979" cy="17468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393684" y="223932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431,66</a:t>
            </a:r>
            <a:endParaRPr lang="en-US" sz="900" dirty="0"/>
          </a:p>
        </p:txBody>
      </p:sp>
      <p:sp>
        <p:nvSpPr>
          <p:cNvPr id="59" name="Text 50"/>
          <p:cNvSpPr txBox="1"/>
          <p:nvPr/>
        </p:nvSpPr>
        <p:spPr>
          <a:xfrm>
            <a:off x="8393684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60" name="Shape 51"/>
          <p:cNvSpPr/>
          <p:nvPr/>
        </p:nvSpPr>
        <p:spPr>
          <a:xfrm>
            <a:off x="9331757" y="2587752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1" name="Shape 52"/>
          <p:cNvSpPr/>
          <p:nvPr/>
        </p:nvSpPr>
        <p:spPr>
          <a:xfrm>
            <a:off x="9537504" y="2386584"/>
            <a:ext cx="297979" cy="20116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9286037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401,16</a:t>
            </a:r>
            <a:endParaRPr lang="en-US" sz="800" dirty="0"/>
          </a:p>
        </p:txBody>
      </p:sp>
      <p:sp>
        <p:nvSpPr>
          <p:cNvPr id="63" name="Text 54"/>
          <p:cNvSpPr txBox="1"/>
          <p:nvPr/>
        </p:nvSpPr>
        <p:spPr>
          <a:xfrm>
            <a:off x="9286037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▼4%</a:t>
            </a:r>
            <a:endParaRPr lang="en-US" sz="680" dirty="0"/>
          </a:p>
        </p:txBody>
      </p:sp>
      <p:sp>
        <p:nvSpPr>
          <p:cNvPr id="64" name="Shape 55"/>
          <p:cNvSpPr/>
          <p:nvPr/>
        </p:nvSpPr>
        <p:spPr>
          <a:xfrm>
            <a:off x="10246977" y="2392486"/>
            <a:ext cx="297979" cy="19526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9995510" y="221875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389,39</a:t>
            </a:r>
            <a:endParaRPr lang="en-US" sz="800" dirty="0"/>
          </a:p>
        </p:txBody>
      </p:sp>
      <p:sp>
        <p:nvSpPr>
          <p:cNvPr id="66" name="Text 57"/>
          <p:cNvSpPr txBox="1"/>
          <p:nvPr/>
        </p:nvSpPr>
        <p:spPr>
          <a:xfrm>
            <a:off x="9995510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▼3%</a:t>
            </a:r>
            <a:endParaRPr lang="en-US" sz="680" dirty="0"/>
          </a:p>
        </p:txBody>
      </p:sp>
      <p:sp>
        <p:nvSpPr>
          <p:cNvPr id="67" name="Shape 58"/>
          <p:cNvSpPr/>
          <p:nvPr/>
        </p:nvSpPr>
        <p:spPr>
          <a:xfrm>
            <a:off x="10956450" y="2426606"/>
            <a:ext cx="297979" cy="16114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68" name="Text 59"/>
          <p:cNvSpPr txBox="1"/>
          <p:nvPr/>
        </p:nvSpPr>
        <p:spPr>
          <a:xfrm>
            <a:off x="10704982" y="225287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321,35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10704982" y="2606040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871216"/>
            <a:ext cx="325326" cy="420624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1225296" y="2962656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72" name="Shape 62"/>
          <p:cNvSpPr/>
          <p:nvPr/>
        </p:nvSpPr>
        <p:spPr>
          <a:xfrm>
            <a:off x="2798064" y="2990088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3022092"/>
            <a:ext cx="118872" cy="118872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3008376" y="29900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877 BERBAHAYA</a:t>
            </a:r>
            <a:endParaRPr lang="en-US" sz="660" dirty="0"/>
          </a:p>
        </p:txBody>
      </p:sp>
      <p:sp>
        <p:nvSpPr>
          <p:cNvPr id="75" name="Shape 64"/>
          <p:cNvSpPr/>
          <p:nvPr/>
        </p:nvSpPr>
        <p:spPr>
          <a:xfrm>
            <a:off x="3767328" y="2990088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7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1336" y="3022092"/>
            <a:ext cx="118872" cy="118872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3977640" y="299008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sp>
        <p:nvSpPr>
          <p:cNvPr id="78" name="Shape 66"/>
          <p:cNvSpPr/>
          <p:nvPr/>
        </p:nvSpPr>
        <p:spPr>
          <a:xfrm>
            <a:off x="4709160" y="3209544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9" name="Shape 67"/>
          <p:cNvSpPr/>
          <p:nvPr/>
        </p:nvSpPr>
        <p:spPr>
          <a:xfrm>
            <a:off x="4914907" y="3008376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80" name="Text 68"/>
          <p:cNvSpPr txBox="1"/>
          <p:nvPr/>
        </p:nvSpPr>
        <p:spPr>
          <a:xfrm>
            <a:off x="4663440" y="283464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1.392</a:t>
            </a:r>
            <a:endParaRPr lang="en-US" sz="800" dirty="0"/>
          </a:p>
        </p:txBody>
      </p:sp>
      <p:sp>
        <p:nvSpPr>
          <p:cNvPr id="81" name="Text 69"/>
          <p:cNvSpPr txBox="1"/>
          <p:nvPr/>
        </p:nvSpPr>
        <p:spPr>
          <a:xfrm>
            <a:off x="4663440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▲30%</a:t>
            </a:r>
            <a:endParaRPr lang="en-US" sz="680" dirty="0"/>
          </a:p>
        </p:txBody>
      </p:sp>
      <p:sp>
        <p:nvSpPr>
          <p:cNvPr id="82" name="Shape 70"/>
          <p:cNvSpPr/>
          <p:nvPr/>
        </p:nvSpPr>
        <p:spPr>
          <a:xfrm>
            <a:off x="5624380" y="3130782"/>
            <a:ext cx="297979" cy="787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83" name="Text 71"/>
          <p:cNvSpPr txBox="1"/>
          <p:nvPr/>
        </p:nvSpPr>
        <p:spPr>
          <a:xfrm>
            <a:off x="5372913" y="295704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545</a:t>
            </a:r>
            <a:endParaRPr lang="en-US" sz="800" dirty="0"/>
          </a:p>
        </p:txBody>
      </p:sp>
      <p:sp>
        <p:nvSpPr>
          <p:cNvPr id="84" name="Text 72"/>
          <p:cNvSpPr txBox="1"/>
          <p:nvPr/>
        </p:nvSpPr>
        <p:spPr>
          <a:xfrm>
            <a:off x="5372913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85" name="Shape 73"/>
          <p:cNvSpPr/>
          <p:nvPr/>
        </p:nvSpPr>
        <p:spPr>
          <a:xfrm>
            <a:off x="6333853" y="3057078"/>
            <a:ext cx="297979" cy="1524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86" name="Text 74"/>
          <p:cNvSpPr txBox="1"/>
          <p:nvPr/>
        </p:nvSpPr>
        <p:spPr>
          <a:xfrm>
            <a:off x="6082386" y="288334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1.055</a:t>
            </a:r>
            <a:endParaRPr lang="en-US" sz="900" dirty="0"/>
          </a:p>
        </p:txBody>
      </p:sp>
      <p:sp>
        <p:nvSpPr>
          <p:cNvPr id="87" name="Text 75"/>
          <p:cNvSpPr txBox="1"/>
          <p:nvPr/>
        </p:nvSpPr>
        <p:spPr>
          <a:xfrm>
            <a:off x="6082386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▲94%</a:t>
            </a:r>
            <a:endParaRPr lang="en-US" sz="680" dirty="0"/>
          </a:p>
        </p:txBody>
      </p:sp>
      <p:sp>
        <p:nvSpPr>
          <p:cNvPr id="88" name="Shape 76"/>
          <p:cNvSpPr/>
          <p:nvPr/>
        </p:nvSpPr>
        <p:spPr>
          <a:xfrm>
            <a:off x="7020458" y="3209544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9" name="Shape 77"/>
          <p:cNvSpPr/>
          <p:nvPr/>
        </p:nvSpPr>
        <p:spPr>
          <a:xfrm>
            <a:off x="7226206" y="3031289"/>
            <a:ext cx="297979" cy="1782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90" name="Text 78"/>
          <p:cNvSpPr txBox="1"/>
          <p:nvPr/>
        </p:nvSpPr>
        <p:spPr>
          <a:xfrm>
            <a:off x="6974738" y="28575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355,92</a:t>
            </a:r>
            <a:endParaRPr lang="en-US" sz="800" dirty="0"/>
          </a:p>
        </p:txBody>
      </p:sp>
      <p:sp>
        <p:nvSpPr>
          <p:cNvPr id="91" name="Text 79"/>
          <p:cNvSpPr txBox="1"/>
          <p:nvPr/>
        </p:nvSpPr>
        <p:spPr>
          <a:xfrm>
            <a:off x="6974738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92" name="Shape 80"/>
          <p:cNvSpPr/>
          <p:nvPr/>
        </p:nvSpPr>
        <p:spPr>
          <a:xfrm>
            <a:off x="7935678" y="3008376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93" name="Text 81"/>
          <p:cNvSpPr txBox="1"/>
          <p:nvPr/>
        </p:nvSpPr>
        <p:spPr>
          <a:xfrm>
            <a:off x="7684211" y="283464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401,67</a:t>
            </a:r>
            <a:endParaRPr lang="en-US" sz="800" dirty="0"/>
          </a:p>
        </p:txBody>
      </p:sp>
      <p:sp>
        <p:nvSpPr>
          <p:cNvPr id="94" name="Text 82"/>
          <p:cNvSpPr txBox="1"/>
          <p:nvPr/>
        </p:nvSpPr>
        <p:spPr>
          <a:xfrm>
            <a:off x="7684211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95" name="Shape 83"/>
          <p:cNvSpPr/>
          <p:nvPr/>
        </p:nvSpPr>
        <p:spPr>
          <a:xfrm>
            <a:off x="8645151" y="3021608"/>
            <a:ext cx="297979" cy="18793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96" name="Text 84"/>
          <p:cNvSpPr txBox="1"/>
          <p:nvPr/>
        </p:nvSpPr>
        <p:spPr>
          <a:xfrm>
            <a:off x="8393684" y="284787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375,25</a:t>
            </a:r>
            <a:endParaRPr lang="en-US" sz="900" dirty="0"/>
          </a:p>
        </p:txBody>
      </p:sp>
      <p:sp>
        <p:nvSpPr>
          <p:cNvPr id="97" name="Text 85"/>
          <p:cNvSpPr txBox="1"/>
          <p:nvPr/>
        </p:nvSpPr>
        <p:spPr>
          <a:xfrm>
            <a:off x="8393684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▼7%</a:t>
            </a:r>
            <a:endParaRPr lang="en-US" sz="680" dirty="0"/>
          </a:p>
        </p:txBody>
      </p:sp>
      <p:sp>
        <p:nvSpPr>
          <p:cNvPr id="98" name="Shape 86"/>
          <p:cNvSpPr/>
          <p:nvPr/>
        </p:nvSpPr>
        <p:spPr>
          <a:xfrm>
            <a:off x="9331757" y="3209544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9" name="Shape 87"/>
          <p:cNvSpPr/>
          <p:nvPr/>
        </p:nvSpPr>
        <p:spPr>
          <a:xfrm>
            <a:off x="9537504" y="3034797"/>
            <a:ext cx="297979" cy="1747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9286037" y="286106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94,25</a:t>
            </a:r>
            <a:endParaRPr lang="en-US" sz="800" dirty="0"/>
          </a:p>
        </p:txBody>
      </p:sp>
      <p:sp>
        <p:nvSpPr>
          <p:cNvPr id="101" name="Text 89"/>
          <p:cNvSpPr txBox="1"/>
          <p:nvPr/>
        </p:nvSpPr>
        <p:spPr>
          <a:xfrm>
            <a:off x="9286037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▼38%</a:t>
            </a:r>
            <a:endParaRPr lang="en-US" sz="680" dirty="0"/>
          </a:p>
        </p:txBody>
      </p:sp>
      <p:sp>
        <p:nvSpPr>
          <p:cNvPr id="102" name="Shape 90"/>
          <p:cNvSpPr/>
          <p:nvPr/>
        </p:nvSpPr>
        <p:spPr>
          <a:xfrm>
            <a:off x="10246977" y="3008376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03" name="Text 91"/>
          <p:cNvSpPr txBox="1"/>
          <p:nvPr/>
        </p:nvSpPr>
        <p:spPr>
          <a:xfrm>
            <a:off x="9995510" y="283464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108,50</a:t>
            </a:r>
            <a:endParaRPr lang="en-US" sz="800" dirty="0"/>
          </a:p>
        </p:txBody>
      </p:sp>
      <p:sp>
        <p:nvSpPr>
          <p:cNvPr id="104" name="Text 92"/>
          <p:cNvSpPr txBox="1"/>
          <p:nvPr/>
        </p:nvSpPr>
        <p:spPr>
          <a:xfrm>
            <a:off x="9995510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▲15%</a:t>
            </a:r>
            <a:endParaRPr lang="en-US" sz="680" dirty="0"/>
          </a:p>
        </p:txBody>
      </p:sp>
      <p:sp>
        <p:nvSpPr>
          <p:cNvPr id="105" name="Shape 93"/>
          <p:cNvSpPr/>
          <p:nvPr/>
        </p:nvSpPr>
        <p:spPr>
          <a:xfrm>
            <a:off x="10956450" y="3053801"/>
            <a:ext cx="297979" cy="15574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06" name="Text 94"/>
          <p:cNvSpPr txBox="1"/>
          <p:nvPr/>
        </p:nvSpPr>
        <p:spPr>
          <a:xfrm>
            <a:off x="10704982" y="288006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84,00</a:t>
            </a:r>
            <a:endParaRPr lang="en-US" sz="900" dirty="0"/>
          </a:p>
        </p:txBody>
      </p:sp>
      <p:sp>
        <p:nvSpPr>
          <p:cNvPr id="107" name="Text 95"/>
          <p:cNvSpPr txBox="1"/>
          <p:nvPr/>
        </p:nvSpPr>
        <p:spPr>
          <a:xfrm>
            <a:off x="10704982" y="3227832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108" name="Shape 96"/>
          <p:cNvSpPr/>
          <p:nvPr/>
        </p:nvSpPr>
        <p:spPr>
          <a:xfrm>
            <a:off x="621792" y="3410712"/>
            <a:ext cx="10948111" cy="585216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0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3493008"/>
            <a:ext cx="299037" cy="420624"/>
          </a:xfrm>
          <a:prstGeom prst="rect">
            <a:avLst/>
          </a:prstGeom>
        </p:spPr>
      </p:pic>
      <p:sp>
        <p:nvSpPr>
          <p:cNvPr id="110" name="Text 97"/>
          <p:cNvSpPr txBox="1"/>
          <p:nvPr/>
        </p:nvSpPr>
        <p:spPr>
          <a:xfrm>
            <a:off x="1225296" y="358444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111" name="Shape 98"/>
          <p:cNvSpPr/>
          <p:nvPr/>
        </p:nvSpPr>
        <p:spPr>
          <a:xfrm>
            <a:off x="2798064" y="36118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11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643884"/>
            <a:ext cx="118872" cy="118872"/>
          </a:xfrm>
          <a:prstGeom prst="rect">
            <a:avLst/>
          </a:prstGeom>
        </p:spPr>
      </p:pic>
      <p:sp>
        <p:nvSpPr>
          <p:cNvPr id="113" name="Text 99"/>
          <p:cNvSpPr txBox="1"/>
          <p:nvPr/>
        </p:nvSpPr>
        <p:spPr>
          <a:xfrm>
            <a:off x="3008376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 TIDAK SEHAT</a:t>
            </a:r>
            <a:endParaRPr lang="en-US" sz="660" dirty="0"/>
          </a:p>
        </p:txBody>
      </p:sp>
      <p:sp>
        <p:nvSpPr>
          <p:cNvPr id="114" name="Shape 100"/>
          <p:cNvSpPr/>
          <p:nvPr/>
        </p:nvSpPr>
        <p:spPr>
          <a:xfrm>
            <a:off x="3767328" y="36118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3643884"/>
            <a:ext cx="118872" cy="118872"/>
          </a:xfrm>
          <a:prstGeom prst="rect">
            <a:avLst/>
          </a:prstGeom>
        </p:spPr>
      </p:pic>
      <p:sp>
        <p:nvSpPr>
          <p:cNvPr id="116" name="Text 101"/>
          <p:cNvSpPr txBox="1"/>
          <p:nvPr/>
        </p:nvSpPr>
        <p:spPr>
          <a:xfrm>
            <a:off x="3977640" y="36118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sp>
        <p:nvSpPr>
          <p:cNvPr id="117" name="Shape 102"/>
          <p:cNvSpPr/>
          <p:nvPr/>
        </p:nvSpPr>
        <p:spPr>
          <a:xfrm>
            <a:off x="4709160" y="38313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18" name="Shape 103"/>
          <p:cNvSpPr/>
          <p:nvPr/>
        </p:nvSpPr>
        <p:spPr>
          <a:xfrm>
            <a:off x="4914907" y="3690141"/>
            <a:ext cx="297979" cy="14119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19" name="Text 104"/>
          <p:cNvSpPr txBox="1"/>
          <p:nvPr/>
        </p:nvSpPr>
        <p:spPr>
          <a:xfrm>
            <a:off x="4663440" y="351640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711</a:t>
            </a:r>
            <a:endParaRPr lang="en-US" sz="800" dirty="0"/>
          </a:p>
        </p:txBody>
      </p:sp>
      <p:sp>
        <p:nvSpPr>
          <p:cNvPr id="120" name="Text 105"/>
          <p:cNvSpPr txBox="1"/>
          <p:nvPr/>
        </p:nvSpPr>
        <p:spPr>
          <a:xfrm>
            <a:off x="4663440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▲56%</a:t>
            </a:r>
            <a:endParaRPr lang="en-US" sz="680" dirty="0"/>
          </a:p>
        </p:txBody>
      </p:sp>
      <p:sp>
        <p:nvSpPr>
          <p:cNvPr id="121" name="Shape 106"/>
          <p:cNvSpPr/>
          <p:nvPr/>
        </p:nvSpPr>
        <p:spPr>
          <a:xfrm>
            <a:off x="5624380" y="3630168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22" name="Text 107"/>
          <p:cNvSpPr txBox="1"/>
          <p:nvPr/>
        </p:nvSpPr>
        <p:spPr>
          <a:xfrm>
            <a:off x="5372913" y="34564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1.013</a:t>
            </a:r>
            <a:endParaRPr lang="en-US" sz="800" dirty="0"/>
          </a:p>
        </p:txBody>
      </p:sp>
      <p:sp>
        <p:nvSpPr>
          <p:cNvPr id="123" name="Text 108"/>
          <p:cNvSpPr txBox="1"/>
          <p:nvPr/>
        </p:nvSpPr>
        <p:spPr>
          <a:xfrm>
            <a:off x="5372913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▲42%</a:t>
            </a:r>
            <a:endParaRPr lang="en-US" sz="680" dirty="0"/>
          </a:p>
        </p:txBody>
      </p:sp>
      <p:sp>
        <p:nvSpPr>
          <p:cNvPr id="124" name="Shape 109"/>
          <p:cNvSpPr/>
          <p:nvPr/>
        </p:nvSpPr>
        <p:spPr>
          <a:xfrm>
            <a:off x="6333853" y="3653403"/>
            <a:ext cx="297979" cy="17793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25" name="Text 110"/>
          <p:cNvSpPr txBox="1"/>
          <p:nvPr/>
        </p:nvSpPr>
        <p:spPr>
          <a:xfrm>
            <a:off x="6082386" y="347966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896</a:t>
            </a:r>
            <a:endParaRPr lang="en-US" sz="900" dirty="0"/>
          </a:p>
        </p:txBody>
      </p:sp>
      <p:sp>
        <p:nvSpPr>
          <p:cNvPr id="126" name="Text 111"/>
          <p:cNvSpPr txBox="1"/>
          <p:nvPr/>
        </p:nvSpPr>
        <p:spPr>
          <a:xfrm>
            <a:off x="6082386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127" name="Shape 112"/>
          <p:cNvSpPr/>
          <p:nvPr/>
        </p:nvSpPr>
        <p:spPr>
          <a:xfrm>
            <a:off x="7020458" y="38313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8" name="Shape 113"/>
          <p:cNvSpPr/>
          <p:nvPr/>
        </p:nvSpPr>
        <p:spPr>
          <a:xfrm>
            <a:off x="7226206" y="3730522"/>
            <a:ext cx="297979" cy="10081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29" name="Text 114"/>
          <p:cNvSpPr txBox="1"/>
          <p:nvPr/>
        </p:nvSpPr>
        <p:spPr>
          <a:xfrm>
            <a:off x="6974738" y="355678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30,64</a:t>
            </a:r>
            <a:endParaRPr lang="en-US" sz="800" dirty="0"/>
          </a:p>
        </p:txBody>
      </p:sp>
      <p:sp>
        <p:nvSpPr>
          <p:cNvPr id="130" name="Text 115"/>
          <p:cNvSpPr txBox="1"/>
          <p:nvPr/>
        </p:nvSpPr>
        <p:spPr>
          <a:xfrm>
            <a:off x="6974738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▼63%</a:t>
            </a:r>
            <a:endParaRPr lang="en-US" sz="680" dirty="0"/>
          </a:p>
        </p:txBody>
      </p:sp>
      <p:sp>
        <p:nvSpPr>
          <p:cNvPr id="131" name="Shape 116"/>
          <p:cNvSpPr/>
          <p:nvPr/>
        </p:nvSpPr>
        <p:spPr>
          <a:xfrm>
            <a:off x="7935678" y="3639019"/>
            <a:ext cx="297979" cy="19231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32" name="Text 117"/>
          <p:cNvSpPr txBox="1"/>
          <p:nvPr/>
        </p:nvSpPr>
        <p:spPr>
          <a:xfrm>
            <a:off x="7684211" y="346528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58,45</a:t>
            </a:r>
            <a:endParaRPr lang="en-US" sz="800" dirty="0"/>
          </a:p>
        </p:txBody>
      </p:sp>
      <p:sp>
        <p:nvSpPr>
          <p:cNvPr id="133" name="Text 118"/>
          <p:cNvSpPr txBox="1"/>
          <p:nvPr/>
        </p:nvSpPr>
        <p:spPr>
          <a:xfrm>
            <a:off x="7684211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▲91%</a:t>
            </a:r>
            <a:endParaRPr lang="en-US" sz="680" dirty="0"/>
          </a:p>
        </p:txBody>
      </p:sp>
      <p:sp>
        <p:nvSpPr>
          <p:cNvPr id="134" name="Shape 119"/>
          <p:cNvSpPr/>
          <p:nvPr/>
        </p:nvSpPr>
        <p:spPr>
          <a:xfrm>
            <a:off x="8645151" y="3630168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35" name="Text 120"/>
          <p:cNvSpPr txBox="1"/>
          <p:nvPr/>
        </p:nvSpPr>
        <p:spPr>
          <a:xfrm>
            <a:off x="8393684" y="34564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61,14</a:t>
            </a:r>
            <a:endParaRPr lang="en-US" sz="900" dirty="0"/>
          </a:p>
        </p:txBody>
      </p:sp>
      <p:sp>
        <p:nvSpPr>
          <p:cNvPr id="136" name="Text 121"/>
          <p:cNvSpPr txBox="1"/>
          <p:nvPr/>
        </p:nvSpPr>
        <p:spPr>
          <a:xfrm>
            <a:off x="8393684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▲5%</a:t>
            </a:r>
            <a:endParaRPr lang="en-US" sz="680" dirty="0"/>
          </a:p>
        </p:txBody>
      </p:sp>
      <p:sp>
        <p:nvSpPr>
          <p:cNvPr id="137" name="Shape 122"/>
          <p:cNvSpPr/>
          <p:nvPr/>
        </p:nvSpPr>
        <p:spPr>
          <a:xfrm>
            <a:off x="9331757" y="38313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8" name="Shape 123"/>
          <p:cNvSpPr/>
          <p:nvPr/>
        </p:nvSpPr>
        <p:spPr>
          <a:xfrm>
            <a:off x="9537504" y="3750869"/>
            <a:ext cx="297979" cy="804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39" name="Text 124"/>
          <p:cNvSpPr txBox="1"/>
          <p:nvPr/>
        </p:nvSpPr>
        <p:spPr>
          <a:xfrm>
            <a:off x="9286037" y="357713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3,00</a:t>
            </a:r>
            <a:endParaRPr lang="en-US" sz="800" dirty="0"/>
          </a:p>
        </p:txBody>
      </p:sp>
      <p:sp>
        <p:nvSpPr>
          <p:cNvPr id="140" name="Text 125"/>
          <p:cNvSpPr txBox="1"/>
          <p:nvPr/>
        </p:nvSpPr>
        <p:spPr>
          <a:xfrm>
            <a:off x="9286037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▼73%</a:t>
            </a:r>
            <a:endParaRPr lang="en-US" sz="680" dirty="0"/>
          </a:p>
        </p:txBody>
      </p:sp>
      <p:sp>
        <p:nvSpPr>
          <p:cNvPr id="141" name="Shape 126"/>
          <p:cNvSpPr/>
          <p:nvPr/>
        </p:nvSpPr>
        <p:spPr>
          <a:xfrm>
            <a:off x="10246977" y="3630168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42" name="Text 127"/>
          <p:cNvSpPr txBox="1"/>
          <p:nvPr/>
        </p:nvSpPr>
        <p:spPr>
          <a:xfrm>
            <a:off x="9995510" y="345643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7,50</a:t>
            </a:r>
            <a:endParaRPr lang="en-US" sz="800" dirty="0"/>
          </a:p>
        </p:txBody>
      </p:sp>
      <p:sp>
        <p:nvSpPr>
          <p:cNvPr id="143" name="Text 128"/>
          <p:cNvSpPr txBox="1"/>
          <p:nvPr/>
        </p:nvSpPr>
        <p:spPr>
          <a:xfrm>
            <a:off x="9995510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144" name="Shape 129"/>
          <p:cNvSpPr/>
          <p:nvPr/>
        </p:nvSpPr>
        <p:spPr>
          <a:xfrm>
            <a:off x="10956450" y="3731557"/>
            <a:ext cx="297979" cy="9977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45" name="Text 130"/>
          <p:cNvSpPr txBox="1"/>
          <p:nvPr/>
        </p:nvSpPr>
        <p:spPr>
          <a:xfrm>
            <a:off x="10704982" y="355782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3,72</a:t>
            </a:r>
            <a:endParaRPr lang="en-US" sz="900" dirty="0"/>
          </a:p>
        </p:txBody>
      </p:sp>
      <p:sp>
        <p:nvSpPr>
          <p:cNvPr id="146" name="Text 131"/>
          <p:cNvSpPr txBox="1"/>
          <p:nvPr/>
        </p:nvSpPr>
        <p:spPr>
          <a:xfrm>
            <a:off x="10704982" y="3849624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▼50%</a:t>
            </a:r>
            <a:endParaRPr lang="en-US" sz="680" dirty="0"/>
          </a:p>
        </p:txBody>
      </p:sp>
      <p:pic>
        <p:nvPicPr>
          <p:cNvPr id="1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735" y="4114800"/>
            <a:ext cx="404193" cy="420624"/>
          </a:xfrm>
          <a:prstGeom prst="rect">
            <a:avLst/>
          </a:prstGeom>
        </p:spPr>
      </p:pic>
      <p:sp>
        <p:nvSpPr>
          <p:cNvPr id="148" name="Text 132"/>
          <p:cNvSpPr txBox="1"/>
          <p:nvPr/>
        </p:nvSpPr>
        <p:spPr>
          <a:xfrm>
            <a:off x="1225296" y="4206240"/>
            <a:ext cx="5413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1200" dirty="0"/>
          </a:p>
        </p:txBody>
      </p:sp>
      <p:sp>
        <p:nvSpPr>
          <p:cNvPr id="149" name="Shape 133"/>
          <p:cNvSpPr/>
          <p:nvPr/>
        </p:nvSpPr>
        <p:spPr>
          <a:xfrm>
            <a:off x="2798064" y="4233672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1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62072" y="4265676"/>
            <a:ext cx="118872" cy="118872"/>
          </a:xfrm>
          <a:prstGeom prst="rect">
            <a:avLst/>
          </a:prstGeom>
        </p:spPr>
      </p:pic>
      <p:sp>
        <p:nvSpPr>
          <p:cNvPr id="151" name="Text 134"/>
          <p:cNvSpPr txBox="1"/>
          <p:nvPr/>
        </p:nvSpPr>
        <p:spPr>
          <a:xfrm>
            <a:off x="3008376" y="42336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334 BERBAHAYA</a:t>
            </a:r>
            <a:endParaRPr lang="en-US" sz="660" dirty="0"/>
          </a:p>
        </p:txBody>
      </p:sp>
      <p:sp>
        <p:nvSpPr>
          <p:cNvPr id="152" name="Shape 135"/>
          <p:cNvSpPr/>
          <p:nvPr/>
        </p:nvSpPr>
        <p:spPr>
          <a:xfrm>
            <a:off x="3767328" y="4233672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1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31336" y="4265676"/>
            <a:ext cx="118872" cy="118872"/>
          </a:xfrm>
          <a:prstGeom prst="rect">
            <a:avLst/>
          </a:prstGeom>
        </p:spPr>
      </p:pic>
      <p:sp>
        <p:nvSpPr>
          <p:cNvPr id="154" name="Text 136"/>
          <p:cNvSpPr txBox="1"/>
          <p:nvPr/>
        </p:nvSpPr>
        <p:spPr>
          <a:xfrm>
            <a:off x="3977640" y="4233672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HUJAN</a:t>
            </a:r>
            <a:endParaRPr lang="en-US" sz="660" dirty="0"/>
          </a:p>
        </p:txBody>
      </p:sp>
      <p:sp>
        <p:nvSpPr>
          <p:cNvPr id="155" name="Shape 137"/>
          <p:cNvSpPr/>
          <p:nvPr/>
        </p:nvSpPr>
        <p:spPr>
          <a:xfrm>
            <a:off x="4709160" y="4453128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6" name="Shape 138"/>
          <p:cNvSpPr/>
          <p:nvPr/>
        </p:nvSpPr>
        <p:spPr>
          <a:xfrm>
            <a:off x="4914907" y="4427761"/>
            <a:ext cx="297979" cy="253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57" name="Text 139"/>
          <p:cNvSpPr txBox="1"/>
          <p:nvPr/>
        </p:nvSpPr>
        <p:spPr>
          <a:xfrm>
            <a:off x="4663440" y="42540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158" name="Text 140"/>
          <p:cNvSpPr txBox="1"/>
          <p:nvPr/>
        </p:nvSpPr>
        <p:spPr>
          <a:xfrm>
            <a:off x="4663440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▼78%</a:t>
            </a:r>
            <a:endParaRPr lang="en-US" sz="680" dirty="0"/>
          </a:p>
        </p:txBody>
      </p:sp>
      <p:sp>
        <p:nvSpPr>
          <p:cNvPr id="159" name="Shape 141"/>
          <p:cNvSpPr/>
          <p:nvPr/>
        </p:nvSpPr>
        <p:spPr>
          <a:xfrm>
            <a:off x="5624380" y="4251960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0" name="Text 142"/>
          <p:cNvSpPr txBox="1"/>
          <p:nvPr/>
        </p:nvSpPr>
        <p:spPr>
          <a:xfrm>
            <a:off x="5372913" y="407822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341</a:t>
            </a:r>
            <a:endParaRPr lang="en-US" sz="800" dirty="0"/>
          </a:p>
        </p:txBody>
      </p:sp>
      <p:sp>
        <p:nvSpPr>
          <p:cNvPr id="161" name="Text 143"/>
          <p:cNvSpPr txBox="1"/>
          <p:nvPr/>
        </p:nvSpPr>
        <p:spPr>
          <a:xfrm>
            <a:off x="5372913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▲693%</a:t>
            </a:r>
            <a:endParaRPr lang="en-US" sz="680" dirty="0"/>
          </a:p>
        </p:txBody>
      </p:sp>
      <p:sp>
        <p:nvSpPr>
          <p:cNvPr id="162" name="Shape 144"/>
          <p:cNvSpPr/>
          <p:nvPr/>
        </p:nvSpPr>
        <p:spPr>
          <a:xfrm>
            <a:off x="6333853" y="4407703"/>
            <a:ext cx="297979" cy="4542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63" name="Text 145"/>
          <p:cNvSpPr txBox="1"/>
          <p:nvPr/>
        </p:nvSpPr>
        <p:spPr>
          <a:xfrm>
            <a:off x="6082386" y="423396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</a:t>
            </a:r>
            <a:endParaRPr lang="en-US" sz="900" dirty="0"/>
          </a:p>
        </p:txBody>
      </p:sp>
      <p:sp>
        <p:nvSpPr>
          <p:cNvPr id="164" name="Text 146"/>
          <p:cNvSpPr txBox="1"/>
          <p:nvPr/>
        </p:nvSpPr>
        <p:spPr>
          <a:xfrm>
            <a:off x="6082386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165" name="Shape 147"/>
          <p:cNvSpPr/>
          <p:nvPr/>
        </p:nvSpPr>
        <p:spPr>
          <a:xfrm>
            <a:off x="7020458" y="4453128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6" name="Shape 148"/>
          <p:cNvSpPr/>
          <p:nvPr/>
        </p:nvSpPr>
        <p:spPr>
          <a:xfrm>
            <a:off x="7226206" y="4251960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7" name="Text 149"/>
          <p:cNvSpPr txBox="1"/>
          <p:nvPr/>
        </p:nvSpPr>
        <p:spPr>
          <a:xfrm>
            <a:off x="6974738" y="407822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99,00</a:t>
            </a:r>
            <a:endParaRPr lang="en-US" sz="800" dirty="0"/>
          </a:p>
        </p:txBody>
      </p:sp>
      <p:sp>
        <p:nvSpPr>
          <p:cNvPr id="168" name="Text 150"/>
          <p:cNvSpPr txBox="1"/>
          <p:nvPr/>
        </p:nvSpPr>
        <p:spPr>
          <a:xfrm>
            <a:off x="6974738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169" name="Shape 151"/>
          <p:cNvSpPr/>
          <p:nvPr/>
        </p:nvSpPr>
        <p:spPr>
          <a:xfrm>
            <a:off x="7935678" y="4257040"/>
            <a:ext cx="297979" cy="1960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70" name="Text 152"/>
          <p:cNvSpPr txBox="1"/>
          <p:nvPr/>
        </p:nvSpPr>
        <p:spPr>
          <a:xfrm>
            <a:off x="7684211" y="408330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96,50</a:t>
            </a:r>
            <a:endParaRPr lang="en-US" sz="800" dirty="0"/>
          </a:p>
        </p:txBody>
      </p:sp>
      <p:sp>
        <p:nvSpPr>
          <p:cNvPr id="171" name="Text 153"/>
          <p:cNvSpPr txBox="1"/>
          <p:nvPr/>
        </p:nvSpPr>
        <p:spPr>
          <a:xfrm>
            <a:off x="7684211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▼3%</a:t>
            </a:r>
            <a:endParaRPr lang="en-US" sz="680" dirty="0"/>
          </a:p>
        </p:txBody>
      </p:sp>
      <p:sp>
        <p:nvSpPr>
          <p:cNvPr id="172" name="Shape 154"/>
          <p:cNvSpPr/>
          <p:nvPr/>
        </p:nvSpPr>
        <p:spPr>
          <a:xfrm>
            <a:off x="8645151" y="4252976"/>
            <a:ext cx="297979" cy="2001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3" name="Text 155"/>
          <p:cNvSpPr txBox="1"/>
          <p:nvPr/>
        </p:nvSpPr>
        <p:spPr>
          <a:xfrm>
            <a:off x="8393684" y="407924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98,50</a:t>
            </a:r>
            <a:endParaRPr lang="en-US" sz="900" dirty="0"/>
          </a:p>
        </p:txBody>
      </p:sp>
      <p:sp>
        <p:nvSpPr>
          <p:cNvPr id="174" name="Text 156"/>
          <p:cNvSpPr txBox="1"/>
          <p:nvPr/>
        </p:nvSpPr>
        <p:spPr>
          <a:xfrm>
            <a:off x="8393684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175" name="Shape 157"/>
          <p:cNvSpPr/>
          <p:nvPr/>
        </p:nvSpPr>
        <p:spPr>
          <a:xfrm>
            <a:off x="9331757" y="4453128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6" name="Shape 158"/>
          <p:cNvSpPr/>
          <p:nvPr/>
        </p:nvSpPr>
        <p:spPr>
          <a:xfrm>
            <a:off x="9537504" y="4254834"/>
            <a:ext cx="297979" cy="19829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7" name="Text 159"/>
          <p:cNvSpPr txBox="1"/>
          <p:nvPr/>
        </p:nvSpPr>
        <p:spPr>
          <a:xfrm>
            <a:off x="9286037" y="408109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69,00</a:t>
            </a:r>
            <a:endParaRPr lang="en-US" sz="800" dirty="0"/>
          </a:p>
        </p:txBody>
      </p:sp>
      <p:sp>
        <p:nvSpPr>
          <p:cNvPr id="178" name="Text 160"/>
          <p:cNvSpPr txBox="1"/>
          <p:nvPr/>
        </p:nvSpPr>
        <p:spPr>
          <a:xfrm>
            <a:off x="9286037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179" name="Shape 161"/>
          <p:cNvSpPr/>
          <p:nvPr/>
        </p:nvSpPr>
        <p:spPr>
          <a:xfrm>
            <a:off x="10246977" y="4267766"/>
            <a:ext cx="297979" cy="1853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80" name="Text 162"/>
          <p:cNvSpPr txBox="1"/>
          <p:nvPr/>
        </p:nvSpPr>
        <p:spPr>
          <a:xfrm>
            <a:off x="9995510" y="409403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64,50</a:t>
            </a:r>
            <a:endParaRPr lang="en-US" sz="800" dirty="0"/>
          </a:p>
        </p:txBody>
      </p:sp>
      <p:sp>
        <p:nvSpPr>
          <p:cNvPr id="181" name="Text 163"/>
          <p:cNvSpPr txBox="1"/>
          <p:nvPr/>
        </p:nvSpPr>
        <p:spPr>
          <a:xfrm>
            <a:off x="9995510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▼7%</a:t>
            </a:r>
            <a:endParaRPr lang="en-US" sz="680" dirty="0"/>
          </a:p>
        </p:txBody>
      </p:sp>
      <p:sp>
        <p:nvSpPr>
          <p:cNvPr id="182" name="Shape 164"/>
          <p:cNvSpPr/>
          <p:nvPr/>
        </p:nvSpPr>
        <p:spPr>
          <a:xfrm>
            <a:off x="10956450" y="4251960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3" name="Text 165"/>
          <p:cNvSpPr txBox="1"/>
          <p:nvPr/>
        </p:nvSpPr>
        <p:spPr>
          <a:xfrm>
            <a:off x="10704982" y="407822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70,00</a:t>
            </a:r>
            <a:endParaRPr lang="en-US" sz="900" dirty="0"/>
          </a:p>
        </p:txBody>
      </p:sp>
      <p:sp>
        <p:nvSpPr>
          <p:cNvPr id="184" name="Text 166"/>
          <p:cNvSpPr txBox="1"/>
          <p:nvPr/>
        </p:nvSpPr>
        <p:spPr>
          <a:xfrm>
            <a:off x="10704982" y="4471416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185" name="Shape 167"/>
          <p:cNvSpPr/>
          <p:nvPr/>
        </p:nvSpPr>
        <p:spPr>
          <a:xfrm>
            <a:off x="621792" y="4654296"/>
            <a:ext cx="10948111" cy="585216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8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4736592"/>
            <a:ext cx="308896" cy="420624"/>
          </a:xfrm>
          <a:prstGeom prst="rect">
            <a:avLst/>
          </a:prstGeom>
        </p:spPr>
      </p:pic>
      <p:sp>
        <p:nvSpPr>
          <p:cNvPr id="187" name="Text 168"/>
          <p:cNvSpPr txBox="1"/>
          <p:nvPr/>
        </p:nvSpPr>
        <p:spPr>
          <a:xfrm>
            <a:off x="1225296" y="4828032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188" name="Shape 169"/>
          <p:cNvSpPr/>
          <p:nvPr/>
        </p:nvSpPr>
        <p:spPr>
          <a:xfrm>
            <a:off x="2798064" y="485546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18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887468"/>
            <a:ext cx="118872" cy="118872"/>
          </a:xfrm>
          <a:prstGeom prst="rect">
            <a:avLst/>
          </a:prstGeom>
        </p:spPr>
      </p:pic>
      <p:sp>
        <p:nvSpPr>
          <p:cNvPr id="190" name="Text 170"/>
          <p:cNvSpPr txBox="1"/>
          <p:nvPr/>
        </p:nvSpPr>
        <p:spPr>
          <a:xfrm>
            <a:off x="3008376" y="48554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84</a:t>
            </a:r>
            <a:endParaRPr lang="en-US" sz="660" dirty="0"/>
          </a:p>
        </p:txBody>
      </p:sp>
      <p:sp>
        <p:nvSpPr>
          <p:cNvPr id="191" name="Shape 171"/>
          <p:cNvSpPr/>
          <p:nvPr/>
        </p:nvSpPr>
        <p:spPr>
          <a:xfrm>
            <a:off x="3767328" y="4855464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19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887468"/>
            <a:ext cx="118872" cy="118872"/>
          </a:xfrm>
          <a:prstGeom prst="rect">
            <a:avLst/>
          </a:prstGeom>
        </p:spPr>
      </p:pic>
      <p:sp>
        <p:nvSpPr>
          <p:cNvPr id="193" name="Text 172"/>
          <p:cNvSpPr txBox="1"/>
          <p:nvPr/>
        </p:nvSpPr>
        <p:spPr>
          <a:xfrm>
            <a:off x="3977640" y="485546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194" name="Shape 173"/>
          <p:cNvSpPr/>
          <p:nvPr/>
        </p:nvSpPr>
        <p:spPr>
          <a:xfrm>
            <a:off x="4709160" y="50749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95" name="Shape 174"/>
          <p:cNvSpPr/>
          <p:nvPr/>
        </p:nvSpPr>
        <p:spPr>
          <a:xfrm>
            <a:off x="4914907" y="4873752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6" name="Text 175"/>
          <p:cNvSpPr txBox="1"/>
          <p:nvPr/>
        </p:nvSpPr>
        <p:spPr>
          <a:xfrm>
            <a:off x="4663440" y="47000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836</a:t>
            </a:r>
            <a:endParaRPr lang="en-US" sz="800" dirty="0"/>
          </a:p>
        </p:txBody>
      </p:sp>
      <p:sp>
        <p:nvSpPr>
          <p:cNvPr id="197" name="Text 176"/>
          <p:cNvSpPr txBox="1"/>
          <p:nvPr/>
        </p:nvSpPr>
        <p:spPr>
          <a:xfrm>
            <a:off x="4663440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▲146%</a:t>
            </a:r>
            <a:endParaRPr lang="en-US" sz="680" dirty="0"/>
          </a:p>
        </p:txBody>
      </p:sp>
      <p:sp>
        <p:nvSpPr>
          <p:cNvPr id="198" name="Shape 177"/>
          <p:cNvSpPr/>
          <p:nvPr/>
        </p:nvSpPr>
        <p:spPr>
          <a:xfrm>
            <a:off x="5624380" y="4966636"/>
            <a:ext cx="297979" cy="10828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99" name="Text 178"/>
          <p:cNvSpPr txBox="1"/>
          <p:nvPr/>
        </p:nvSpPr>
        <p:spPr>
          <a:xfrm>
            <a:off x="5372913" y="479290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450</a:t>
            </a:r>
            <a:endParaRPr lang="en-US" sz="800" dirty="0"/>
          </a:p>
        </p:txBody>
      </p:sp>
      <p:sp>
        <p:nvSpPr>
          <p:cNvPr id="200" name="Text 179"/>
          <p:cNvSpPr txBox="1"/>
          <p:nvPr/>
        </p:nvSpPr>
        <p:spPr>
          <a:xfrm>
            <a:off x="5372913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201" name="Shape 180"/>
          <p:cNvSpPr/>
          <p:nvPr/>
        </p:nvSpPr>
        <p:spPr>
          <a:xfrm>
            <a:off x="6333853" y="5056632"/>
            <a:ext cx="297979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02" name="Text 181"/>
          <p:cNvSpPr txBox="1"/>
          <p:nvPr/>
        </p:nvSpPr>
        <p:spPr>
          <a:xfrm>
            <a:off x="6082386" y="488289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900" dirty="0"/>
          </a:p>
        </p:txBody>
      </p:sp>
      <p:sp>
        <p:nvSpPr>
          <p:cNvPr id="203" name="Text 182"/>
          <p:cNvSpPr txBox="1"/>
          <p:nvPr/>
        </p:nvSpPr>
        <p:spPr>
          <a:xfrm>
            <a:off x="6082386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▼97%</a:t>
            </a:r>
            <a:endParaRPr lang="en-US" sz="680" dirty="0"/>
          </a:p>
        </p:txBody>
      </p:sp>
      <p:sp>
        <p:nvSpPr>
          <p:cNvPr id="204" name="Shape 183"/>
          <p:cNvSpPr/>
          <p:nvPr/>
        </p:nvSpPr>
        <p:spPr>
          <a:xfrm>
            <a:off x="7020458" y="50749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5" name="Shape 184"/>
          <p:cNvSpPr/>
          <p:nvPr/>
        </p:nvSpPr>
        <p:spPr>
          <a:xfrm>
            <a:off x="7226206" y="4942046"/>
            <a:ext cx="297979" cy="1328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06" name="Text 185"/>
          <p:cNvSpPr txBox="1"/>
          <p:nvPr/>
        </p:nvSpPr>
        <p:spPr>
          <a:xfrm>
            <a:off x="6974738" y="476831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11,09</a:t>
            </a:r>
            <a:endParaRPr lang="en-US" sz="800" dirty="0"/>
          </a:p>
        </p:txBody>
      </p:sp>
      <p:sp>
        <p:nvSpPr>
          <p:cNvPr id="207" name="Text 186"/>
          <p:cNvSpPr txBox="1"/>
          <p:nvPr/>
        </p:nvSpPr>
        <p:spPr>
          <a:xfrm>
            <a:off x="6974738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▼7%</a:t>
            </a:r>
            <a:endParaRPr lang="en-US" sz="680" dirty="0"/>
          </a:p>
        </p:txBody>
      </p:sp>
      <p:sp>
        <p:nvSpPr>
          <p:cNvPr id="208" name="Shape 187"/>
          <p:cNvSpPr/>
          <p:nvPr/>
        </p:nvSpPr>
        <p:spPr>
          <a:xfrm>
            <a:off x="7935678" y="4932102"/>
            <a:ext cx="297979" cy="14281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9" name="Text 188"/>
          <p:cNvSpPr txBox="1"/>
          <p:nvPr/>
        </p:nvSpPr>
        <p:spPr>
          <a:xfrm>
            <a:off x="7684211" y="475836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11,92</a:t>
            </a:r>
            <a:endParaRPr lang="en-US" sz="800" dirty="0"/>
          </a:p>
        </p:txBody>
      </p:sp>
      <p:sp>
        <p:nvSpPr>
          <p:cNvPr id="210" name="Text 189"/>
          <p:cNvSpPr txBox="1"/>
          <p:nvPr/>
        </p:nvSpPr>
        <p:spPr>
          <a:xfrm>
            <a:off x="7684211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211" name="Shape 190"/>
          <p:cNvSpPr/>
          <p:nvPr/>
        </p:nvSpPr>
        <p:spPr>
          <a:xfrm>
            <a:off x="8645151" y="4873752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2" name="Text 191"/>
          <p:cNvSpPr txBox="1"/>
          <p:nvPr/>
        </p:nvSpPr>
        <p:spPr>
          <a:xfrm>
            <a:off x="8393684" y="47000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16,79</a:t>
            </a:r>
            <a:endParaRPr lang="en-US" sz="900" dirty="0"/>
          </a:p>
        </p:txBody>
      </p:sp>
      <p:sp>
        <p:nvSpPr>
          <p:cNvPr id="213" name="Text 192"/>
          <p:cNvSpPr txBox="1"/>
          <p:nvPr/>
        </p:nvSpPr>
        <p:spPr>
          <a:xfrm>
            <a:off x="8393684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▲41%</a:t>
            </a:r>
            <a:endParaRPr lang="en-US" sz="680" dirty="0"/>
          </a:p>
        </p:txBody>
      </p:sp>
      <p:sp>
        <p:nvSpPr>
          <p:cNvPr id="214" name="Shape 193"/>
          <p:cNvSpPr/>
          <p:nvPr/>
        </p:nvSpPr>
        <p:spPr>
          <a:xfrm>
            <a:off x="9331757" y="50749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5" name="Shape 194"/>
          <p:cNvSpPr/>
          <p:nvPr/>
        </p:nvSpPr>
        <p:spPr>
          <a:xfrm>
            <a:off x="9537504" y="4993167"/>
            <a:ext cx="297979" cy="8175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16" name="Text 195"/>
          <p:cNvSpPr txBox="1"/>
          <p:nvPr/>
        </p:nvSpPr>
        <p:spPr>
          <a:xfrm>
            <a:off x="9286037" y="481943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0,89</a:t>
            </a:r>
            <a:endParaRPr lang="en-US" sz="800" dirty="0"/>
          </a:p>
        </p:txBody>
      </p:sp>
      <p:sp>
        <p:nvSpPr>
          <p:cNvPr id="217" name="Text 196"/>
          <p:cNvSpPr txBox="1"/>
          <p:nvPr/>
        </p:nvSpPr>
        <p:spPr>
          <a:xfrm>
            <a:off x="9286037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▼36%</a:t>
            </a:r>
            <a:endParaRPr lang="en-US" sz="680" dirty="0"/>
          </a:p>
        </p:txBody>
      </p:sp>
      <p:sp>
        <p:nvSpPr>
          <p:cNvPr id="218" name="Shape 197"/>
          <p:cNvSpPr/>
          <p:nvPr/>
        </p:nvSpPr>
        <p:spPr>
          <a:xfrm>
            <a:off x="10246977" y="5056632"/>
            <a:ext cx="297979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19" name="Text 198"/>
          <p:cNvSpPr txBox="1"/>
          <p:nvPr/>
        </p:nvSpPr>
        <p:spPr>
          <a:xfrm>
            <a:off x="9995510" y="488289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0,19</a:t>
            </a:r>
            <a:endParaRPr lang="en-US" sz="800" dirty="0"/>
          </a:p>
        </p:txBody>
      </p:sp>
      <p:sp>
        <p:nvSpPr>
          <p:cNvPr id="220" name="Text 199"/>
          <p:cNvSpPr txBox="1"/>
          <p:nvPr/>
        </p:nvSpPr>
        <p:spPr>
          <a:xfrm>
            <a:off x="9995510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▼79%</a:t>
            </a:r>
            <a:endParaRPr lang="en-US" sz="680" dirty="0"/>
          </a:p>
        </p:txBody>
      </p:sp>
      <p:sp>
        <p:nvSpPr>
          <p:cNvPr id="221" name="Shape 200"/>
          <p:cNvSpPr/>
          <p:nvPr/>
        </p:nvSpPr>
        <p:spPr>
          <a:xfrm>
            <a:off x="10956450" y="4873752"/>
            <a:ext cx="297979" cy="20116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2" name="Text 201"/>
          <p:cNvSpPr txBox="1"/>
          <p:nvPr/>
        </p:nvSpPr>
        <p:spPr>
          <a:xfrm>
            <a:off x="10704982" y="47000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2,19</a:t>
            </a:r>
            <a:endParaRPr lang="en-US" sz="900" dirty="0"/>
          </a:p>
        </p:txBody>
      </p:sp>
      <p:sp>
        <p:nvSpPr>
          <p:cNvPr id="223" name="Text 202"/>
          <p:cNvSpPr txBox="1"/>
          <p:nvPr/>
        </p:nvSpPr>
        <p:spPr>
          <a:xfrm>
            <a:off x="10704982" y="50932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▲1.053%</a:t>
            </a:r>
            <a:endParaRPr lang="en-US" sz="680" dirty="0"/>
          </a:p>
        </p:txBody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5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466344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10.932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5372913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6.562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082386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4.125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6974738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993,74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7684211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1.021,03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393684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983,34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286037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568,30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999551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570,08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704982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481,26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20–22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*Hotspot berdasarkan GIS (Geographic Information System).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 Tambahan Prioritas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dan </a:t>
            </a:r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masuk; luasan belum padam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adalah ±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554,76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98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86218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 / TARGET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694944"/>
          </a:xfrm>
          <a:prstGeom prst="rect">
            <a:avLst/>
          </a:prstGeom>
          <a:solidFill>
            <a:srgbClr val="EAF4F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9" y="2304288"/>
            <a:ext cx="316505" cy="42062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25296" y="239572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2798064" y="24231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455164"/>
            <a:ext cx="118872" cy="1188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008376" y="24231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84</a:t>
            </a:r>
            <a:endParaRPr lang="en-US" sz="660" dirty="0"/>
          </a:p>
        </p:txBody>
      </p:sp>
      <p:sp>
        <p:nvSpPr>
          <p:cNvPr id="37" name="Shape 29"/>
          <p:cNvSpPr/>
          <p:nvPr/>
        </p:nvSpPr>
        <p:spPr>
          <a:xfrm>
            <a:off x="3767328" y="24231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2455164"/>
            <a:ext cx="118872" cy="11887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77640" y="24231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sp>
        <p:nvSpPr>
          <p:cNvPr id="40" name="Shape 31"/>
          <p:cNvSpPr/>
          <p:nvPr/>
        </p:nvSpPr>
        <p:spPr>
          <a:xfrm>
            <a:off x="4709160" y="269748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41" name="Shape 32"/>
          <p:cNvSpPr/>
          <p:nvPr/>
        </p:nvSpPr>
        <p:spPr>
          <a:xfrm>
            <a:off x="4914907" y="2403219"/>
            <a:ext cx="297979" cy="29426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4663440" y="222948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2.618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4663440" y="271576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44" name="Shape 35"/>
          <p:cNvSpPr/>
          <p:nvPr/>
        </p:nvSpPr>
        <p:spPr>
          <a:xfrm>
            <a:off x="5624380" y="2401645"/>
            <a:ext cx="297979" cy="29583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5372913" y="222790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2.632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5372913" y="271576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▲1%</a:t>
            </a:r>
            <a:endParaRPr lang="en-US" sz="680" dirty="0"/>
          </a:p>
        </p:txBody>
      </p:sp>
      <p:sp>
        <p:nvSpPr>
          <p:cNvPr id="47" name="Shape 38"/>
          <p:cNvSpPr/>
          <p:nvPr/>
        </p:nvSpPr>
        <p:spPr>
          <a:xfrm>
            <a:off x="6333853" y="238658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6082386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2.766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082386" y="271576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▲5%</a:t>
            </a:r>
            <a:endParaRPr lang="en-US" sz="680" dirty="0"/>
          </a:p>
        </p:txBody>
      </p:sp>
      <p:sp>
        <p:nvSpPr>
          <p:cNvPr id="50" name="Shape 41"/>
          <p:cNvSpPr/>
          <p:nvPr/>
        </p:nvSpPr>
        <p:spPr>
          <a:xfrm>
            <a:off x="7020458" y="269748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1" name="Shape 42"/>
          <p:cNvSpPr/>
          <p:nvPr/>
        </p:nvSpPr>
        <p:spPr>
          <a:xfrm>
            <a:off x="7226206" y="2386584"/>
            <a:ext cx="297979" cy="31089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974738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63,00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6974738" y="271576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4" name="Text 45"/>
          <p:cNvSpPr txBox="1"/>
          <p:nvPr/>
        </p:nvSpPr>
        <p:spPr>
          <a:xfrm>
            <a:off x="7729931" y="249631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8439404" y="249631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9331757" y="269748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7" name="Shape 48"/>
          <p:cNvSpPr/>
          <p:nvPr/>
        </p:nvSpPr>
        <p:spPr>
          <a:xfrm>
            <a:off x="9537504" y="2386584"/>
            <a:ext cx="297979" cy="31089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9286037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26,00</a:t>
            </a:r>
            <a:endParaRPr lang="en-US" sz="800" dirty="0"/>
          </a:p>
        </p:txBody>
      </p:sp>
      <p:sp>
        <p:nvSpPr>
          <p:cNvPr id="59" name="Text 50"/>
          <p:cNvSpPr txBox="1"/>
          <p:nvPr/>
        </p:nvSpPr>
        <p:spPr>
          <a:xfrm>
            <a:off x="9286037" y="271576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60" name="Text 51"/>
          <p:cNvSpPr txBox="1"/>
          <p:nvPr/>
        </p:nvSpPr>
        <p:spPr>
          <a:xfrm>
            <a:off x="10041230" y="249631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61" name="Text 52"/>
          <p:cNvSpPr txBox="1"/>
          <p:nvPr/>
        </p:nvSpPr>
        <p:spPr>
          <a:xfrm>
            <a:off x="10750702" y="249631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621792" y="2898648"/>
            <a:ext cx="10948111" cy="694944"/>
          </a:xfrm>
          <a:prstGeom prst="rect">
            <a:avLst/>
          </a:prstGeom>
          <a:solidFill>
            <a:srgbClr val="EAF4FD"/>
          </a:solidFill>
          <a:ln/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670" y="3035808"/>
            <a:ext cx="302324" cy="420624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1225296" y="312724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65" name="Shape 55"/>
          <p:cNvSpPr/>
          <p:nvPr/>
        </p:nvSpPr>
        <p:spPr>
          <a:xfrm>
            <a:off x="2798064" y="31546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3186684"/>
            <a:ext cx="118872" cy="118872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3008376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 TIDAK SEHAT</a:t>
            </a:r>
            <a:endParaRPr lang="en-US" sz="660" dirty="0"/>
          </a:p>
        </p:txBody>
      </p:sp>
      <p:sp>
        <p:nvSpPr>
          <p:cNvPr id="68" name="Shape 57"/>
          <p:cNvSpPr/>
          <p:nvPr/>
        </p:nvSpPr>
        <p:spPr>
          <a:xfrm>
            <a:off x="3767328" y="31546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1336" y="3186684"/>
            <a:ext cx="118872" cy="118872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3977640" y="31546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71" name="Shape 59"/>
          <p:cNvSpPr/>
          <p:nvPr/>
        </p:nvSpPr>
        <p:spPr>
          <a:xfrm>
            <a:off x="4709160" y="342900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2" name="Shape 60"/>
          <p:cNvSpPr/>
          <p:nvPr/>
        </p:nvSpPr>
        <p:spPr>
          <a:xfrm>
            <a:off x="4914907" y="3357066"/>
            <a:ext cx="297979" cy="719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73" name="Text 61"/>
          <p:cNvSpPr txBox="1"/>
          <p:nvPr/>
        </p:nvSpPr>
        <p:spPr>
          <a:xfrm>
            <a:off x="4663440" y="318333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205</a:t>
            </a:r>
            <a:endParaRPr lang="en-US" sz="800" dirty="0"/>
          </a:p>
        </p:txBody>
      </p:sp>
      <p:sp>
        <p:nvSpPr>
          <p:cNvPr id="74" name="Text 62"/>
          <p:cNvSpPr txBox="1"/>
          <p:nvPr/>
        </p:nvSpPr>
        <p:spPr>
          <a:xfrm>
            <a:off x="4663440" y="344728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▲302%</a:t>
            </a:r>
            <a:endParaRPr lang="en-US" sz="680" dirty="0"/>
          </a:p>
        </p:txBody>
      </p:sp>
      <p:sp>
        <p:nvSpPr>
          <p:cNvPr id="75" name="Shape 63"/>
          <p:cNvSpPr/>
          <p:nvPr/>
        </p:nvSpPr>
        <p:spPr>
          <a:xfrm>
            <a:off x="5624380" y="3278465"/>
            <a:ext cx="297979" cy="15053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76" name="Text 64"/>
          <p:cNvSpPr txBox="1"/>
          <p:nvPr/>
        </p:nvSpPr>
        <p:spPr>
          <a:xfrm>
            <a:off x="5372913" y="310472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429</a:t>
            </a:r>
            <a:endParaRPr lang="en-US" sz="800" dirty="0"/>
          </a:p>
        </p:txBody>
      </p:sp>
      <p:sp>
        <p:nvSpPr>
          <p:cNvPr id="77" name="Text 65"/>
          <p:cNvSpPr txBox="1"/>
          <p:nvPr/>
        </p:nvSpPr>
        <p:spPr>
          <a:xfrm>
            <a:off x="5372913" y="344728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▲109%</a:t>
            </a:r>
            <a:endParaRPr lang="en-US" sz="680" dirty="0"/>
          </a:p>
        </p:txBody>
      </p:sp>
      <p:sp>
        <p:nvSpPr>
          <p:cNvPr id="78" name="Shape 66"/>
          <p:cNvSpPr/>
          <p:nvPr/>
        </p:nvSpPr>
        <p:spPr>
          <a:xfrm>
            <a:off x="6333853" y="311810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79" name="Text 67"/>
          <p:cNvSpPr txBox="1"/>
          <p:nvPr/>
        </p:nvSpPr>
        <p:spPr>
          <a:xfrm>
            <a:off x="6082386" y="29443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886</a:t>
            </a:r>
            <a:endParaRPr lang="en-US" sz="900" dirty="0"/>
          </a:p>
        </p:txBody>
      </p:sp>
      <p:sp>
        <p:nvSpPr>
          <p:cNvPr id="80" name="Text 68"/>
          <p:cNvSpPr txBox="1"/>
          <p:nvPr/>
        </p:nvSpPr>
        <p:spPr>
          <a:xfrm>
            <a:off x="6082386" y="344728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▲107%</a:t>
            </a:r>
            <a:endParaRPr lang="en-US" sz="680" dirty="0"/>
          </a:p>
        </p:txBody>
      </p:sp>
      <p:sp>
        <p:nvSpPr>
          <p:cNvPr id="81" name="Shape 69"/>
          <p:cNvSpPr/>
          <p:nvPr/>
        </p:nvSpPr>
        <p:spPr>
          <a:xfrm>
            <a:off x="7020458" y="342900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2" name="Shape 70"/>
          <p:cNvSpPr/>
          <p:nvPr/>
        </p:nvSpPr>
        <p:spPr>
          <a:xfrm>
            <a:off x="7226206" y="3402352"/>
            <a:ext cx="297979" cy="2664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83" name="Text 71"/>
          <p:cNvSpPr txBox="1"/>
          <p:nvPr/>
        </p:nvSpPr>
        <p:spPr>
          <a:xfrm>
            <a:off x="6974738" y="32286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6,00</a:t>
            </a:r>
            <a:endParaRPr lang="en-US" sz="800" dirty="0"/>
          </a:p>
        </p:txBody>
      </p:sp>
      <p:sp>
        <p:nvSpPr>
          <p:cNvPr id="84" name="Text 72"/>
          <p:cNvSpPr txBox="1"/>
          <p:nvPr/>
        </p:nvSpPr>
        <p:spPr>
          <a:xfrm>
            <a:off x="7729931" y="322783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85" name="Shape 73"/>
          <p:cNvSpPr/>
          <p:nvPr/>
        </p:nvSpPr>
        <p:spPr>
          <a:xfrm>
            <a:off x="8645151" y="3118104"/>
            <a:ext cx="297979" cy="31089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86" name="Text 74"/>
          <p:cNvSpPr txBox="1"/>
          <p:nvPr/>
        </p:nvSpPr>
        <p:spPr>
          <a:xfrm>
            <a:off x="8393684" y="29443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70,00</a:t>
            </a:r>
            <a:endParaRPr lang="en-US" sz="900" dirty="0"/>
          </a:p>
        </p:txBody>
      </p:sp>
      <p:sp>
        <p:nvSpPr>
          <p:cNvPr id="87" name="Shape 75"/>
          <p:cNvSpPr/>
          <p:nvPr/>
        </p:nvSpPr>
        <p:spPr>
          <a:xfrm>
            <a:off x="9331757" y="342900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Text 76"/>
          <p:cNvSpPr txBox="1"/>
          <p:nvPr/>
        </p:nvSpPr>
        <p:spPr>
          <a:xfrm>
            <a:off x="9331757" y="322783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89" name="Text 77"/>
          <p:cNvSpPr txBox="1"/>
          <p:nvPr/>
        </p:nvSpPr>
        <p:spPr>
          <a:xfrm>
            <a:off x="10041230" y="3227832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</a:t>
            </a:r>
            <a:endParaRPr lang="en-US" sz="800" dirty="0"/>
          </a:p>
        </p:txBody>
      </p:sp>
      <p:sp>
        <p:nvSpPr>
          <p:cNvPr id="90" name="Shape 78"/>
          <p:cNvSpPr/>
          <p:nvPr/>
        </p:nvSpPr>
        <p:spPr>
          <a:xfrm>
            <a:off x="10956450" y="3118104"/>
            <a:ext cx="297979" cy="31089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10704982" y="29443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70,00</a:t>
            </a:r>
            <a:endParaRPr lang="en-US" sz="900" dirty="0"/>
          </a:p>
        </p:txBody>
      </p:sp>
      <p:sp>
        <p:nvSpPr>
          <p:cNvPr id="92" name="Shape 80"/>
          <p:cNvSpPr/>
          <p:nvPr/>
        </p:nvSpPr>
        <p:spPr>
          <a:xfrm>
            <a:off x="621792" y="3630168"/>
            <a:ext cx="10948111" cy="694944"/>
          </a:xfrm>
          <a:prstGeom prst="rect">
            <a:avLst/>
          </a:prstGeom>
          <a:solidFill>
            <a:srgbClr val="EAF4FD"/>
          </a:solidFill>
          <a:ln/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954" y="3767328"/>
            <a:ext cx="341757" cy="420624"/>
          </a:xfrm>
          <a:prstGeom prst="rect">
            <a:avLst/>
          </a:prstGeom>
        </p:spPr>
      </p:pic>
      <p:sp>
        <p:nvSpPr>
          <p:cNvPr id="94" name="Text 81"/>
          <p:cNvSpPr txBox="1"/>
          <p:nvPr/>
        </p:nvSpPr>
        <p:spPr>
          <a:xfrm>
            <a:off x="1225296" y="385876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95" name="Shape 82"/>
          <p:cNvSpPr/>
          <p:nvPr/>
        </p:nvSpPr>
        <p:spPr>
          <a:xfrm>
            <a:off x="2798064" y="38862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918204"/>
            <a:ext cx="118872" cy="118872"/>
          </a:xfrm>
          <a:prstGeom prst="rect">
            <a:avLst/>
          </a:prstGeom>
        </p:spPr>
      </p:pic>
      <p:sp>
        <p:nvSpPr>
          <p:cNvPr id="97" name="Text 83"/>
          <p:cNvSpPr txBox="1"/>
          <p:nvPr/>
        </p:nvSpPr>
        <p:spPr>
          <a:xfrm>
            <a:off x="3008376" y="38862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84</a:t>
            </a:r>
            <a:endParaRPr lang="en-US" sz="660" dirty="0"/>
          </a:p>
        </p:txBody>
      </p:sp>
      <p:sp>
        <p:nvSpPr>
          <p:cNvPr id="98" name="Shape 84"/>
          <p:cNvSpPr/>
          <p:nvPr/>
        </p:nvSpPr>
        <p:spPr>
          <a:xfrm>
            <a:off x="3767328" y="38862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3918204"/>
            <a:ext cx="118872" cy="118872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977640" y="38862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101" name="Shape 86"/>
          <p:cNvSpPr/>
          <p:nvPr/>
        </p:nvSpPr>
        <p:spPr>
          <a:xfrm>
            <a:off x="4709160" y="41605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2" name="Shape 87"/>
          <p:cNvSpPr/>
          <p:nvPr/>
        </p:nvSpPr>
        <p:spPr>
          <a:xfrm>
            <a:off x="4914907" y="384962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03" name="Text 88"/>
          <p:cNvSpPr txBox="1"/>
          <p:nvPr/>
        </p:nvSpPr>
        <p:spPr>
          <a:xfrm>
            <a:off x="4663440" y="36758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1.077</a:t>
            </a:r>
            <a:endParaRPr lang="en-US" sz="800" dirty="0"/>
          </a:p>
        </p:txBody>
      </p:sp>
      <p:sp>
        <p:nvSpPr>
          <p:cNvPr id="104" name="Text 89"/>
          <p:cNvSpPr txBox="1"/>
          <p:nvPr/>
        </p:nvSpPr>
        <p:spPr>
          <a:xfrm>
            <a:off x="4663440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▲187%</a:t>
            </a:r>
            <a:endParaRPr lang="en-US" sz="680" dirty="0"/>
          </a:p>
        </p:txBody>
      </p:sp>
      <p:sp>
        <p:nvSpPr>
          <p:cNvPr id="105" name="Shape 90"/>
          <p:cNvSpPr/>
          <p:nvPr/>
        </p:nvSpPr>
        <p:spPr>
          <a:xfrm>
            <a:off x="5624380" y="3966246"/>
            <a:ext cx="297979" cy="1942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06" name="Text 91"/>
          <p:cNvSpPr txBox="1"/>
          <p:nvPr/>
        </p:nvSpPr>
        <p:spPr>
          <a:xfrm>
            <a:off x="5372913" y="379251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673</a:t>
            </a:r>
            <a:endParaRPr lang="en-US" sz="800" dirty="0"/>
          </a:p>
        </p:txBody>
      </p:sp>
      <p:sp>
        <p:nvSpPr>
          <p:cNvPr id="107" name="Text 92"/>
          <p:cNvSpPr txBox="1"/>
          <p:nvPr/>
        </p:nvSpPr>
        <p:spPr>
          <a:xfrm>
            <a:off x="5372913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▼38%</a:t>
            </a:r>
            <a:endParaRPr lang="en-US" sz="680" dirty="0"/>
          </a:p>
        </p:txBody>
      </p:sp>
      <p:sp>
        <p:nvSpPr>
          <p:cNvPr id="108" name="Shape 93"/>
          <p:cNvSpPr/>
          <p:nvPr/>
        </p:nvSpPr>
        <p:spPr>
          <a:xfrm>
            <a:off x="6333853" y="3950369"/>
            <a:ext cx="297979" cy="21015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09" name="Text 94"/>
          <p:cNvSpPr txBox="1"/>
          <p:nvPr/>
        </p:nvSpPr>
        <p:spPr>
          <a:xfrm>
            <a:off x="6082386" y="377663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728</a:t>
            </a:r>
            <a:endParaRPr lang="en-US" sz="900" dirty="0"/>
          </a:p>
        </p:txBody>
      </p:sp>
      <p:sp>
        <p:nvSpPr>
          <p:cNvPr id="110" name="Text 95"/>
          <p:cNvSpPr txBox="1"/>
          <p:nvPr/>
        </p:nvSpPr>
        <p:spPr>
          <a:xfrm>
            <a:off x="6082386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111" name="Shape 96"/>
          <p:cNvSpPr/>
          <p:nvPr/>
        </p:nvSpPr>
        <p:spPr>
          <a:xfrm>
            <a:off x="7020458" y="41605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12" name="Shape 97"/>
          <p:cNvSpPr/>
          <p:nvPr/>
        </p:nvSpPr>
        <p:spPr>
          <a:xfrm>
            <a:off x="7226206" y="4028651"/>
            <a:ext cx="297979" cy="13186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13" name="Text 98"/>
          <p:cNvSpPr txBox="1"/>
          <p:nvPr/>
        </p:nvSpPr>
        <p:spPr>
          <a:xfrm>
            <a:off x="6974738" y="385491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41,47</a:t>
            </a:r>
            <a:endParaRPr lang="en-US" sz="800" dirty="0"/>
          </a:p>
        </p:txBody>
      </p:sp>
      <p:sp>
        <p:nvSpPr>
          <p:cNvPr id="114" name="Text 99"/>
          <p:cNvSpPr txBox="1"/>
          <p:nvPr/>
        </p:nvSpPr>
        <p:spPr>
          <a:xfrm>
            <a:off x="6974738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▼22%</a:t>
            </a:r>
            <a:endParaRPr lang="en-US" sz="680" dirty="0"/>
          </a:p>
        </p:txBody>
      </p:sp>
      <p:sp>
        <p:nvSpPr>
          <p:cNvPr id="115" name="Shape 100"/>
          <p:cNvSpPr/>
          <p:nvPr/>
        </p:nvSpPr>
        <p:spPr>
          <a:xfrm>
            <a:off x="7935678" y="384962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16" name="Text 101"/>
          <p:cNvSpPr txBox="1"/>
          <p:nvPr/>
        </p:nvSpPr>
        <p:spPr>
          <a:xfrm>
            <a:off x="7684211" y="36758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97,77</a:t>
            </a:r>
            <a:endParaRPr lang="en-US" sz="800" dirty="0"/>
          </a:p>
        </p:txBody>
      </p:sp>
      <p:sp>
        <p:nvSpPr>
          <p:cNvPr id="117" name="Text 102"/>
          <p:cNvSpPr txBox="1"/>
          <p:nvPr/>
        </p:nvSpPr>
        <p:spPr>
          <a:xfrm>
            <a:off x="7684211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▲136%</a:t>
            </a:r>
            <a:endParaRPr lang="en-US" sz="680" dirty="0"/>
          </a:p>
        </p:txBody>
      </p:sp>
      <p:sp>
        <p:nvSpPr>
          <p:cNvPr id="118" name="Shape 103"/>
          <p:cNvSpPr/>
          <p:nvPr/>
        </p:nvSpPr>
        <p:spPr>
          <a:xfrm>
            <a:off x="8645151" y="4063280"/>
            <a:ext cx="297979" cy="972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19" name="Text 104"/>
          <p:cNvSpPr txBox="1"/>
          <p:nvPr/>
        </p:nvSpPr>
        <p:spPr>
          <a:xfrm>
            <a:off x="8393684" y="388954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30,58</a:t>
            </a:r>
            <a:endParaRPr lang="en-US" sz="900" dirty="0"/>
          </a:p>
        </p:txBody>
      </p:sp>
      <p:sp>
        <p:nvSpPr>
          <p:cNvPr id="120" name="Text 105"/>
          <p:cNvSpPr txBox="1"/>
          <p:nvPr/>
        </p:nvSpPr>
        <p:spPr>
          <a:xfrm>
            <a:off x="8393684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▼69%</a:t>
            </a:r>
            <a:endParaRPr lang="en-US" sz="680" dirty="0"/>
          </a:p>
        </p:txBody>
      </p:sp>
      <p:sp>
        <p:nvSpPr>
          <p:cNvPr id="121" name="Shape 106"/>
          <p:cNvSpPr/>
          <p:nvPr/>
        </p:nvSpPr>
        <p:spPr>
          <a:xfrm>
            <a:off x="9331757" y="4160520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2" name="Shape 107"/>
          <p:cNvSpPr/>
          <p:nvPr/>
        </p:nvSpPr>
        <p:spPr>
          <a:xfrm>
            <a:off x="9537504" y="384962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23" name="Text 108"/>
          <p:cNvSpPr txBox="1"/>
          <p:nvPr/>
        </p:nvSpPr>
        <p:spPr>
          <a:xfrm>
            <a:off x="9286037" y="36758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3,50</a:t>
            </a:r>
            <a:endParaRPr lang="en-US" sz="800" dirty="0"/>
          </a:p>
        </p:txBody>
      </p:sp>
      <p:sp>
        <p:nvSpPr>
          <p:cNvPr id="124" name="Text 109"/>
          <p:cNvSpPr txBox="1"/>
          <p:nvPr/>
        </p:nvSpPr>
        <p:spPr>
          <a:xfrm>
            <a:off x="9286037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▲250%</a:t>
            </a:r>
            <a:endParaRPr lang="en-US" sz="680" dirty="0"/>
          </a:p>
        </p:txBody>
      </p:sp>
      <p:sp>
        <p:nvSpPr>
          <p:cNvPr id="125" name="Shape 110"/>
          <p:cNvSpPr/>
          <p:nvPr/>
        </p:nvSpPr>
        <p:spPr>
          <a:xfrm>
            <a:off x="10246977" y="3982865"/>
            <a:ext cx="297979" cy="1776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26" name="Text 111"/>
          <p:cNvSpPr txBox="1"/>
          <p:nvPr/>
        </p:nvSpPr>
        <p:spPr>
          <a:xfrm>
            <a:off x="9995510" y="380912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2,00</a:t>
            </a:r>
            <a:endParaRPr lang="en-US" sz="800" dirty="0"/>
          </a:p>
        </p:txBody>
      </p:sp>
      <p:sp>
        <p:nvSpPr>
          <p:cNvPr id="127" name="Text 112"/>
          <p:cNvSpPr txBox="1"/>
          <p:nvPr/>
        </p:nvSpPr>
        <p:spPr>
          <a:xfrm>
            <a:off x="9995510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128" name="Shape 113"/>
          <p:cNvSpPr/>
          <p:nvPr/>
        </p:nvSpPr>
        <p:spPr>
          <a:xfrm>
            <a:off x="10956450" y="3849624"/>
            <a:ext cx="297979" cy="3108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29" name="Text 114"/>
          <p:cNvSpPr txBox="1"/>
          <p:nvPr/>
        </p:nvSpPr>
        <p:spPr>
          <a:xfrm>
            <a:off x="10704982" y="36758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3,50</a:t>
            </a:r>
            <a:endParaRPr lang="en-US" sz="900" dirty="0"/>
          </a:p>
        </p:txBody>
      </p:sp>
      <p:sp>
        <p:nvSpPr>
          <p:cNvPr id="130" name="Text 115"/>
          <p:cNvSpPr txBox="1"/>
          <p:nvPr/>
        </p:nvSpPr>
        <p:spPr>
          <a:xfrm>
            <a:off x="10704982" y="4178808"/>
            <a:ext cx="8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▲75%</a:t>
            </a:r>
            <a:endParaRPr lang="en-US" sz="680" dirty="0"/>
          </a:p>
        </p:txBody>
      </p:sp>
      <p:sp>
        <p:nvSpPr>
          <p:cNvPr id="131" name="Shape 116"/>
          <p:cNvSpPr/>
          <p:nvPr/>
        </p:nvSpPr>
        <p:spPr>
          <a:xfrm>
            <a:off x="621792" y="44165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DCE3EC"/>
          </a:solidFill>
          <a:ln/>
        </p:spPr>
      </p:sp>
      <p:sp>
        <p:nvSpPr>
          <p:cNvPr id="132" name="Text 117"/>
          <p:cNvSpPr txBox="1"/>
          <p:nvPr/>
        </p:nvSpPr>
        <p:spPr>
          <a:xfrm>
            <a:off x="731520" y="44165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3 provinsi</a:t>
            </a:r>
            <a:endParaRPr lang="en-US" sz="1200" dirty="0"/>
          </a:p>
        </p:txBody>
      </p:sp>
      <p:sp>
        <p:nvSpPr>
          <p:cNvPr id="133" name="Text 118"/>
          <p:cNvSpPr txBox="1"/>
          <p:nvPr/>
        </p:nvSpPr>
        <p:spPr>
          <a:xfrm>
            <a:off x="4663440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3.900</a:t>
            </a:r>
            <a:endParaRPr lang="en-US" sz="1050" dirty="0"/>
          </a:p>
        </p:txBody>
      </p:sp>
      <p:sp>
        <p:nvSpPr>
          <p:cNvPr id="134" name="Text 119"/>
          <p:cNvSpPr txBox="1"/>
          <p:nvPr/>
        </p:nvSpPr>
        <p:spPr>
          <a:xfrm>
            <a:off x="5372913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3.734</a:t>
            </a:r>
            <a:endParaRPr lang="en-US" sz="1050" dirty="0"/>
          </a:p>
        </p:txBody>
      </p:sp>
      <p:sp>
        <p:nvSpPr>
          <p:cNvPr id="135" name="Text 120"/>
          <p:cNvSpPr txBox="1"/>
          <p:nvPr/>
        </p:nvSpPr>
        <p:spPr>
          <a:xfrm>
            <a:off x="6082386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4.380</a:t>
            </a:r>
            <a:endParaRPr lang="en-US" sz="1150" dirty="0"/>
          </a:p>
        </p:txBody>
      </p:sp>
      <p:sp>
        <p:nvSpPr>
          <p:cNvPr id="136" name="Text 121"/>
          <p:cNvSpPr txBox="1"/>
          <p:nvPr/>
        </p:nvSpPr>
        <p:spPr>
          <a:xfrm>
            <a:off x="6974738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110,47</a:t>
            </a:r>
            <a:endParaRPr lang="en-US" sz="1050" dirty="0"/>
          </a:p>
        </p:txBody>
      </p:sp>
      <p:sp>
        <p:nvSpPr>
          <p:cNvPr id="137" name="Text 122"/>
          <p:cNvSpPr txBox="1"/>
          <p:nvPr/>
        </p:nvSpPr>
        <p:spPr>
          <a:xfrm>
            <a:off x="7684211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97,77</a:t>
            </a:r>
            <a:endParaRPr lang="en-US" sz="1050" dirty="0"/>
          </a:p>
        </p:txBody>
      </p:sp>
      <p:sp>
        <p:nvSpPr>
          <p:cNvPr id="138" name="Text 123"/>
          <p:cNvSpPr txBox="1"/>
          <p:nvPr/>
        </p:nvSpPr>
        <p:spPr>
          <a:xfrm>
            <a:off x="8393684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100,58</a:t>
            </a:r>
            <a:endParaRPr lang="en-US" sz="1150" dirty="0"/>
          </a:p>
        </p:txBody>
      </p:sp>
      <p:sp>
        <p:nvSpPr>
          <p:cNvPr id="139" name="Text 124"/>
          <p:cNvSpPr txBox="1"/>
          <p:nvPr/>
        </p:nvSpPr>
        <p:spPr>
          <a:xfrm>
            <a:off x="9286037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29,50</a:t>
            </a:r>
            <a:endParaRPr lang="en-US" sz="1050" dirty="0"/>
          </a:p>
        </p:txBody>
      </p:sp>
      <p:sp>
        <p:nvSpPr>
          <p:cNvPr id="140" name="Text 125"/>
          <p:cNvSpPr txBox="1"/>
          <p:nvPr/>
        </p:nvSpPr>
        <p:spPr>
          <a:xfrm>
            <a:off x="9995510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2,00</a:t>
            </a:r>
            <a:endParaRPr lang="en-US" sz="1050" dirty="0"/>
          </a:p>
        </p:txBody>
      </p:sp>
      <p:sp>
        <p:nvSpPr>
          <p:cNvPr id="141" name="Text 126"/>
          <p:cNvSpPr txBox="1"/>
          <p:nvPr/>
        </p:nvSpPr>
        <p:spPr>
          <a:xfrm>
            <a:off x="10704982" y="44165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73,50</a:t>
            </a:r>
            <a:endParaRPr lang="en-US" sz="1150" dirty="0"/>
          </a:p>
        </p:txBody>
      </p:sp>
      <p:sp>
        <p:nvSpPr>
          <p:cNvPr id="142" name="Shape 127"/>
          <p:cNvSpPr/>
          <p:nvPr/>
        </p:nvSpPr>
        <p:spPr>
          <a:xfrm>
            <a:off x="621792" y="4855464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143" name="Text 128"/>
          <p:cNvSpPr txBox="1"/>
          <p:nvPr/>
        </p:nvSpPr>
        <p:spPr>
          <a:xfrm>
            <a:off x="731520" y="485546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8 provinsi</a:t>
            </a:r>
            <a:endParaRPr lang="en-US" sz="1200" dirty="0"/>
          </a:p>
        </p:txBody>
      </p:sp>
      <p:sp>
        <p:nvSpPr>
          <p:cNvPr id="144" name="Text 129"/>
          <p:cNvSpPr txBox="1"/>
          <p:nvPr/>
        </p:nvSpPr>
        <p:spPr>
          <a:xfrm>
            <a:off x="4663440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14.832</a:t>
            </a:r>
            <a:endParaRPr lang="en-US" sz="1050" dirty="0"/>
          </a:p>
        </p:txBody>
      </p:sp>
      <p:sp>
        <p:nvSpPr>
          <p:cNvPr id="145" name="Text 130"/>
          <p:cNvSpPr txBox="1"/>
          <p:nvPr/>
        </p:nvSpPr>
        <p:spPr>
          <a:xfrm>
            <a:off x="5372913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10.296</a:t>
            </a:r>
            <a:endParaRPr lang="en-US" sz="1050" dirty="0"/>
          </a:p>
        </p:txBody>
      </p:sp>
      <p:sp>
        <p:nvSpPr>
          <p:cNvPr id="146" name="Text 131"/>
          <p:cNvSpPr txBox="1"/>
          <p:nvPr/>
        </p:nvSpPr>
        <p:spPr>
          <a:xfrm>
            <a:off x="6082386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8.505</a:t>
            </a:r>
            <a:endParaRPr lang="en-US" sz="1150" dirty="0"/>
          </a:p>
        </p:txBody>
      </p:sp>
      <p:sp>
        <p:nvSpPr>
          <p:cNvPr id="147" name="Text 132"/>
          <p:cNvSpPr txBox="1"/>
          <p:nvPr/>
        </p:nvSpPr>
        <p:spPr>
          <a:xfrm>
            <a:off x="6974738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1.104,21</a:t>
            </a:r>
            <a:endParaRPr lang="en-US" sz="1050" dirty="0"/>
          </a:p>
        </p:txBody>
      </p:sp>
      <p:sp>
        <p:nvSpPr>
          <p:cNvPr id="148" name="Text 133"/>
          <p:cNvSpPr txBox="1"/>
          <p:nvPr/>
        </p:nvSpPr>
        <p:spPr>
          <a:xfrm>
            <a:off x="7684211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1.118,80</a:t>
            </a:r>
            <a:endParaRPr lang="en-US" sz="1050" dirty="0"/>
          </a:p>
        </p:txBody>
      </p:sp>
      <p:sp>
        <p:nvSpPr>
          <p:cNvPr id="149" name="Text 134"/>
          <p:cNvSpPr txBox="1"/>
          <p:nvPr/>
        </p:nvSpPr>
        <p:spPr>
          <a:xfrm>
            <a:off x="8393684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1.083,92</a:t>
            </a:r>
            <a:endParaRPr lang="en-US" sz="1150" dirty="0"/>
          </a:p>
        </p:txBody>
      </p:sp>
      <p:sp>
        <p:nvSpPr>
          <p:cNvPr id="150" name="Text 135"/>
          <p:cNvSpPr txBox="1"/>
          <p:nvPr/>
        </p:nvSpPr>
        <p:spPr>
          <a:xfrm>
            <a:off x="9286037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597,80</a:t>
            </a:r>
            <a:endParaRPr lang="en-US" sz="1050" dirty="0"/>
          </a:p>
        </p:txBody>
      </p:sp>
      <p:sp>
        <p:nvSpPr>
          <p:cNvPr id="151" name="Text 136"/>
          <p:cNvSpPr txBox="1"/>
          <p:nvPr/>
        </p:nvSpPr>
        <p:spPr>
          <a:xfrm>
            <a:off x="9995510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572,08</a:t>
            </a:r>
            <a:endParaRPr lang="en-US" sz="1050" dirty="0"/>
          </a:p>
        </p:txBody>
      </p:sp>
      <p:sp>
        <p:nvSpPr>
          <p:cNvPr id="152" name="Text 137"/>
          <p:cNvSpPr txBox="1"/>
          <p:nvPr/>
        </p:nvSpPr>
        <p:spPr>
          <a:xfrm>
            <a:off x="10704982" y="4855464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554,76</a:t>
            </a:r>
            <a:endParaRPr lang="en-US" sz="1150" dirty="0"/>
          </a:p>
        </p:txBody>
      </p:sp>
      <p:sp>
        <p:nvSpPr>
          <p:cNvPr id="153" name="Text 138"/>
          <p:cNvSpPr txBox="1"/>
          <p:nvPr/>
        </p:nvSpPr>
        <p:spPr>
          <a:xfrm>
            <a:off x="731520" y="5385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 spot 8 provinsi</a:t>
            </a:r>
            <a:endParaRPr lang="en-US" sz="1000" dirty="0"/>
          </a:p>
        </p:txBody>
      </p:sp>
      <p:sp>
        <p:nvSpPr>
          <p:cNvPr id="154" name="Shape 139"/>
          <p:cNvSpPr/>
          <p:nvPr/>
        </p:nvSpPr>
        <p:spPr>
          <a:xfrm>
            <a:off x="4762144" y="5394960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55" name="Text 140"/>
          <p:cNvSpPr txBox="1"/>
          <p:nvPr/>
        </p:nvSpPr>
        <p:spPr>
          <a:xfrm>
            <a:off x="4762144" y="53949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272 FS</a:t>
            </a:r>
            <a:endParaRPr lang="en-US" sz="900" dirty="0"/>
          </a:p>
        </p:txBody>
      </p:sp>
      <p:sp>
        <p:nvSpPr>
          <p:cNvPr id="156" name="Shape 141"/>
          <p:cNvSpPr/>
          <p:nvPr/>
        </p:nvSpPr>
        <p:spPr>
          <a:xfrm>
            <a:off x="5471617" y="5394960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57" name="Text 142"/>
          <p:cNvSpPr txBox="1"/>
          <p:nvPr/>
        </p:nvSpPr>
        <p:spPr>
          <a:xfrm>
            <a:off x="5471617" y="53949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269 FS</a:t>
            </a:r>
            <a:endParaRPr lang="en-US" sz="900" dirty="0"/>
          </a:p>
        </p:txBody>
      </p:sp>
      <p:sp>
        <p:nvSpPr>
          <p:cNvPr id="158" name="Shape 143"/>
          <p:cNvSpPr/>
          <p:nvPr/>
        </p:nvSpPr>
        <p:spPr>
          <a:xfrm>
            <a:off x="6181090" y="5394960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59" name="Text 144"/>
          <p:cNvSpPr txBox="1"/>
          <p:nvPr/>
        </p:nvSpPr>
        <p:spPr>
          <a:xfrm>
            <a:off x="6181090" y="539496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 FS</a:t>
            </a:r>
            <a:endParaRPr lang="en-US" sz="900" dirty="0"/>
          </a:p>
        </p:txBody>
      </p:sp>
      <p:sp>
        <p:nvSpPr>
          <p:cNvPr id="160" name="Shape 145"/>
          <p:cNvSpPr/>
          <p:nvPr/>
        </p:nvSpPr>
        <p:spPr>
          <a:xfrm>
            <a:off x="1571396" y="5701284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1" name="Text 146"/>
          <p:cNvSpPr txBox="1"/>
          <p:nvPr/>
        </p:nvSpPr>
        <p:spPr>
          <a:xfrm>
            <a:off x="1790852" y="566013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162" name="Shape 147"/>
          <p:cNvSpPr/>
          <p:nvPr/>
        </p:nvSpPr>
        <p:spPr>
          <a:xfrm>
            <a:off x="3336188" y="5701284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163" name="Text 148"/>
          <p:cNvSpPr txBox="1"/>
          <p:nvPr/>
        </p:nvSpPr>
        <p:spPr>
          <a:xfrm>
            <a:off x="3555644" y="5660136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164" name="Shape 149"/>
          <p:cNvSpPr/>
          <p:nvPr/>
        </p:nvSpPr>
        <p:spPr>
          <a:xfrm>
            <a:off x="5150358" y="5701284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165" name="Text 150"/>
          <p:cNvSpPr txBox="1"/>
          <p:nvPr/>
        </p:nvSpPr>
        <p:spPr>
          <a:xfrm>
            <a:off x="5369814" y="5660136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166" name="Shape 151"/>
          <p:cNvSpPr/>
          <p:nvPr/>
        </p:nvSpPr>
        <p:spPr>
          <a:xfrm>
            <a:off x="6443320" y="5705856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167" name="Text 152"/>
          <p:cNvSpPr txBox="1"/>
          <p:nvPr/>
        </p:nvSpPr>
        <p:spPr>
          <a:xfrm>
            <a:off x="6690208" y="5660136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168" name="Shape 153"/>
          <p:cNvSpPr/>
          <p:nvPr/>
        </p:nvSpPr>
        <p:spPr>
          <a:xfrm>
            <a:off x="7714336" y="5705856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169" name="Text 154"/>
          <p:cNvSpPr txBox="1"/>
          <p:nvPr/>
        </p:nvSpPr>
        <p:spPr>
          <a:xfrm>
            <a:off x="7961224" y="5660136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170" name="Shape 155"/>
          <p:cNvSpPr/>
          <p:nvPr/>
        </p:nvSpPr>
        <p:spPr>
          <a:xfrm>
            <a:off x="9084107" y="5705856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71" name="Text 156"/>
          <p:cNvSpPr txBox="1"/>
          <p:nvPr/>
        </p:nvSpPr>
        <p:spPr>
          <a:xfrm>
            <a:off x="9330995" y="566013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20–22 Okt</a:t>
            </a:r>
            <a:endParaRPr lang="en-US" sz="750" dirty="0"/>
          </a:p>
        </p:txBody>
      </p:sp>
      <p:sp>
        <p:nvSpPr>
          <p:cNvPr id="172" name="Shape 157"/>
          <p:cNvSpPr/>
          <p:nvPr/>
        </p:nvSpPr>
        <p:spPr>
          <a:xfrm>
            <a:off x="548640" y="5925312"/>
            <a:ext cx="45720" cy="420624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173" name="Text 158"/>
          <p:cNvSpPr txBox="1"/>
          <p:nvPr/>
        </p:nvSpPr>
        <p:spPr>
          <a:xfrm>
            <a:off x="685800" y="5897880"/>
            <a:ext cx="10957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 tambahan masuk prioritas karena peningkatan hotspot.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 spot belum termasuk Papua Selatan dan Sulawesi Tengah.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*Hotspot berdasarkan GIS (Geographic Information System). NA: belum ada data laporan lapangan.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Ketapang, Kayong Utara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RINGAN–LEBAT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 kab/kota, termasuk 2 sasaran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Barito Selatan, Seruyan, Kotawaringin Timur dan Barat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3614166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361416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4 kabupaten sasaran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Ogan Ilir, OKI, Banyuasin, Palembang</a:t>
            </a:r>
            <a:endParaRPr lang="en-US" sz="864" dirty="0"/>
          </a:p>
        </p:txBody>
      </p:sp>
      <p:sp>
        <p:nvSpPr>
          <p:cNvPr id="99" name="Shape 81"/>
          <p:cNvSpPr/>
          <p:nvPr/>
        </p:nvSpPr>
        <p:spPr>
          <a:xfrm>
            <a:off x="3561885" y="4057650"/>
            <a:ext cx="1452067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82"/>
          <p:cNvSpPr txBox="1"/>
          <p:nvPr/>
        </p:nvSpPr>
        <p:spPr>
          <a:xfrm>
            <a:off x="3561885" y="4057650"/>
            <a:ext cx="145206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SANGAT RINGAN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Ogan Ilir dan Lahat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Tabalong, Banjar, Barito Kuala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4501134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4501134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radar BMKG 24 jam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DRY ICE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856836" y="4983480"/>
            <a:ext cx="10424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856836" y="4983480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sortie, 4.700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BAHAN SEMAI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118872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TURUN 36%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pagi, 1.907 ke 1.200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700 m ke 7.000 m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53512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53512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8651093" y="2953512"/>
            <a:ext cx="200441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651093" y="2953512"/>
            <a:ext cx="20044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82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337560"/>
            <a:ext cx="572689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337560"/>
            <a:ext cx="572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364748" y="3337560"/>
            <a:ext cx="2290755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364748" y="3337560"/>
            <a:ext cx="2290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746943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666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721608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721608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651093" y="3721608"/>
            <a:ext cx="200441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651093" y="3721608"/>
            <a:ext cx="20044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746943" y="36667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4105656"/>
            <a:ext cx="85903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4105656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651093" y="4105656"/>
            <a:ext cx="1431722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651093" y="4105656"/>
            <a:ext cx="1431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10174254" y="4050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489704"/>
            <a:ext cx="28634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489704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078404" y="4489704"/>
            <a:ext cx="1145377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078404" y="4489704"/>
            <a:ext cx="11453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9315221" y="4434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818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873752"/>
            <a:ext cx="572689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873752"/>
            <a:ext cx="572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364748" y="4873752"/>
            <a:ext cx="859033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364748" y="4873752"/>
            <a:ext cx="859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9315221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202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257800"/>
            <a:ext cx="28634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257800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8078404" y="5257800"/>
            <a:ext cx="28634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8078404" y="5257800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456188" y="52029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5869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792060" y="5641848"/>
            <a:ext cx="28634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792060" y="5641848"/>
            <a:ext cx="28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169844" y="55869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195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197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700" dirty="0"/>
          </a:p>
        </p:txBody>
      </p:sp>
      <p:sp>
        <p:nvSpPr>
          <p:cNvPr id="198" name="Shape 175"/>
          <p:cNvSpPr/>
          <p:nvPr/>
        </p:nvSpPr>
        <p:spPr>
          <a:xfrm>
            <a:off x="7659472" y="6108192"/>
            <a:ext cx="59893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9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00" name="Text 176"/>
          <p:cNvSpPr txBox="1"/>
          <p:nvPr/>
        </p:nvSpPr>
        <p:spPr>
          <a:xfrm>
            <a:off x="7824064" y="6108192"/>
            <a:ext cx="416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700" dirty="0"/>
          </a:p>
        </p:txBody>
      </p:sp>
      <p:sp>
        <p:nvSpPr>
          <p:cNvPr id="201" name="Shape 177"/>
          <p:cNvSpPr/>
          <p:nvPr/>
        </p:nvSpPr>
        <p:spPr>
          <a:xfrm>
            <a:off x="8322412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5564" y="6140196"/>
            <a:ext cx="109728" cy="109728"/>
          </a:xfrm>
          <a:prstGeom prst="rect">
            <a:avLst/>
          </a:prstGeom>
        </p:spPr>
      </p:pic>
      <p:sp>
        <p:nvSpPr>
          <p:cNvPr id="203" name="Text 178"/>
          <p:cNvSpPr txBox="1"/>
          <p:nvPr/>
        </p:nvSpPr>
        <p:spPr>
          <a:xfrm>
            <a:off x="8487004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04" name="Shape 179"/>
          <p:cNvSpPr/>
          <p:nvPr/>
        </p:nvSpPr>
        <p:spPr>
          <a:xfrm>
            <a:off x="9236812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9964" y="6140196"/>
            <a:ext cx="109728" cy="109728"/>
          </a:xfrm>
          <a:prstGeom prst="rect">
            <a:avLst/>
          </a:prstGeom>
        </p:spPr>
      </p:pic>
      <p:sp>
        <p:nvSpPr>
          <p:cNvPr id="206" name="Text 180"/>
          <p:cNvSpPr txBox="1"/>
          <p:nvPr/>
        </p:nvSpPr>
        <p:spPr>
          <a:xfrm>
            <a:off x="9401404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