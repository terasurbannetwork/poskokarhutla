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Lay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±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4.216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±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14.596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19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±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11.945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 2026, 22.33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373" y="155448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4693" y="1463040"/>
            <a:ext cx="148716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Okt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5418633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6128106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020458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537" y="155448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621857" y="1463040"/>
            <a:ext cx="1716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9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020458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Okt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7729931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8439404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5F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9331757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526" y="155448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889846" y="1463040"/>
            <a:ext cx="15246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9331757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Okt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10041230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10750702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0" name="Shape 31"/>
          <p:cNvSpPr/>
          <p:nvPr/>
        </p:nvSpPr>
        <p:spPr>
          <a:xfrm>
            <a:off x="4709160" y="25054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" name="Shape 41"/>
          <p:cNvSpPr/>
          <p:nvPr/>
        </p:nvSpPr>
        <p:spPr>
          <a:xfrm>
            <a:off x="7020458" y="25054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60" name="Shape 51"/>
          <p:cNvSpPr/>
          <p:nvPr/>
        </p:nvSpPr>
        <p:spPr>
          <a:xfrm>
            <a:off x="9331757" y="25054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78" name="Shape 66"/>
          <p:cNvSpPr/>
          <p:nvPr/>
        </p:nvSpPr>
        <p:spPr>
          <a:xfrm>
            <a:off x="4709160" y="302361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88" name="Shape 76"/>
          <p:cNvSpPr/>
          <p:nvPr/>
        </p:nvSpPr>
        <p:spPr>
          <a:xfrm>
            <a:off x="7020458" y="302361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98" name="Shape 86"/>
          <p:cNvSpPr/>
          <p:nvPr/>
        </p:nvSpPr>
        <p:spPr>
          <a:xfrm>
            <a:off x="9331757" y="302361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7" name="Shape 102"/>
          <p:cNvSpPr/>
          <p:nvPr/>
        </p:nvSpPr>
        <p:spPr>
          <a:xfrm>
            <a:off x="4709160" y="354177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27" name="Shape 112"/>
          <p:cNvSpPr/>
          <p:nvPr/>
        </p:nvSpPr>
        <p:spPr>
          <a:xfrm>
            <a:off x="7020458" y="354177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37" name="Shape 122"/>
          <p:cNvSpPr/>
          <p:nvPr/>
        </p:nvSpPr>
        <p:spPr>
          <a:xfrm>
            <a:off x="9331757" y="354177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55" name="Shape 137"/>
          <p:cNvSpPr/>
          <p:nvPr/>
        </p:nvSpPr>
        <p:spPr>
          <a:xfrm>
            <a:off x="4709160" y="405993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65" name="Shape 147"/>
          <p:cNvSpPr/>
          <p:nvPr/>
        </p:nvSpPr>
        <p:spPr>
          <a:xfrm>
            <a:off x="7020458" y="405993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75" name="Shape 157"/>
          <p:cNvSpPr/>
          <p:nvPr/>
        </p:nvSpPr>
        <p:spPr>
          <a:xfrm>
            <a:off x="9331757" y="405993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4" name="Shape 173"/>
          <p:cNvSpPr/>
          <p:nvPr/>
        </p:nvSpPr>
        <p:spPr>
          <a:xfrm>
            <a:off x="4709160" y="457809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04" name="Shape 183"/>
          <p:cNvSpPr/>
          <p:nvPr/>
        </p:nvSpPr>
        <p:spPr>
          <a:xfrm>
            <a:off x="7020458" y="457809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14" name="Shape 193"/>
          <p:cNvSpPr/>
          <p:nvPr/>
        </p:nvSpPr>
        <p:spPr>
          <a:xfrm>
            <a:off x="9331757" y="457809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26" name="Text 205"/>
          <p:cNvSpPr txBox="1"/>
          <p:nvPr/>
        </p:nvSpPr>
        <p:spPr>
          <a:xfrm>
            <a:off x="4663440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7.262</a:t>
            </a:r>
            <a:endParaRPr lang="en-US" sz="1050" dirty="0"/>
          </a:p>
        </p:txBody>
      </p:sp>
      <p:sp>
        <p:nvSpPr>
          <p:cNvPr id="227" name="Text 206"/>
          <p:cNvSpPr txBox="1"/>
          <p:nvPr/>
        </p:nvSpPr>
        <p:spPr>
          <a:xfrm>
            <a:off x="5372913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6.054</a:t>
            </a:r>
            <a:endParaRPr lang="en-US" sz="1050" dirty="0"/>
          </a:p>
        </p:txBody>
      </p:sp>
      <p:sp>
        <p:nvSpPr>
          <p:cNvPr id="228" name="Text 207"/>
          <p:cNvSpPr txBox="1"/>
          <p:nvPr/>
        </p:nvSpPr>
        <p:spPr>
          <a:xfrm>
            <a:off x="6082386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9.596</a:t>
            </a:r>
            <a:endParaRPr lang="en-US" sz="1150" dirty="0"/>
          </a:p>
        </p:txBody>
      </p:sp>
      <p:sp>
        <p:nvSpPr>
          <p:cNvPr id="229" name="Text 208"/>
          <p:cNvSpPr txBox="1"/>
          <p:nvPr/>
        </p:nvSpPr>
        <p:spPr>
          <a:xfrm>
            <a:off x="6974738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14.596</a:t>
            </a:r>
            <a:endParaRPr lang="en-US" sz="1050" dirty="0"/>
          </a:p>
        </p:txBody>
      </p:sp>
      <p:sp>
        <p:nvSpPr>
          <p:cNvPr id="230" name="Text 209"/>
          <p:cNvSpPr txBox="1"/>
          <p:nvPr/>
        </p:nvSpPr>
        <p:spPr>
          <a:xfrm>
            <a:off x="7684211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15.145</a:t>
            </a:r>
            <a:endParaRPr lang="en-US" sz="1050" dirty="0"/>
          </a:p>
        </p:txBody>
      </p:sp>
      <p:sp>
        <p:nvSpPr>
          <p:cNvPr id="231" name="Text 210"/>
          <p:cNvSpPr txBox="1"/>
          <p:nvPr/>
        </p:nvSpPr>
        <p:spPr>
          <a:xfrm>
            <a:off x="8393684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22.119</a:t>
            </a:r>
            <a:endParaRPr lang="en-US" sz="1150" dirty="0"/>
          </a:p>
        </p:txBody>
      </p:sp>
      <p:sp>
        <p:nvSpPr>
          <p:cNvPr id="232" name="Text 211"/>
          <p:cNvSpPr txBox="1"/>
          <p:nvPr/>
        </p:nvSpPr>
        <p:spPr>
          <a:xfrm>
            <a:off x="9286037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9.938</a:t>
            </a:r>
            <a:endParaRPr lang="en-US" sz="1050" dirty="0"/>
          </a:p>
        </p:txBody>
      </p:sp>
      <p:sp>
        <p:nvSpPr>
          <p:cNvPr id="233" name="Text 212"/>
          <p:cNvSpPr txBox="1"/>
          <p:nvPr/>
        </p:nvSpPr>
        <p:spPr>
          <a:xfrm>
            <a:off x="9995510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8.460</a:t>
            </a:r>
            <a:endParaRPr lang="en-US" sz="1050" dirty="0"/>
          </a:p>
        </p:txBody>
      </p:sp>
      <p:sp>
        <p:nvSpPr>
          <p:cNvPr id="234" name="Text 213"/>
          <p:cNvSpPr txBox="1"/>
          <p:nvPr/>
        </p:nvSpPr>
        <p:spPr>
          <a:xfrm>
            <a:off x="10704982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11.945</a:t>
            </a:r>
            <a:endParaRPr lang="en-US" sz="1150" dirty="0"/>
          </a:p>
        </p:txBody>
      </p:sp>
      <p:sp>
        <p:nvSpPr>
          <p:cNvPr id="235" name="Shape 214"/>
          <p:cNvSpPr/>
          <p:nvPr/>
        </p:nvSpPr>
        <p:spPr>
          <a:xfrm>
            <a:off x="15713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17908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33361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35556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51503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53698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64433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66902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77143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9612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0841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93309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20–22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5001" name="Shape 137"/>
          <p:cNvSpPr/>
          <p:nvPr/>
        </p:nvSpPr>
        <p:spPr>
          <a:xfrm>
            <a:off x="4709160" y="50962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147"/>
          <p:cNvSpPr/>
          <p:nvPr/>
        </p:nvSpPr>
        <p:spPr>
          <a:xfrm>
            <a:off x="7020458" y="50962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157"/>
          <p:cNvSpPr/>
          <p:nvPr/>
        </p:nvSpPr>
        <p:spPr>
          <a:xfrm>
            <a:off x="9331757" y="50962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0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2197608"/>
            <a:ext cx="315468" cy="420624"/>
          </a:xfrm>
          <a:prstGeom prst="rect">
            <a:avLst/>
          </a:prstGeom>
        </p:spPr>
      </p:pic>
      <p:sp>
        <p:nvSpPr>
          <p:cNvPr id="5005" name="Text 26"/>
          <p:cNvSpPr txBox="1"/>
          <p:nvPr/>
        </p:nvSpPr>
        <p:spPr>
          <a:xfrm>
            <a:off x="1225296" y="22890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5006" name="Shape 27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0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08" name="Text 28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366 BERBAHAYA</a:t>
            </a:r>
            <a:endParaRPr lang="en-US" sz="660" dirty="0"/>
          </a:p>
        </p:txBody>
      </p:sp>
      <p:sp>
        <p:nvSpPr>
          <p:cNvPr id="5009" name="Shape 29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11" name="Text 30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HUJAN</a:t>
            </a:r>
            <a:endParaRPr lang="en-US" sz="660" dirty="0"/>
          </a:p>
        </p:txBody>
      </p:sp>
      <p:pic>
        <p:nvPicPr>
          <p:cNvPr id="501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169" y="2715768"/>
            <a:ext cx="325326" cy="420624"/>
          </a:xfrm>
          <a:prstGeom prst="rect">
            <a:avLst/>
          </a:prstGeom>
        </p:spPr>
      </p:pic>
      <p:sp>
        <p:nvSpPr>
          <p:cNvPr id="5013" name="Text 61"/>
          <p:cNvSpPr txBox="1"/>
          <p:nvPr/>
        </p:nvSpPr>
        <p:spPr>
          <a:xfrm>
            <a:off x="1225296" y="280720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1200" dirty="0"/>
          </a:p>
        </p:txBody>
      </p:sp>
      <p:sp>
        <p:nvSpPr>
          <p:cNvPr id="5014" name="Shape 62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16" name="Text 63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877 BERBAHAYA</a:t>
            </a:r>
            <a:endParaRPr lang="en-US" sz="660" dirty="0"/>
          </a:p>
        </p:txBody>
      </p:sp>
      <p:sp>
        <p:nvSpPr>
          <p:cNvPr id="5017" name="Shape 64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1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19" name="Text 65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ANGIN KENCANG</a:t>
            </a:r>
            <a:endParaRPr lang="en-US" sz="660" dirty="0"/>
          </a:p>
        </p:txBody>
      </p:sp>
      <p:pic>
        <p:nvPicPr>
          <p:cNvPr id="502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313" y="3233928"/>
            <a:ext cx="299037" cy="420624"/>
          </a:xfrm>
          <a:prstGeom prst="rect">
            <a:avLst/>
          </a:prstGeom>
        </p:spPr>
      </p:pic>
      <p:sp>
        <p:nvSpPr>
          <p:cNvPr id="5021" name="Text 97"/>
          <p:cNvSpPr txBox="1"/>
          <p:nvPr/>
        </p:nvSpPr>
        <p:spPr>
          <a:xfrm>
            <a:off x="1225296" y="3325368"/>
            <a:ext cx="17110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1200" dirty="0"/>
          </a:p>
        </p:txBody>
      </p:sp>
      <p:sp>
        <p:nvSpPr>
          <p:cNvPr id="5022" name="Shape 98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2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24" name="Text 99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97 TIDAK SEHAT</a:t>
            </a:r>
            <a:endParaRPr lang="en-US" sz="660" dirty="0"/>
          </a:p>
        </p:txBody>
      </p:sp>
      <p:sp>
        <p:nvSpPr>
          <p:cNvPr id="5025" name="Shape 100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27" name="Text 101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ANGIN KENCANG</a:t>
            </a:r>
            <a:endParaRPr lang="en-US" sz="660" dirty="0"/>
          </a:p>
        </p:txBody>
      </p:sp>
      <p:pic>
        <p:nvPicPr>
          <p:cNvPr id="5028" name="Image 10" descr="preencoded.png">    </p:cNvPr>
          <p:cNvPicPr>
            <a:picLocks noChangeAspect="1"/>
          </p:cNvPicPr>
          <p:nvPr/>
        </p:nvPicPr>
        <p:blipFill>
          <a:blip r:embed="S2rId11"/>
          <a:stretch>
            <a:fillRect/>
          </a:stretch>
        </p:blipFill>
        <p:spPr>
          <a:xfrm>
            <a:off x="770954" y="3752088"/>
            <a:ext cx="341757" cy="420624"/>
          </a:xfrm>
          <a:prstGeom prst="rect">
            <a:avLst/>
          </a:prstGeom>
        </p:spPr>
      </p:pic>
      <p:sp>
        <p:nvSpPr>
          <p:cNvPr id="5029" name="Text 81"/>
          <p:cNvSpPr txBox="1"/>
          <p:nvPr/>
        </p:nvSpPr>
        <p:spPr>
          <a:xfrm>
            <a:off x="1225296" y="384352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endParaRPr lang="en-US" sz="1200" dirty="0"/>
          </a:p>
        </p:txBody>
      </p:sp>
      <p:sp>
        <p:nvSpPr>
          <p:cNvPr id="5030" name="Shape 82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31" name="Image 11" descr="preencoded.png">    </p:cNvPr>
          <p:cNvPicPr>
            <a:picLocks noChangeAspect="1"/>
          </p:cNvPicPr>
          <p:nvPr/>
        </p:nvPicPr>
        <p:blipFill>
          <a:blip r:embed="S2rId12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32" name="Text 83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&lt; 84</a:t>
            </a:r>
            <a:endParaRPr lang="en-US" sz="660" dirty="0"/>
          </a:p>
        </p:txBody>
      </p:sp>
      <p:sp>
        <p:nvSpPr>
          <p:cNvPr id="5033" name="Shape 84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4" name="Image 12" descr="preencoded.png">    </p:cNvPr>
          <p:cNvPicPr>
            <a:picLocks noChangeAspect="1"/>
          </p:cNvPicPr>
          <p:nvPr/>
        </p:nvPicPr>
        <p:blipFill>
          <a:blip r:embed="S2rId13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35" name="Text 85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36" name="Image 7" descr="preencoded.png">    </p:cNvPr>
          <p:cNvPicPr>
            <a:picLocks noChangeAspect="1"/>
          </p:cNvPicPr>
          <p:nvPr/>
        </p:nvPicPr>
        <p:blipFill>
          <a:blip r:embed="S2rId8"/>
          <a:stretch>
            <a:fillRect/>
          </a:stretch>
        </p:blipFill>
        <p:spPr>
          <a:xfrm>
            <a:off x="790670" y="4270248"/>
            <a:ext cx="302324" cy="420624"/>
          </a:xfrm>
          <a:prstGeom prst="rect">
            <a:avLst/>
          </a:prstGeom>
        </p:spPr>
      </p:pic>
      <p:sp>
        <p:nvSpPr>
          <p:cNvPr id="5037" name="Text 54"/>
          <p:cNvSpPr txBox="1"/>
          <p:nvPr/>
        </p:nvSpPr>
        <p:spPr>
          <a:xfrm>
            <a:off x="1225296" y="436168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Tengah</a:t>
            </a:r>
            <a:endParaRPr lang="en-US" sz="1200" dirty="0"/>
          </a:p>
        </p:txBody>
      </p:sp>
      <p:sp>
        <p:nvSpPr>
          <p:cNvPr id="5038" name="Shape 55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39" name="Image 8" descr="preencoded.png">    </p:cNvPr>
          <p:cNvPicPr>
            <a:picLocks noChangeAspect="1"/>
          </p:cNvPicPr>
          <p:nvPr/>
        </p:nvPicPr>
        <p:blipFill>
          <a:blip r:embed="S2rId9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40" name="Text 56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84 TIDAK SEHAT</a:t>
            </a:r>
            <a:endParaRPr lang="en-US" sz="660" dirty="0"/>
          </a:p>
        </p:txBody>
      </p:sp>
      <p:sp>
        <p:nvSpPr>
          <p:cNvPr id="5041" name="Shape 57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42" name="Image 9" descr="preencoded.png">    </p:cNvPr>
          <p:cNvPicPr>
            <a:picLocks noChangeAspect="1"/>
          </p:cNvPicPr>
          <p:nvPr/>
        </p:nvPicPr>
        <p:blipFill>
          <a:blip r:embed="S2rId10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43" name="Text 58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9735" y="4788408"/>
            <a:ext cx="404193" cy="420624"/>
          </a:xfrm>
          <a:prstGeom prst="rect">
            <a:avLst/>
          </a:prstGeom>
        </p:spPr>
      </p:pic>
      <p:sp>
        <p:nvSpPr>
          <p:cNvPr id="5045" name="Text 132"/>
          <p:cNvSpPr txBox="1"/>
          <p:nvPr/>
        </p:nvSpPr>
        <p:spPr>
          <a:xfrm>
            <a:off x="1225296" y="4879848"/>
            <a:ext cx="5413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1200" dirty="0"/>
          </a:p>
        </p:txBody>
      </p:sp>
      <p:sp>
        <p:nvSpPr>
          <p:cNvPr id="5046" name="Shape 133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048" name="Text 134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334 BERBAHAYA</a:t>
            </a:r>
            <a:endParaRPr lang="en-US" sz="660" dirty="0"/>
          </a:p>
        </p:txBody>
      </p:sp>
      <p:sp>
        <p:nvSpPr>
          <p:cNvPr id="5049" name="Shape 135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5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051" name="Text 136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HUJAN</a:t>
            </a:r>
            <a:endParaRPr lang="en-US" sz="660" dirty="0"/>
          </a:p>
        </p:txBody>
      </p:sp>
      <p:sp>
        <p:nvSpPr>
          <p:cNvPr id="5052" name="Shape 45"/>
          <p:cNvSpPr/>
          <p:nvPr/>
        </p:nvSpPr>
        <p:spPr>
          <a:xfrm>
            <a:off x="4914907" y="2386584"/>
            <a:ext cx="297979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53" name="Text 46"/>
          <p:cNvSpPr txBox="1"/>
          <p:nvPr/>
        </p:nvSpPr>
        <p:spPr>
          <a:xfrm>
            <a:off x="4663440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4.227</a:t>
            </a:r>
            <a:endParaRPr lang="en-US" sz="800" dirty="0"/>
          </a:p>
        </p:txBody>
      </p:sp>
      <p:sp>
        <p:nvSpPr>
          <p:cNvPr id="5054" name="Text 47"/>
          <p:cNvSpPr txBox="1"/>
          <p:nvPr/>
        </p:nvSpPr>
        <p:spPr>
          <a:xfrm>
            <a:off x="4663440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▼62%</a:t>
            </a:r>
            <a:endParaRPr lang="en-US" sz="680" dirty="0"/>
          </a:p>
        </p:txBody>
      </p:sp>
      <p:sp>
        <p:nvSpPr>
          <p:cNvPr id="5055" name="Shape 45"/>
          <p:cNvSpPr/>
          <p:nvPr/>
        </p:nvSpPr>
        <p:spPr>
          <a:xfrm>
            <a:off x="5624380" y="2439004"/>
            <a:ext cx="297979" cy="6645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56" name="Text 46"/>
          <p:cNvSpPr txBox="1"/>
          <p:nvPr/>
        </p:nvSpPr>
        <p:spPr>
          <a:xfrm>
            <a:off x="5372913" y="22652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2.363</a:t>
            </a:r>
            <a:endParaRPr lang="en-US" sz="800" dirty="0"/>
          </a:p>
        </p:txBody>
      </p:sp>
      <p:sp>
        <p:nvSpPr>
          <p:cNvPr id="5057" name="Text 47"/>
          <p:cNvSpPr txBox="1"/>
          <p:nvPr/>
        </p:nvSpPr>
        <p:spPr>
          <a:xfrm>
            <a:off x="5372913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▼44%</a:t>
            </a:r>
            <a:endParaRPr lang="en-US" sz="680" dirty="0"/>
          </a:p>
        </p:txBody>
      </p:sp>
      <p:sp>
        <p:nvSpPr>
          <p:cNvPr id="5058" name="Shape 45"/>
          <p:cNvSpPr/>
          <p:nvPr/>
        </p:nvSpPr>
        <p:spPr>
          <a:xfrm>
            <a:off x="6333853" y="2414059"/>
            <a:ext cx="297979" cy="9139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59" name="Text 49"/>
          <p:cNvSpPr txBox="1"/>
          <p:nvPr/>
        </p:nvSpPr>
        <p:spPr>
          <a:xfrm>
            <a:off x="6082386" y="224032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3.250</a:t>
            </a:r>
            <a:endParaRPr lang="en-US" sz="900" dirty="0"/>
          </a:p>
        </p:txBody>
      </p:sp>
      <p:sp>
        <p:nvSpPr>
          <p:cNvPr id="5060" name="Text 47"/>
          <p:cNvSpPr txBox="1"/>
          <p:nvPr/>
        </p:nvSpPr>
        <p:spPr>
          <a:xfrm>
            <a:off x="6082386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▲38%</a:t>
            </a:r>
            <a:endParaRPr lang="en-US" sz="680" dirty="0"/>
          </a:p>
        </p:txBody>
      </p:sp>
      <p:sp>
        <p:nvSpPr>
          <p:cNvPr id="5061" name="Shape 45"/>
          <p:cNvSpPr/>
          <p:nvPr/>
        </p:nvSpPr>
        <p:spPr>
          <a:xfrm>
            <a:off x="7226206" y="2386584"/>
            <a:ext cx="297979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62" name="Text 46"/>
          <p:cNvSpPr txBox="1"/>
          <p:nvPr/>
        </p:nvSpPr>
        <p:spPr>
          <a:xfrm>
            <a:off x="6974738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9.702</a:t>
            </a:r>
            <a:endParaRPr lang="en-US" sz="800" dirty="0"/>
          </a:p>
        </p:txBody>
      </p:sp>
      <p:sp>
        <p:nvSpPr>
          <p:cNvPr id="5063" name="Text 47"/>
          <p:cNvSpPr txBox="1"/>
          <p:nvPr/>
        </p:nvSpPr>
        <p:spPr>
          <a:xfrm>
            <a:off x="6974738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▼34%</a:t>
            </a:r>
            <a:endParaRPr lang="en-US" sz="680" dirty="0"/>
          </a:p>
        </p:txBody>
      </p:sp>
      <p:sp>
        <p:nvSpPr>
          <p:cNvPr id="5064" name="Shape 45"/>
          <p:cNvSpPr/>
          <p:nvPr/>
        </p:nvSpPr>
        <p:spPr>
          <a:xfrm>
            <a:off x="7935678" y="2423761"/>
            <a:ext cx="297979" cy="8169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65" name="Text 46"/>
          <p:cNvSpPr txBox="1"/>
          <p:nvPr/>
        </p:nvSpPr>
        <p:spPr>
          <a:xfrm>
            <a:off x="7684211" y="225002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6.668</a:t>
            </a:r>
            <a:endParaRPr lang="en-US" sz="800" dirty="0"/>
          </a:p>
        </p:txBody>
      </p:sp>
      <p:sp>
        <p:nvSpPr>
          <p:cNvPr id="5066" name="Text 47"/>
          <p:cNvSpPr txBox="1"/>
          <p:nvPr/>
        </p:nvSpPr>
        <p:spPr>
          <a:xfrm>
            <a:off x="7684211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▼31%</a:t>
            </a:r>
            <a:endParaRPr lang="en-US" sz="680" dirty="0"/>
          </a:p>
        </p:txBody>
      </p:sp>
      <p:sp>
        <p:nvSpPr>
          <p:cNvPr id="5067" name="Shape 45"/>
          <p:cNvSpPr/>
          <p:nvPr/>
        </p:nvSpPr>
        <p:spPr>
          <a:xfrm>
            <a:off x="8645151" y="2400983"/>
            <a:ext cx="297979" cy="104473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68" name="Text 49"/>
          <p:cNvSpPr txBox="1"/>
          <p:nvPr/>
        </p:nvSpPr>
        <p:spPr>
          <a:xfrm>
            <a:off x="8393684" y="222724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8.527</a:t>
            </a:r>
            <a:endParaRPr lang="en-US" sz="900" dirty="0"/>
          </a:p>
        </p:txBody>
      </p:sp>
      <p:sp>
        <p:nvSpPr>
          <p:cNvPr id="5069" name="Text 47"/>
          <p:cNvSpPr txBox="1"/>
          <p:nvPr/>
        </p:nvSpPr>
        <p:spPr>
          <a:xfrm>
            <a:off x="8393684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070" name="Shape 45"/>
          <p:cNvSpPr/>
          <p:nvPr/>
        </p:nvSpPr>
        <p:spPr>
          <a:xfrm>
            <a:off x="9537504" y="2386584"/>
            <a:ext cx="297979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71" name="Text 46"/>
          <p:cNvSpPr txBox="1"/>
          <p:nvPr/>
        </p:nvSpPr>
        <p:spPr>
          <a:xfrm>
            <a:off x="9286037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7.765</a:t>
            </a:r>
            <a:endParaRPr lang="en-US" sz="800" dirty="0"/>
          </a:p>
        </p:txBody>
      </p:sp>
      <p:sp>
        <p:nvSpPr>
          <p:cNvPr id="5072" name="Text 47"/>
          <p:cNvSpPr txBox="1"/>
          <p:nvPr/>
        </p:nvSpPr>
        <p:spPr>
          <a:xfrm>
            <a:off x="9286037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▼2%</a:t>
            </a:r>
            <a:endParaRPr lang="en-US" sz="680" dirty="0"/>
          </a:p>
        </p:txBody>
      </p:sp>
      <p:sp>
        <p:nvSpPr>
          <p:cNvPr id="5073" name="Shape 45"/>
          <p:cNvSpPr/>
          <p:nvPr/>
        </p:nvSpPr>
        <p:spPr>
          <a:xfrm>
            <a:off x="10246977" y="2428539"/>
            <a:ext cx="297979" cy="7691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74" name="Text 46"/>
          <p:cNvSpPr txBox="1"/>
          <p:nvPr/>
        </p:nvSpPr>
        <p:spPr>
          <a:xfrm>
            <a:off x="9995510" y="225480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5.024</a:t>
            </a:r>
            <a:endParaRPr lang="en-US" sz="800" dirty="0"/>
          </a:p>
        </p:txBody>
      </p:sp>
      <p:sp>
        <p:nvSpPr>
          <p:cNvPr id="5075" name="Text 47"/>
          <p:cNvSpPr txBox="1"/>
          <p:nvPr/>
        </p:nvSpPr>
        <p:spPr>
          <a:xfrm>
            <a:off x="9995510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▼35%</a:t>
            </a:r>
            <a:endParaRPr lang="en-US" sz="680" dirty="0"/>
          </a:p>
        </p:txBody>
      </p:sp>
      <p:sp>
        <p:nvSpPr>
          <p:cNvPr id="5076" name="Shape 45"/>
          <p:cNvSpPr/>
          <p:nvPr/>
        </p:nvSpPr>
        <p:spPr>
          <a:xfrm>
            <a:off x="10956450" y="2421617"/>
            <a:ext cx="297979" cy="8383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77" name="Text 49"/>
          <p:cNvSpPr txBox="1"/>
          <p:nvPr/>
        </p:nvSpPr>
        <p:spPr>
          <a:xfrm>
            <a:off x="10704982" y="2247881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5.477</a:t>
            </a:r>
            <a:endParaRPr lang="en-US" sz="900" dirty="0"/>
          </a:p>
        </p:txBody>
      </p:sp>
      <p:sp>
        <p:nvSpPr>
          <p:cNvPr id="5078" name="Text 47"/>
          <p:cNvSpPr txBox="1"/>
          <p:nvPr/>
        </p:nvSpPr>
        <p:spPr>
          <a:xfrm>
            <a:off x="10704982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▲9%</a:t>
            </a:r>
            <a:endParaRPr lang="en-US" sz="680" dirty="0"/>
          </a:p>
        </p:txBody>
      </p:sp>
      <p:sp>
        <p:nvSpPr>
          <p:cNvPr id="5079" name="Shape 45"/>
          <p:cNvSpPr/>
          <p:nvPr/>
        </p:nvSpPr>
        <p:spPr>
          <a:xfrm>
            <a:off x="4914907" y="2988152"/>
            <a:ext cx="297979" cy="3546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80" name="Text 46"/>
          <p:cNvSpPr txBox="1"/>
          <p:nvPr/>
        </p:nvSpPr>
        <p:spPr>
          <a:xfrm>
            <a:off x="4663440" y="281441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753</a:t>
            </a:r>
            <a:endParaRPr lang="en-US" sz="800" dirty="0"/>
          </a:p>
        </p:txBody>
      </p:sp>
      <p:sp>
        <p:nvSpPr>
          <p:cNvPr id="5081" name="Text 47"/>
          <p:cNvSpPr txBox="1"/>
          <p:nvPr/>
        </p:nvSpPr>
        <p:spPr>
          <a:xfrm>
            <a:off x="4663440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▼52%</a:t>
            </a:r>
            <a:endParaRPr lang="en-US" sz="680" dirty="0"/>
          </a:p>
        </p:txBody>
      </p:sp>
      <p:sp>
        <p:nvSpPr>
          <p:cNvPr id="5082" name="Shape 45"/>
          <p:cNvSpPr/>
          <p:nvPr/>
        </p:nvSpPr>
        <p:spPr>
          <a:xfrm>
            <a:off x="5624380" y="2979015"/>
            <a:ext cx="297979" cy="4460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3" name="Text 46"/>
          <p:cNvSpPr txBox="1"/>
          <p:nvPr/>
        </p:nvSpPr>
        <p:spPr>
          <a:xfrm>
            <a:off x="5372913" y="280527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947</a:t>
            </a:r>
            <a:endParaRPr lang="en-US" sz="800" dirty="0"/>
          </a:p>
        </p:txBody>
      </p:sp>
      <p:sp>
        <p:nvSpPr>
          <p:cNvPr id="5084" name="Text 47"/>
          <p:cNvSpPr txBox="1"/>
          <p:nvPr/>
        </p:nvSpPr>
        <p:spPr>
          <a:xfrm>
            <a:off x="5372913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▲26%</a:t>
            </a:r>
            <a:endParaRPr lang="en-US" sz="680" dirty="0"/>
          </a:p>
        </p:txBody>
      </p:sp>
      <p:sp>
        <p:nvSpPr>
          <p:cNvPr id="5085" name="Shape 45"/>
          <p:cNvSpPr/>
          <p:nvPr/>
        </p:nvSpPr>
        <p:spPr>
          <a:xfrm>
            <a:off x="6333853" y="290474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6" name="Text 49"/>
          <p:cNvSpPr txBox="1"/>
          <p:nvPr/>
        </p:nvSpPr>
        <p:spPr>
          <a:xfrm>
            <a:off x="6082386" y="273100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2.524</a:t>
            </a:r>
            <a:endParaRPr lang="en-US" sz="900" dirty="0"/>
          </a:p>
        </p:txBody>
      </p:sp>
      <p:sp>
        <p:nvSpPr>
          <p:cNvPr id="5087" name="Text 47"/>
          <p:cNvSpPr txBox="1"/>
          <p:nvPr/>
        </p:nvSpPr>
        <p:spPr>
          <a:xfrm>
            <a:off x="6082386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▲167%</a:t>
            </a:r>
            <a:endParaRPr lang="en-US" sz="680" dirty="0"/>
          </a:p>
        </p:txBody>
      </p:sp>
      <p:sp>
        <p:nvSpPr>
          <p:cNvPr id="5088" name="Shape 45"/>
          <p:cNvSpPr/>
          <p:nvPr/>
        </p:nvSpPr>
        <p:spPr>
          <a:xfrm>
            <a:off x="7226206" y="2996563"/>
            <a:ext cx="297979" cy="2705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89" name="Text 46"/>
          <p:cNvSpPr txBox="1"/>
          <p:nvPr/>
        </p:nvSpPr>
        <p:spPr>
          <a:xfrm>
            <a:off x="6974738" y="282282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1.159</a:t>
            </a:r>
            <a:endParaRPr lang="en-US" sz="800" dirty="0"/>
          </a:p>
        </p:txBody>
      </p:sp>
      <p:sp>
        <p:nvSpPr>
          <p:cNvPr id="5090" name="Text 47"/>
          <p:cNvSpPr txBox="1"/>
          <p:nvPr/>
        </p:nvSpPr>
        <p:spPr>
          <a:xfrm>
            <a:off x="6974738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▼69%</a:t>
            </a:r>
            <a:endParaRPr lang="en-US" sz="680" dirty="0"/>
          </a:p>
        </p:txBody>
      </p:sp>
      <p:sp>
        <p:nvSpPr>
          <p:cNvPr id="5091" name="Shape 45"/>
          <p:cNvSpPr/>
          <p:nvPr/>
        </p:nvSpPr>
        <p:spPr>
          <a:xfrm>
            <a:off x="7935678" y="2951189"/>
            <a:ext cx="297979" cy="7242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2" name="Text 46"/>
          <p:cNvSpPr txBox="1"/>
          <p:nvPr/>
        </p:nvSpPr>
        <p:spPr>
          <a:xfrm>
            <a:off x="7684211" y="277745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3.103</a:t>
            </a:r>
            <a:endParaRPr lang="en-US" sz="800" dirty="0"/>
          </a:p>
        </p:txBody>
      </p:sp>
      <p:sp>
        <p:nvSpPr>
          <p:cNvPr id="5093" name="Text 47"/>
          <p:cNvSpPr txBox="1"/>
          <p:nvPr/>
        </p:nvSpPr>
        <p:spPr>
          <a:xfrm>
            <a:off x="7684211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▲168%</a:t>
            </a:r>
            <a:endParaRPr lang="en-US" sz="680" dirty="0"/>
          </a:p>
        </p:txBody>
      </p:sp>
      <p:sp>
        <p:nvSpPr>
          <p:cNvPr id="5094" name="Shape 45"/>
          <p:cNvSpPr/>
          <p:nvPr/>
        </p:nvSpPr>
        <p:spPr>
          <a:xfrm>
            <a:off x="8645151" y="290474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5" name="Text 49"/>
          <p:cNvSpPr txBox="1"/>
          <p:nvPr/>
        </p:nvSpPr>
        <p:spPr>
          <a:xfrm>
            <a:off x="8393684" y="273100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5.093</a:t>
            </a:r>
            <a:endParaRPr lang="en-US" sz="900" dirty="0"/>
          </a:p>
        </p:txBody>
      </p:sp>
      <p:sp>
        <p:nvSpPr>
          <p:cNvPr id="5096" name="Text 47"/>
          <p:cNvSpPr txBox="1"/>
          <p:nvPr/>
        </p:nvSpPr>
        <p:spPr>
          <a:xfrm>
            <a:off x="8393684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▲64%</a:t>
            </a:r>
            <a:endParaRPr lang="en-US" sz="680" dirty="0"/>
          </a:p>
        </p:txBody>
      </p:sp>
      <p:sp>
        <p:nvSpPr>
          <p:cNvPr id="5097" name="Shape 45"/>
          <p:cNvSpPr/>
          <p:nvPr/>
        </p:nvSpPr>
        <p:spPr>
          <a:xfrm>
            <a:off x="9537504" y="2997554"/>
            <a:ext cx="297979" cy="2606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9286037" y="282381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638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9286037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▼63%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10246977" y="2968961"/>
            <a:ext cx="297979" cy="5465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9995510" y="279522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1.338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9995510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▲110%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10956450" y="290474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10704982" y="273100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2.910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10704982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▲117%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4914907" y="3439927"/>
            <a:ext cx="297979" cy="10184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4663440" y="3266191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1.059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4663440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5624380" y="3446274"/>
            <a:ext cx="297979" cy="9550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5372913" y="327253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993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5372913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6333853" y="342290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6082386" y="32491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1.236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6082386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▲24%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7226206" y="3473104"/>
            <a:ext cx="297979" cy="686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6974738" y="32993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1.451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6974738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7935678" y="3448439"/>
            <a:ext cx="297979" cy="933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7684211" y="327470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1.972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7684211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▲36%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8645151" y="342290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8393684" y="32491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2.511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8393684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▲27%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9537504" y="3468512"/>
            <a:ext cx="297979" cy="7326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286037" y="329477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693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286037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▲14%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246977" y="3460749"/>
            <a:ext cx="297979" cy="8102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9995510" y="328701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767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9995510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▲11%</a:t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0956450" y="342290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704982" y="32491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1.125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704982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▲47%</a:t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4914907" y="3965326"/>
            <a:ext cx="297979" cy="9461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4663440" y="379159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698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4663440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▼37%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5624380" y="3957871"/>
            <a:ext cx="297979" cy="10206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5372913" y="378413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753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5372913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6333853" y="394106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6082386" y="376732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877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6082386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▲16%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7226206" y="4002115"/>
            <a:ext cx="297979" cy="5782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6974738" y="382837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1.191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6974738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▼44%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7935678" y="3988746"/>
            <a:ext cx="297979" cy="7119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7684211" y="381501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1.467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7684211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8645151" y="394106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8393684" y="376732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2.449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8393684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▲67%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9537504" y="4000210"/>
            <a:ext cx="297979" cy="5972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9286037" y="382647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473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9286037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▼32%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10246977" y="3994122"/>
            <a:ext cx="297979" cy="6581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9995510" y="382038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521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9995510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10956450" y="394106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10704982" y="376732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941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10704982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▲81%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4914907" y="4520291"/>
            <a:ext cx="297979" cy="5780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4663440" y="434655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443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4663440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▲99%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5624380" y="445922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5372913" y="42854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911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5372913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▲106%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6333853" y="4465096"/>
            <a:ext cx="297979" cy="11300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6082386" y="429136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866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6082386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7226206" y="4534042"/>
            <a:ext cx="297979" cy="4405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6974738" y="436030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822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6974738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▲51%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7935678" y="4494172"/>
            <a:ext cx="297979" cy="8392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7684211" y="432043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1.565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7684211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▲90%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8645151" y="445922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8393684" y="42854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2.217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8393684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▲42%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9537504" y="4551922"/>
            <a:ext cx="297979" cy="2617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9286037" y="437818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220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9286037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▲114%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10246977" y="4495758"/>
            <a:ext cx="297979" cy="8233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9995510" y="4322022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693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9995510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▲215%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10956450" y="445922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10704982" y="42854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1.001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10704982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▲44%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4914907" y="5077968"/>
            <a:ext cx="297979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4663440" y="4904232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82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4663440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▼76%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5624380" y="5077968"/>
            <a:ext cx="297979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5372913" y="4904232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87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5372913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6333853" y="49773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6082386" y="48036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843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6082386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▲869%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7226206" y="5071904"/>
            <a:ext cx="297979" cy="2435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6974738" y="48981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271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6974738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▼67%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7935678" y="5063030"/>
            <a:ext cx="297979" cy="3322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7684211" y="488929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370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7684211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▲37%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8645151" y="49773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8393684" y="48036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1.322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8393684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▲257%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9537504" y="5060150"/>
            <a:ext cx="297979" cy="3610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9286037" y="488641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149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9286037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10246977" y="5067927"/>
            <a:ext cx="297979" cy="2832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9995510" y="4894191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117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9995510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▼21%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10956450" y="49773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10704982" y="48036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491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10704982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▲320%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yang Dilakukan per Tanggal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184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824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20370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202082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07238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288950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22" name="Shape 15"/>
          <p:cNvSpPr/>
          <p:nvPr/>
        </p:nvSpPr>
        <p:spPr>
          <a:xfrm>
            <a:off x="3749040" y="1417320"/>
            <a:ext cx="0" cy="56692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1440180"/>
            <a:ext cx="109728" cy="10972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986784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</a:t>
            </a:r>
            <a:endParaRPr lang="en-US" sz="680" dirty="0"/>
          </a:p>
        </p:txBody>
      </p:sp>
      <p:sp>
        <p:nvSpPr>
          <p:cNvPr id="25" name="Text 17"/>
          <p:cNvSpPr txBox="1"/>
          <p:nvPr/>
        </p:nvSpPr>
        <p:spPr>
          <a:xfrm>
            <a:off x="3840480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13.396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164592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986784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BPBD</a:t>
            </a:r>
            <a:endParaRPr lang="en-US" sz="680" dirty="0"/>
          </a:p>
        </p:txBody>
      </p:sp>
      <p:sp>
        <p:nvSpPr>
          <p:cNvPr id="28" name="Text 19"/>
          <p:cNvSpPr txBox="1"/>
          <p:nvPr/>
        </p:nvSpPr>
        <p:spPr>
          <a:xfrm>
            <a:off x="3840480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11.231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1851660"/>
            <a:ext cx="109728" cy="10972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986784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Polri</a:t>
            </a:r>
            <a:endParaRPr lang="en-US" sz="680" dirty="0"/>
          </a:p>
        </p:txBody>
      </p:sp>
      <p:sp>
        <p:nvSpPr>
          <p:cNvPr id="31" name="Text 21"/>
          <p:cNvSpPr txBox="1"/>
          <p:nvPr/>
        </p:nvSpPr>
        <p:spPr>
          <a:xfrm>
            <a:off x="3840480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10.446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16%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4978" y="1440180"/>
            <a:ext cx="109728" cy="10972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231282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Swasta</a:t>
            </a:r>
            <a:endParaRPr lang="en-US" sz="680" dirty="0"/>
          </a:p>
        </p:txBody>
      </p:sp>
      <p:sp>
        <p:nvSpPr>
          <p:cNvPr id="34" name="Text 23"/>
          <p:cNvSpPr txBox="1"/>
          <p:nvPr/>
        </p:nvSpPr>
        <p:spPr>
          <a:xfrm>
            <a:off x="5084978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8.950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14%</a:t>
            </a:r>
            <a:endParaRPr lang="en-US" sz="1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4978" y="1645920"/>
            <a:ext cx="109728" cy="10972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231282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Relawan</a:t>
            </a:r>
            <a:endParaRPr lang="en-US" sz="680" dirty="0"/>
          </a:p>
        </p:txBody>
      </p:sp>
      <p:sp>
        <p:nvSpPr>
          <p:cNvPr id="37" name="Text 25"/>
          <p:cNvSpPr txBox="1"/>
          <p:nvPr/>
        </p:nvSpPr>
        <p:spPr>
          <a:xfrm>
            <a:off x="5084978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8.201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13%</a:t>
            </a:r>
            <a:endParaRPr lang="en-US" sz="12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4978" y="1851660"/>
            <a:ext cx="109728" cy="10972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231282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</a:t>
            </a:r>
            <a:endParaRPr lang="en-US" sz="680" dirty="0"/>
          </a:p>
        </p:txBody>
      </p:sp>
      <p:sp>
        <p:nvSpPr>
          <p:cNvPr id="40" name="Text 27"/>
          <p:cNvSpPr txBox="1"/>
          <p:nvPr/>
        </p:nvSpPr>
        <p:spPr>
          <a:xfrm>
            <a:off x="5084978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4.767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9477" y="1440180"/>
            <a:ext cx="109728" cy="10972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475781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MPA</a:t>
            </a:r>
            <a:endParaRPr lang="en-US" sz="680" dirty="0"/>
          </a:p>
        </p:txBody>
      </p:sp>
      <p:sp>
        <p:nvSpPr>
          <p:cNvPr id="43" name="Text 29"/>
          <p:cNvSpPr txBox="1"/>
          <p:nvPr/>
        </p:nvSpPr>
        <p:spPr>
          <a:xfrm>
            <a:off x="6329477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4.749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9477" y="1645920"/>
            <a:ext cx="109728" cy="109728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6475781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Kehutanan</a:t>
            </a:r>
            <a:endParaRPr lang="en-US" sz="680" dirty="0"/>
          </a:p>
        </p:txBody>
      </p:sp>
      <p:sp>
        <p:nvSpPr>
          <p:cNvPr id="46" name="Text 31"/>
          <p:cNvSpPr txBox="1"/>
          <p:nvPr/>
        </p:nvSpPr>
        <p:spPr>
          <a:xfrm>
            <a:off x="6329477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9477" y="1851660"/>
            <a:ext cx="109728" cy="109728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6475781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M. Agni</a:t>
            </a:r>
            <a:endParaRPr lang="en-US" sz="680" dirty="0"/>
          </a:p>
        </p:txBody>
      </p:sp>
      <p:sp>
        <p:nvSpPr>
          <p:cNvPr id="49" name="Text 33"/>
          <p:cNvSpPr txBox="1"/>
          <p:nvPr/>
        </p:nvSpPr>
        <p:spPr>
          <a:xfrm>
            <a:off x="6329477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1.758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SETELAH OMC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dari 4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84" name="Shape 66"/>
          <p:cNvSpPr/>
          <p:nvPr/>
        </p:nvSpPr>
        <p:spPr>
          <a:xfrm>
            <a:off x="676656" y="3294126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85" name="Text 67"/>
          <p:cNvSpPr txBox="1"/>
          <p:nvPr/>
        </p:nvSpPr>
        <p:spPr>
          <a:xfrm>
            <a:off x="795528" y="310896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60" dirty="0"/>
          </a:p>
        </p:txBody>
      </p:sp>
      <p:sp>
        <p:nvSpPr>
          <p:cNvPr id="86" name="Text 68"/>
          <p:cNvSpPr txBox="1"/>
          <p:nvPr/>
        </p:nvSpPr>
        <p:spPr>
          <a:xfrm>
            <a:off x="2027869" y="310896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Ketapang, Kayong Utara</a:t>
            </a:r>
            <a:endParaRPr lang="en-US" sz="864" dirty="0"/>
          </a:p>
        </p:txBody>
      </p:sp>
      <p:sp>
        <p:nvSpPr>
          <p:cNvPr id="87" name="Shape 69"/>
          <p:cNvSpPr/>
          <p:nvPr/>
        </p:nvSpPr>
        <p:spPr>
          <a:xfrm>
            <a:off x="3561885" y="3170682"/>
            <a:ext cx="138623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88" name="Text 70"/>
          <p:cNvSpPr txBox="1"/>
          <p:nvPr/>
        </p:nvSpPr>
        <p:spPr>
          <a:xfrm>
            <a:off x="3561885" y="3170682"/>
            <a:ext cx="1386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RINGAN–LEBAT</a:t>
            </a:r>
            <a:endParaRPr lang="en-US" sz="756" dirty="0"/>
          </a:p>
        </p:txBody>
      </p:sp>
      <p:sp>
        <p:nvSpPr>
          <p:cNvPr id="89" name="Text 71"/>
          <p:cNvSpPr txBox="1"/>
          <p:nvPr/>
        </p:nvSpPr>
        <p:spPr>
          <a:xfrm>
            <a:off x="3561885" y="333527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 kab/kota, termasuk 2 sasaran</a:t>
            </a:r>
            <a:endParaRPr lang="en-US" sz="840" dirty="0"/>
          </a:p>
        </p:txBody>
      </p:sp>
      <p:sp>
        <p:nvSpPr>
          <p:cNvPr id="90" name="Shape 72"/>
          <p:cNvSpPr/>
          <p:nvPr/>
        </p:nvSpPr>
        <p:spPr>
          <a:xfrm>
            <a:off x="676656" y="3737610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55244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55244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Barito Selatan, Seruyan, Kotawaringin Timur dan Barat</a:t>
            </a:r>
            <a:endParaRPr lang="en-US" sz="864" dirty="0"/>
          </a:p>
        </p:txBody>
      </p:sp>
      <p:sp>
        <p:nvSpPr>
          <p:cNvPr id="93" name="Shape 75"/>
          <p:cNvSpPr/>
          <p:nvPr/>
        </p:nvSpPr>
        <p:spPr>
          <a:xfrm>
            <a:off x="3561885" y="3614166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6"/>
          <p:cNvSpPr txBox="1"/>
          <p:nvPr/>
        </p:nvSpPr>
        <p:spPr>
          <a:xfrm>
            <a:off x="3561885" y="361416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77875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4 kabupaten sasaran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4181094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99592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99592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Ogan Ilir, OKI, Banyuasin, Palembang</a:t>
            </a:r>
            <a:endParaRPr lang="en-US" sz="864" dirty="0"/>
          </a:p>
        </p:txBody>
      </p:sp>
      <p:sp>
        <p:nvSpPr>
          <p:cNvPr id="99" name="Shape 81"/>
          <p:cNvSpPr/>
          <p:nvPr/>
        </p:nvSpPr>
        <p:spPr>
          <a:xfrm>
            <a:off x="3561885" y="4057650"/>
            <a:ext cx="1452067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0" name="Text 82"/>
          <p:cNvSpPr txBox="1"/>
          <p:nvPr/>
        </p:nvSpPr>
        <p:spPr>
          <a:xfrm>
            <a:off x="3561885" y="4057650"/>
            <a:ext cx="145206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SANGAT RINGAN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22224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Ogan Ilir dan Lahat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624578"/>
            <a:ext cx="73152" cy="73152"/>
          </a:xfrm>
          <a:prstGeom prst="ellipse">
            <a:avLst/>
          </a:prstGeom>
          <a:solidFill>
            <a:srgbClr val="C4CAD3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439412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439412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Tabalong, Banjar, Barito Kuala</a:t>
            </a:r>
            <a:endParaRPr lang="en-US" sz="864" dirty="0"/>
          </a:p>
        </p:txBody>
      </p:sp>
      <p:sp>
        <p:nvSpPr>
          <p:cNvPr id="105" name="Shape 87"/>
          <p:cNvSpPr/>
          <p:nvPr/>
        </p:nvSpPr>
        <p:spPr>
          <a:xfrm>
            <a:off x="3561885" y="4501134"/>
            <a:ext cx="925373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06" name="Text 88"/>
          <p:cNvSpPr txBox="1"/>
          <p:nvPr/>
        </p:nvSpPr>
        <p:spPr>
          <a:xfrm>
            <a:off x="3561885" y="4501134"/>
            <a:ext cx="9253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665726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radar BMKG 24 jam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DRY ICE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856836" y="4983480"/>
            <a:ext cx="10424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856836" y="4983480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sortie, 4.700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BAHAN SEMAI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3.900 kg</a:t>
            </a:r>
            <a:endParaRPr lang="en-US" sz="864" dirty="0"/>
          </a:p>
        </p:txBody>
      </p:sp>
      <p:sp>
        <p:nvSpPr>
          <p:cNvPr id="121" name="Shape 102"/>
          <p:cNvSpPr/>
          <p:nvPr/>
        </p:nvSpPr>
        <p:spPr>
          <a:xfrm>
            <a:off x="3561885" y="5401818"/>
            <a:ext cx="118872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22" name="Text 103"/>
          <p:cNvSpPr txBox="1"/>
          <p:nvPr/>
        </p:nvSpPr>
        <p:spPr>
          <a:xfrm>
            <a:off x="3561885" y="540181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TURUN 36%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pagi, 1.907 ke 1.200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800 kg</a:t>
            </a:r>
            <a:endParaRPr lang="en-US" sz="864" dirty="0"/>
          </a:p>
        </p:txBody>
      </p:sp>
      <p:sp>
        <p:nvSpPr>
          <p:cNvPr id="129" name="Shape 110"/>
          <p:cNvSpPr/>
          <p:nvPr/>
        </p:nvSpPr>
        <p:spPr>
          <a:xfrm>
            <a:off x="3561885" y="5845302"/>
            <a:ext cx="138623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111"/>
          <p:cNvSpPr txBox="1"/>
          <p:nvPr/>
        </p:nvSpPr>
        <p:spPr>
          <a:xfrm>
            <a:off x="3561885" y="5845302"/>
            <a:ext cx="1386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JARAK PANDANG NAIK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Palembang, 700 m ke 7.000 m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53512"/>
            <a:ext cx="859033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53512"/>
            <a:ext cx="8590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8651093" y="2953512"/>
            <a:ext cx="2004411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8651093" y="2953512"/>
            <a:ext cx="20044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2826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337560"/>
            <a:ext cx="572689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337560"/>
            <a:ext cx="5726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364748" y="3337560"/>
            <a:ext cx="2290755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364748" y="3337560"/>
            <a:ext cx="22907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10746943" y="32826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6667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721608"/>
            <a:ext cx="859033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721608"/>
            <a:ext cx="8590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651093" y="3721608"/>
            <a:ext cx="2004411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651093" y="3721608"/>
            <a:ext cx="20044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10746943" y="36667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40507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4105656"/>
            <a:ext cx="859033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4105656"/>
            <a:ext cx="8590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651093" y="4105656"/>
            <a:ext cx="1431722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651093" y="4105656"/>
            <a:ext cx="1431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10174254" y="40507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434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489704"/>
            <a:ext cx="286344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489704"/>
            <a:ext cx="28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8078404" y="4489704"/>
            <a:ext cx="1145377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8078404" y="4489704"/>
            <a:ext cx="11453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9315221" y="44348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8188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873752"/>
            <a:ext cx="572689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873752"/>
            <a:ext cx="5726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8364748" y="4873752"/>
            <a:ext cx="859033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8364748" y="4873752"/>
            <a:ext cx="8590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9315221" y="4818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52029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5257800"/>
            <a:ext cx="286344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5257800"/>
            <a:ext cx="28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8078404" y="5257800"/>
            <a:ext cx="286344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8078404" y="5257800"/>
            <a:ext cx="28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456188" y="52029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55869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792060" y="5641848"/>
            <a:ext cx="286344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792060" y="5641848"/>
            <a:ext cx="28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169844" y="55869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Shape 171"/>
          <p:cNvSpPr/>
          <p:nvPr/>
        </p:nvSpPr>
        <p:spPr>
          <a:xfrm>
            <a:off x="6292444" y="6044184"/>
            <a:ext cx="5222596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4" name="Text 172"/>
          <p:cNvSpPr txBox="1"/>
          <p:nvPr/>
        </p:nvSpPr>
        <p:spPr>
          <a:xfrm>
            <a:off x="6329020" y="6108192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PEMILIK</a:t>
            </a:r>
            <a:endParaRPr lang="en-US" sz="600" dirty="0"/>
          </a:p>
        </p:txBody>
      </p:sp>
      <p:sp>
        <p:nvSpPr>
          <p:cNvPr id="195" name="Shape 173"/>
          <p:cNvSpPr/>
          <p:nvPr/>
        </p:nvSpPr>
        <p:spPr>
          <a:xfrm>
            <a:off x="6895948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9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69100" y="6140196"/>
            <a:ext cx="109728" cy="109728"/>
          </a:xfrm>
          <a:prstGeom prst="rect">
            <a:avLst/>
          </a:prstGeom>
        </p:spPr>
      </p:pic>
      <p:sp>
        <p:nvSpPr>
          <p:cNvPr id="197" name="Text 174"/>
          <p:cNvSpPr txBox="1"/>
          <p:nvPr/>
        </p:nvSpPr>
        <p:spPr>
          <a:xfrm>
            <a:off x="7060540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D6E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BNPB  </a:t>
            </a:r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</a:t>
            </a:r>
            <a:endParaRPr lang="en-US" sz="700" dirty="0"/>
          </a:p>
        </p:txBody>
      </p:sp>
      <p:sp>
        <p:nvSpPr>
          <p:cNvPr id="198" name="Shape 175"/>
          <p:cNvSpPr/>
          <p:nvPr/>
        </p:nvSpPr>
        <p:spPr>
          <a:xfrm>
            <a:off x="7659472" y="6108192"/>
            <a:ext cx="598932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19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32624" y="6140196"/>
            <a:ext cx="109728" cy="109728"/>
          </a:xfrm>
          <a:prstGeom prst="rect">
            <a:avLst/>
          </a:prstGeom>
        </p:spPr>
      </p:pic>
      <p:sp>
        <p:nvSpPr>
          <p:cNvPr id="200" name="Text 176"/>
          <p:cNvSpPr txBox="1"/>
          <p:nvPr/>
        </p:nvSpPr>
        <p:spPr>
          <a:xfrm>
            <a:off x="7824064" y="6108192"/>
            <a:ext cx="4160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700" dirty="0"/>
          </a:p>
        </p:txBody>
      </p:sp>
      <p:sp>
        <p:nvSpPr>
          <p:cNvPr id="201" name="Shape 177"/>
          <p:cNvSpPr/>
          <p:nvPr/>
        </p:nvSpPr>
        <p:spPr>
          <a:xfrm>
            <a:off x="8322412" y="6108192"/>
            <a:ext cx="850392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0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95564" y="6140196"/>
            <a:ext cx="109728" cy="109728"/>
          </a:xfrm>
          <a:prstGeom prst="rect">
            <a:avLst/>
          </a:prstGeom>
        </p:spPr>
      </p:pic>
      <p:sp>
        <p:nvSpPr>
          <p:cNvPr id="203" name="Text 178"/>
          <p:cNvSpPr txBox="1"/>
          <p:nvPr/>
        </p:nvSpPr>
        <p:spPr>
          <a:xfrm>
            <a:off x="8487004" y="6108192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Kemenhut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04" name="Shape 179"/>
          <p:cNvSpPr/>
          <p:nvPr/>
        </p:nvSpPr>
        <p:spPr>
          <a:xfrm>
            <a:off x="9236812" y="6108192"/>
            <a:ext cx="1001268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0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09964" y="6140196"/>
            <a:ext cx="109728" cy="109728"/>
          </a:xfrm>
          <a:prstGeom prst="rect">
            <a:avLst/>
          </a:prstGeom>
        </p:spPr>
      </p:pic>
      <p:sp>
        <p:nvSpPr>
          <p:cNvPr id="206" name="Text 180"/>
          <p:cNvSpPr txBox="1"/>
          <p:nvPr/>
        </p:nvSpPr>
        <p:spPr>
          <a:xfrm>
            <a:off x="9401404" y="6108192"/>
            <a:ext cx="8183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 Sinarmas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3.250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14.807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33.021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15.883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 2026, 22.33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357632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04672" y="1549908"/>
            <a:ext cx="274320" cy="274320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207008" y="1435608"/>
            <a:ext cx="288137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900" b="1" spc="10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207008" y="1435608"/>
            <a:ext cx="284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14.807</a:t>
            </a:r>
            <a:r>
              <a:rPr lang="id-ID" sz="10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4307840" y="1435608"/>
            <a:ext cx="357632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4472432" y="1549908"/>
            <a:ext cx="274320" cy="274320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4874768" y="1435608"/>
            <a:ext cx="288137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900" b="1" spc="10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08" name="Peta 9008"/>
          <p:cNvSpPr/>
          <p:nvPr/>
        </p:nvSpPr>
        <p:spPr>
          <a:xfrm>
            <a:off x="4874768" y="1435608"/>
            <a:ext cx="284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33.021</a:t>
            </a:r>
            <a:r>
              <a:rPr lang="id-ID" sz="10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09" name="Peta 9009"/>
          <p:cNvSpPr/>
          <p:nvPr/>
        </p:nvSpPr>
        <p:spPr>
          <a:xfrm>
            <a:off x="7975600" y="1435608"/>
            <a:ext cx="357632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8140192" y="1549908"/>
            <a:ext cx="274320" cy="274320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8542528" y="1435608"/>
            <a:ext cx="288137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900" b="1" spc="10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2" name="Peta 9012"/>
          <p:cNvSpPr/>
          <p:nvPr/>
        </p:nvSpPr>
        <p:spPr>
          <a:xfrm>
            <a:off x="8542528" y="1435608"/>
            <a:ext cx="284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15.883</a:t>
            </a:r>
            <a:r>
              <a:rPr lang="id-ID" sz="10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7735920" y="2029968"/>
            <a:ext cx="1006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4" name="Peta 9014"/>
          <p:cNvSpPr/>
          <p:nvPr/>
        </p:nvSpPr>
        <p:spPr>
          <a:xfrm>
            <a:off x="876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5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824216" y="2139696"/>
            <a:ext cx="118872" cy="118872"/>
          </a:xfrm>
          <a:prstGeom prst="rect">
            <a:avLst/>
          </a:prstGeom>
        </p:spPr>
      </p:pic>
      <p:sp>
        <p:nvSpPr>
          <p:cNvPr id="9016" name="Peta 9016"/>
          <p:cNvSpPr/>
          <p:nvPr/>
        </p:nvSpPr>
        <p:spPr>
          <a:xfrm>
            <a:off x="8970520" y="2029968"/>
            <a:ext cx="64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56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17" name="Peta 9017"/>
          <p:cNvSpPr/>
          <p:nvPr/>
        </p:nvSpPr>
        <p:spPr>
          <a:xfrm>
            <a:off x="9649352" y="2029968"/>
            <a:ext cx="98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8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704216" y="2139696"/>
            <a:ext cx="118872" cy="118872"/>
          </a:xfrm>
          <a:prstGeom prst="rect">
            <a:avLst/>
          </a:prstGeom>
        </p:spPr>
      </p:pic>
      <p:sp>
        <p:nvSpPr>
          <p:cNvPr id="9019" name="Peta 9019"/>
          <p:cNvSpPr/>
          <p:nvPr/>
        </p:nvSpPr>
        <p:spPr>
          <a:xfrm>
            <a:off x="9850520" y="2029968"/>
            <a:ext cx="77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56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0" name="Peta 9020"/>
          <p:cNvSpPr/>
          <p:nvPr/>
        </p:nvSpPr>
        <p:spPr>
          <a:xfrm>
            <a:off x="10659352" y="2029968"/>
            <a:ext cx="8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1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714216" y="2139696"/>
            <a:ext cx="118872" cy="118872"/>
          </a:xfrm>
          <a:prstGeom prst="rect">
            <a:avLst/>
          </a:prstGeom>
        </p:spPr>
      </p:pic>
      <p:sp>
        <p:nvSpPr>
          <p:cNvPr id="9022" name="Peta 9022"/>
          <p:cNvSpPr/>
          <p:nvPr/>
        </p:nvSpPr>
        <p:spPr>
          <a:xfrm>
            <a:off x="10860520" y="2029968"/>
            <a:ext cx="68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56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3" name="Peta 9023"/>
          <p:cNvSpPr/>
          <p:nvPr/>
        </p:nvSpPr>
        <p:spPr>
          <a:xfrm>
            <a:off x="7507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24" name="Peta 9024"/>
          <p:cNvSpPr/>
          <p:nvPr/>
        </p:nvSpPr>
        <p:spPr>
          <a:xfrm>
            <a:off x="7781640" y="2414016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</a:p>
        </p:txBody>
      </p:sp>
      <p:sp>
        <p:nvSpPr>
          <p:cNvPr id="9025" name="Peta 9025"/>
          <p:cNvSpPr/>
          <p:nvPr/>
        </p:nvSpPr>
        <p:spPr>
          <a:xfrm>
            <a:off x="8741920" y="241401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3.250</a:t>
            </a:r>
          </a:p>
        </p:txBody>
      </p:sp>
      <p:sp>
        <p:nvSpPr>
          <p:cNvPr id="9026" name="Peta 9026"/>
          <p:cNvSpPr/>
          <p:nvPr/>
        </p:nvSpPr>
        <p:spPr>
          <a:xfrm>
            <a:off x="931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▲38%</a:t>
            </a:r>
          </a:p>
        </p:txBody>
      </p:sp>
      <p:sp>
        <p:nvSpPr>
          <p:cNvPr id="9027" name="Peta 9027"/>
          <p:cNvSpPr/>
          <p:nvPr/>
        </p:nvSpPr>
        <p:spPr>
          <a:xfrm>
            <a:off x="9621920" y="2414016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8.527</a:t>
            </a:r>
          </a:p>
        </p:txBody>
      </p:sp>
      <p:sp>
        <p:nvSpPr>
          <p:cNvPr id="9028" name="Peta 9028"/>
          <p:cNvSpPr/>
          <p:nvPr/>
        </p:nvSpPr>
        <p:spPr>
          <a:xfrm>
            <a:off x="1032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▲28%</a:t>
            </a:r>
          </a:p>
        </p:txBody>
      </p:sp>
      <p:sp>
        <p:nvSpPr>
          <p:cNvPr id="9029" name="Peta 9029"/>
          <p:cNvSpPr/>
          <p:nvPr/>
        </p:nvSpPr>
        <p:spPr>
          <a:xfrm>
            <a:off x="10631920" y="2414016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5.477</a:t>
            </a:r>
          </a:p>
        </p:txBody>
      </p:sp>
      <p:sp>
        <p:nvSpPr>
          <p:cNvPr id="9030" name="Peta 9030"/>
          <p:cNvSpPr/>
          <p:nvPr/>
        </p:nvSpPr>
        <p:spPr>
          <a:xfrm>
            <a:off x="1124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▲9%</a:t>
            </a:r>
          </a:p>
        </p:txBody>
      </p:sp>
      <p:sp>
        <p:nvSpPr>
          <p:cNvPr id="9031" name="Peta 9031"/>
          <p:cNvSpPr/>
          <p:nvPr/>
        </p:nvSpPr>
        <p:spPr>
          <a:xfrm>
            <a:off x="7479888" y="2745028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32" name="Peta 9032"/>
          <p:cNvSpPr/>
          <p:nvPr/>
        </p:nvSpPr>
        <p:spPr>
          <a:xfrm>
            <a:off x="7507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33" name="Peta 9033"/>
          <p:cNvSpPr/>
          <p:nvPr/>
        </p:nvSpPr>
        <p:spPr>
          <a:xfrm>
            <a:off x="7781640" y="2745028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</a:p>
        </p:txBody>
      </p:sp>
      <p:sp>
        <p:nvSpPr>
          <p:cNvPr id="9034" name="Peta 9034"/>
          <p:cNvSpPr/>
          <p:nvPr/>
        </p:nvSpPr>
        <p:spPr>
          <a:xfrm>
            <a:off x="8741920" y="274502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2.524</a:t>
            </a:r>
          </a:p>
        </p:txBody>
      </p:sp>
      <p:sp>
        <p:nvSpPr>
          <p:cNvPr id="9035" name="Peta 9035"/>
          <p:cNvSpPr/>
          <p:nvPr/>
        </p:nvSpPr>
        <p:spPr>
          <a:xfrm>
            <a:off x="931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▲167%</a:t>
            </a:r>
          </a:p>
        </p:txBody>
      </p:sp>
      <p:sp>
        <p:nvSpPr>
          <p:cNvPr id="9036" name="Peta 9036"/>
          <p:cNvSpPr/>
          <p:nvPr/>
        </p:nvSpPr>
        <p:spPr>
          <a:xfrm>
            <a:off x="9621920" y="2745028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5.093</a:t>
            </a:r>
          </a:p>
        </p:txBody>
      </p:sp>
      <p:sp>
        <p:nvSpPr>
          <p:cNvPr id="9037" name="Peta 9037"/>
          <p:cNvSpPr/>
          <p:nvPr/>
        </p:nvSpPr>
        <p:spPr>
          <a:xfrm>
            <a:off x="1032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▲64%</a:t>
            </a:r>
          </a:p>
        </p:txBody>
      </p:sp>
      <p:sp>
        <p:nvSpPr>
          <p:cNvPr id="9038" name="Peta 9038"/>
          <p:cNvSpPr/>
          <p:nvPr/>
        </p:nvSpPr>
        <p:spPr>
          <a:xfrm>
            <a:off x="10631920" y="2745028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2.910</a:t>
            </a:r>
          </a:p>
        </p:txBody>
      </p:sp>
      <p:sp>
        <p:nvSpPr>
          <p:cNvPr id="9039" name="Peta 9039"/>
          <p:cNvSpPr/>
          <p:nvPr/>
        </p:nvSpPr>
        <p:spPr>
          <a:xfrm>
            <a:off x="1124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▲117%</a:t>
            </a:r>
          </a:p>
        </p:txBody>
      </p:sp>
      <p:sp>
        <p:nvSpPr>
          <p:cNvPr id="9040" name="Peta 9040"/>
          <p:cNvSpPr/>
          <p:nvPr/>
        </p:nvSpPr>
        <p:spPr>
          <a:xfrm>
            <a:off x="7479888" y="3076040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1" name="Peta 9041"/>
          <p:cNvSpPr/>
          <p:nvPr/>
        </p:nvSpPr>
        <p:spPr>
          <a:xfrm>
            <a:off x="7507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42" name="Peta 9042"/>
          <p:cNvSpPr/>
          <p:nvPr/>
        </p:nvSpPr>
        <p:spPr>
          <a:xfrm>
            <a:off x="7781640" y="3076040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</a:p>
        </p:txBody>
      </p:sp>
      <p:sp>
        <p:nvSpPr>
          <p:cNvPr id="9043" name="Peta 9043"/>
          <p:cNvSpPr/>
          <p:nvPr/>
        </p:nvSpPr>
        <p:spPr>
          <a:xfrm>
            <a:off x="8741920" y="307604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1.236</a:t>
            </a:r>
          </a:p>
        </p:txBody>
      </p:sp>
      <p:sp>
        <p:nvSpPr>
          <p:cNvPr id="9044" name="Peta 9044"/>
          <p:cNvSpPr/>
          <p:nvPr/>
        </p:nvSpPr>
        <p:spPr>
          <a:xfrm>
            <a:off x="931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▲24%</a:t>
            </a:r>
          </a:p>
        </p:txBody>
      </p:sp>
      <p:sp>
        <p:nvSpPr>
          <p:cNvPr id="9045" name="Peta 9045"/>
          <p:cNvSpPr/>
          <p:nvPr/>
        </p:nvSpPr>
        <p:spPr>
          <a:xfrm>
            <a:off x="9621920" y="3076040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2.511</a:t>
            </a:r>
          </a:p>
        </p:txBody>
      </p:sp>
      <p:sp>
        <p:nvSpPr>
          <p:cNvPr id="9046" name="Peta 9046"/>
          <p:cNvSpPr/>
          <p:nvPr/>
        </p:nvSpPr>
        <p:spPr>
          <a:xfrm>
            <a:off x="1032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▲27%</a:t>
            </a:r>
          </a:p>
        </p:txBody>
      </p:sp>
      <p:sp>
        <p:nvSpPr>
          <p:cNvPr id="9047" name="Peta 9047"/>
          <p:cNvSpPr/>
          <p:nvPr/>
        </p:nvSpPr>
        <p:spPr>
          <a:xfrm>
            <a:off x="10631920" y="3076040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1.125</a:t>
            </a:r>
          </a:p>
        </p:txBody>
      </p:sp>
      <p:sp>
        <p:nvSpPr>
          <p:cNvPr id="9048" name="Peta 9048"/>
          <p:cNvSpPr/>
          <p:nvPr/>
        </p:nvSpPr>
        <p:spPr>
          <a:xfrm>
            <a:off x="1124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▲47%</a:t>
            </a:r>
          </a:p>
        </p:txBody>
      </p:sp>
      <p:sp>
        <p:nvSpPr>
          <p:cNvPr id="9049" name="Peta 9049"/>
          <p:cNvSpPr/>
          <p:nvPr/>
        </p:nvSpPr>
        <p:spPr>
          <a:xfrm>
            <a:off x="7479888" y="3407052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0" name="Peta 9050"/>
          <p:cNvSpPr/>
          <p:nvPr/>
        </p:nvSpPr>
        <p:spPr>
          <a:xfrm>
            <a:off x="7507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51" name="Peta 9051"/>
          <p:cNvSpPr/>
          <p:nvPr/>
        </p:nvSpPr>
        <p:spPr>
          <a:xfrm>
            <a:off x="7781640" y="3407052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</a:p>
        </p:txBody>
      </p:sp>
      <p:sp>
        <p:nvSpPr>
          <p:cNvPr id="9052" name="Peta 9052"/>
          <p:cNvSpPr/>
          <p:nvPr/>
        </p:nvSpPr>
        <p:spPr>
          <a:xfrm>
            <a:off x="8741920" y="340705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877</a:t>
            </a:r>
          </a:p>
        </p:txBody>
      </p:sp>
      <p:sp>
        <p:nvSpPr>
          <p:cNvPr id="9053" name="Peta 9053"/>
          <p:cNvSpPr/>
          <p:nvPr/>
        </p:nvSpPr>
        <p:spPr>
          <a:xfrm>
            <a:off x="931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▲16%</a:t>
            </a:r>
          </a:p>
        </p:txBody>
      </p:sp>
      <p:sp>
        <p:nvSpPr>
          <p:cNvPr id="9054" name="Peta 9054"/>
          <p:cNvSpPr/>
          <p:nvPr/>
        </p:nvSpPr>
        <p:spPr>
          <a:xfrm>
            <a:off x="9621920" y="3407052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2.449</a:t>
            </a:r>
          </a:p>
        </p:txBody>
      </p:sp>
      <p:sp>
        <p:nvSpPr>
          <p:cNvPr id="9055" name="Peta 9055"/>
          <p:cNvSpPr/>
          <p:nvPr/>
        </p:nvSpPr>
        <p:spPr>
          <a:xfrm>
            <a:off x="1032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▲67%</a:t>
            </a:r>
          </a:p>
        </p:txBody>
      </p:sp>
      <p:sp>
        <p:nvSpPr>
          <p:cNvPr id="9056" name="Peta 9056"/>
          <p:cNvSpPr/>
          <p:nvPr/>
        </p:nvSpPr>
        <p:spPr>
          <a:xfrm>
            <a:off x="10631920" y="3407052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941</a:t>
            </a:r>
          </a:p>
        </p:txBody>
      </p:sp>
      <p:sp>
        <p:nvSpPr>
          <p:cNvPr id="9057" name="Peta 9057"/>
          <p:cNvSpPr/>
          <p:nvPr/>
        </p:nvSpPr>
        <p:spPr>
          <a:xfrm>
            <a:off x="1124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▲81%</a:t>
            </a:r>
          </a:p>
        </p:txBody>
      </p:sp>
      <p:sp>
        <p:nvSpPr>
          <p:cNvPr id="9058" name="Peta 9058"/>
          <p:cNvSpPr/>
          <p:nvPr/>
        </p:nvSpPr>
        <p:spPr>
          <a:xfrm>
            <a:off x="7479888" y="3738064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9" name="Peta 9059"/>
          <p:cNvSpPr/>
          <p:nvPr/>
        </p:nvSpPr>
        <p:spPr>
          <a:xfrm>
            <a:off x="7507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60" name="Peta 9060"/>
          <p:cNvSpPr/>
          <p:nvPr/>
        </p:nvSpPr>
        <p:spPr>
          <a:xfrm>
            <a:off x="7781640" y="3738064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</a:p>
        </p:txBody>
      </p:sp>
      <p:sp>
        <p:nvSpPr>
          <p:cNvPr id="9061" name="Peta 9061"/>
          <p:cNvSpPr/>
          <p:nvPr/>
        </p:nvSpPr>
        <p:spPr>
          <a:xfrm>
            <a:off x="8741920" y="373806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866</a:t>
            </a:r>
          </a:p>
        </p:txBody>
      </p:sp>
      <p:sp>
        <p:nvSpPr>
          <p:cNvPr id="9062" name="Peta 9062"/>
          <p:cNvSpPr/>
          <p:nvPr/>
        </p:nvSpPr>
        <p:spPr>
          <a:xfrm>
            <a:off x="931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▼5%</a:t>
            </a:r>
          </a:p>
        </p:txBody>
      </p:sp>
      <p:sp>
        <p:nvSpPr>
          <p:cNvPr id="9063" name="Peta 9063"/>
          <p:cNvSpPr/>
          <p:nvPr/>
        </p:nvSpPr>
        <p:spPr>
          <a:xfrm>
            <a:off x="9621920" y="3738064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2.217</a:t>
            </a:r>
          </a:p>
        </p:txBody>
      </p:sp>
      <p:sp>
        <p:nvSpPr>
          <p:cNvPr id="9064" name="Peta 9064"/>
          <p:cNvSpPr/>
          <p:nvPr/>
        </p:nvSpPr>
        <p:spPr>
          <a:xfrm>
            <a:off x="1032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▲42%</a:t>
            </a:r>
          </a:p>
        </p:txBody>
      </p:sp>
      <p:sp>
        <p:nvSpPr>
          <p:cNvPr id="9065" name="Peta 9065"/>
          <p:cNvSpPr/>
          <p:nvPr/>
        </p:nvSpPr>
        <p:spPr>
          <a:xfrm>
            <a:off x="10631920" y="3738064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1.001</a:t>
            </a:r>
          </a:p>
        </p:txBody>
      </p:sp>
      <p:sp>
        <p:nvSpPr>
          <p:cNvPr id="9066" name="Peta 9066"/>
          <p:cNvSpPr/>
          <p:nvPr/>
        </p:nvSpPr>
        <p:spPr>
          <a:xfrm>
            <a:off x="1124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▲44%</a:t>
            </a:r>
          </a:p>
        </p:txBody>
      </p:sp>
      <p:sp>
        <p:nvSpPr>
          <p:cNvPr id="9067" name="Peta 9067"/>
          <p:cNvSpPr/>
          <p:nvPr/>
        </p:nvSpPr>
        <p:spPr>
          <a:xfrm>
            <a:off x="7479888" y="4069076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8" name="Peta 9068"/>
          <p:cNvSpPr/>
          <p:nvPr/>
        </p:nvSpPr>
        <p:spPr>
          <a:xfrm>
            <a:off x="7507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69" name="Peta 9069"/>
          <p:cNvSpPr/>
          <p:nvPr/>
        </p:nvSpPr>
        <p:spPr>
          <a:xfrm>
            <a:off x="7781640" y="4069076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Jambi</a:t>
            </a:r>
          </a:p>
        </p:txBody>
      </p:sp>
      <p:sp>
        <p:nvSpPr>
          <p:cNvPr id="9070" name="Peta 9070"/>
          <p:cNvSpPr/>
          <p:nvPr/>
        </p:nvSpPr>
        <p:spPr>
          <a:xfrm>
            <a:off x="8741920" y="406907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843</a:t>
            </a:r>
          </a:p>
        </p:txBody>
      </p:sp>
      <p:sp>
        <p:nvSpPr>
          <p:cNvPr id="9071" name="Peta 9071"/>
          <p:cNvSpPr/>
          <p:nvPr/>
        </p:nvSpPr>
        <p:spPr>
          <a:xfrm>
            <a:off x="931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▲869%</a:t>
            </a:r>
          </a:p>
        </p:txBody>
      </p:sp>
      <p:sp>
        <p:nvSpPr>
          <p:cNvPr id="9072" name="Peta 9072"/>
          <p:cNvSpPr/>
          <p:nvPr/>
        </p:nvSpPr>
        <p:spPr>
          <a:xfrm>
            <a:off x="9621920" y="4069076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1.322</a:t>
            </a:r>
          </a:p>
        </p:txBody>
      </p:sp>
      <p:sp>
        <p:nvSpPr>
          <p:cNvPr id="9073" name="Peta 9073"/>
          <p:cNvSpPr/>
          <p:nvPr/>
        </p:nvSpPr>
        <p:spPr>
          <a:xfrm>
            <a:off x="1032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▲257%</a:t>
            </a:r>
          </a:p>
        </p:txBody>
      </p:sp>
      <p:sp>
        <p:nvSpPr>
          <p:cNvPr id="9074" name="Peta 9074"/>
          <p:cNvSpPr/>
          <p:nvPr/>
        </p:nvSpPr>
        <p:spPr>
          <a:xfrm>
            <a:off x="10631920" y="4069076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491</a:t>
            </a:r>
          </a:p>
        </p:txBody>
      </p:sp>
      <p:sp>
        <p:nvSpPr>
          <p:cNvPr id="9075" name="Peta 9075"/>
          <p:cNvSpPr/>
          <p:nvPr/>
        </p:nvSpPr>
        <p:spPr>
          <a:xfrm>
            <a:off x="1124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▲320%</a:t>
            </a:r>
          </a:p>
        </p:txBody>
      </p:sp>
      <p:sp>
        <p:nvSpPr>
          <p:cNvPr id="9076" name="Peta 9076"/>
          <p:cNvSpPr/>
          <p:nvPr/>
        </p:nvSpPr>
        <p:spPr>
          <a:xfrm>
            <a:off x="7479888" y="4400088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7" name="Peta 9077"/>
          <p:cNvSpPr/>
          <p:nvPr/>
        </p:nvSpPr>
        <p:spPr>
          <a:xfrm>
            <a:off x="7507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78" name="Peta 9078"/>
          <p:cNvSpPr/>
          <p:nvPr/>
        </p:nvSpPr>
        <p:spPr>
          <a:xfrm>
            <a:off x="7781640" y="4400088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</a:p>
        </p:txBody>
      </p:sp>
      <p:sp>
        <p:nvSpPr>
          <p:cNvPr id="9079" name="Peta 9079"/>
          <p:cNvSpPr/>
          <p:nvPr/>
        </p:nvSpPr>
        <p:spPr>
          <a:xfrm>
            <a:off x="8741920" y="440008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671</a:t>
            </a:r>
          </a:p>
        </p:txBody>
      </p:sp>
      <p:sp>
        <p:nvSpPr>
          <p:cNvPr id="9080" name="Peta 9080"/>
          <p:cNvSpPr/>
          <p:nvPr/>
        </p:nvSpPr>
        <p:spPr>
          <a:xfrm>
            <a:off x="931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▲347%</a:t>
            </a:r>
          </a:p>
        </p:txBody>
      </p:sp>
      <p:sp>
        <p:nvSpPr>
          <p:cNvPr id="9081" name="Peta 9081"/>
          <p:cNvSpPr/>
          <p:nvPr/>
        </p:nvSpPr>
        <p:spPr>
          <a:xfrm>
            <a:off x="9621920" y="4400088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1.148</a:t>
            </a:r>
          </a:p>
        </p:txBody>
      </p:sp>
      <p:sp>
        <p:nvSpPr>
          <p:cNvPr id="9082" name="Peta 9082"/>
          <p:cNvSpPr/>
          <p:nvPr/>
        </p:nvSpPr>
        <p:spPr>
          <a:xfrm>
            <a:off x="1032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▲87%</a:t>
            </a:r>
          </a:p>
        </p:txBody>
      </p:sp>
      <p:sp>
        <p:nvSpPr>
          <p:cNvPr id="9083" name="Peta 9083"/>
          <p:cNvSpPr/>
          <p:nvPr/>
        </p:nvSpPr>
        <p:spPr>
          <a:xfrm>
            <a:off x="10631920" y="4400088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133</a:t>
            </a:r>
          </a:p>
        </p:txBody>
      </p:sp>
      <p:sp>
        <p:nvSpPr>
          <p:cNvPr id="9084" name="Peta 9084"/>
          <p:cNvSpPr/>
          <p:nvPr/>
        </p:nvSpPr>
        <p:spPr>
          <a:xfrm>
            <a:off x="1124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▲41%</a:t>
            </a:r>
          </a:p>
        </p:txBody>
      </p:sp>
      <p:sp>
        <p:nvSpPr>
          <p:cNvPr id="9085" name="Peta 9085"/>
          <p:cNvSpPr/>
          <p:nvPr/>
        </p:nvSpPr>
        <p:spPr>
          <a:xfrm>
            <a:off x="7479888" y="4731100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6" name="Peta 9086"/>
          <p:cNvSpPr/>
          <p:nvPr/>
        </p:nvSpPr>
        <p:spPr>
          <a:xfrm>
            <a:off x="7507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087" name="Peta 9087"/>
          <p:cNvSpPr/>
          <p:nvPr/>
        </p:nvSpPr>
        <p:spPr>
          <a:xfrm>
            <a:off x="7781640" y="4731100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</a:p>
        </p:txBody>
      </p:sp>
      <p:sp>
        <p:nvSpPr>
          <p:cNvPr id="9088" name="Peta 9088"/>
          <p:cNvSpPr/>
          <p:nvPr/>
        </p:nvSpPr>
        <p:spPr>
          <a:xfrm>
            <a:off x="8741920" y="473110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611</a:t>
            </a:r>
          </a:p>
        </p:txBody>
      </p:sp>
      <p:sp>
        <p:nvSpPr>
          <p:cNvPr id="9089" name="Peta 9089"/>
          <p:cNvSpPr/>
          <p:nvPr/>
        </p:nvSpPr>
        <p:spPr>
          <a:xfrm>
            <a:off x="931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▲4%</a:t>
            </a:r>
          </a:p>
        </p:txBody>
      </p:sp>
      <p:sp>
        <p:nvSpPr>
          <p:cNvPr id="9090" name="Peta 9090"/>
          <p:cNvSpPr/>
          <p:nvPr/>
        </p:nvSpPr>
        <p:spPr>
          <a:xfrm>
            <a:off x="9621920" y="4731100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1.295</a:t>
            </a:r>
          </a:p>
        </p:txBody>
      </p:sp>
      <p:sp>
        <p:nvSpPr>
          <p:cNvPr id="9091" name="Peta 9091"/>
          <p:cNvSpPr/>
          <p:nvPr/>
        </p:nvSpPr>
        <p:spPr>
          <a:xfrm>
            <a:off x="1032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▲31%</a:t>
            </a:r>
          </a:p>
        </p:txBody>
      </p:sp>
      <p:sp>
        <p:nvSpPr>
          <p:cNvPr id="9092" name="Peta 9092"/>
          <p:cNvSpPr/>
          <p:nvPr/>
        </p:nvSpPr>
        <p:spPr>
          <a:xfrm>
            <a:off x="10631920" y="4731100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526</a:t>
            </a:r>
          </a:p>
        </p:txBody>
      </p:sp>
      <p:sp>
        <p:nvSpPr>
          <p:cNvPr id="9093" name="Peta 9093"/>
          <p:cNvSpPr/>
          <p:nvPr/>
        </p:nvSpPr>
        <p:spPr>
          <a:xfrm>
            <a:off x="1124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▲34%</a:t>
            </a:r>
          </a:p>
        </p:txBody>
      </p:sp>
      <p:sp>
        <p:nvSpPr>
          <p:cNvPr id="9094" name="Peta 9094"/>
          <p:cNvSpPr/>
          <p:nvPr/>
        </p:nvSpPr>
        <p:spPr>
          <a:xfrm>
            <a:off x="7479888" y="5062112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5" name="Peta 9095"/>
          <p:cNvSpPr/>
          <p:nvPr/>
        </p:nvSpPr>
        <p:spPr>
          <a:xfrm>
            <a:off x="7507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096" name="Peta 9096"/>
          <p:cNvSpPr/>
          <p:nvPr/>
        </p:nvSpPr>
        <p:spPr>
          <a:xfrm>
            <a:off x="7781640" y="5062112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</a:p>
        </p:txBody>
      </p:sp>
      <p:sp>
        <p:nvSpPr>
          <p:cNvPr id="9097" name="Peta 9097"/>
          <p:cNvSpPr/>
          <p:nvPr/>
        </p:nvSpPr>
        <p:spPr>
          <a:xfrm>
            <a:off x="8741920" y="506211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542</a:t>
            </a:r>
          </a:p>
        </p:txBody>
      </p:sp>
      <p:sp>
        <p:nvSpPr>
          <p:cNvPr id="9098" name="Peta 9098"/>
          <p:cNvSpPr/>
          <p:nvPr/>
        </p:nvSpPr>
        <p:spPr>
          <a:xfrm>
            <a:off x="931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▼8%</a:t>
            </a:r>
          </a:p>
        </p:txBody>
      </p:sp>
      <p:sp>
        <p:nvSpPr>
          <p:cNvPr id="9099" name="Peta 9099"/>
          <p:cNvSpPr/>
          <p:nvPr/>
        </p:nvSpPr>
        <p:spPr>
          <a:xfrm>
            <a:off x="9621920" y="5062112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1.244</a:t>
            </a:r>
          </a:p>
        </p:txBody>
      </p:sp>
      <p:sp>
        <p:nvSpPr>
          <p:cNvPr id="9100" name="Peta 9100"/>
          <p:cNvSpPr/>
          <p:nvPr/>
        </p:nvSpPr>
        <p:spPr>
          <a:xfrm>
            <a:off x="1032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▲28%</a:t>
            </a:r>
          </a:p>
        </p:txBody>
      </p:sp>
      <p:sp>
        <p:nvSpPr>
          <p:cNvPr id="9101" name="Peta 9101"/>
          <p:cNvSpPr/>
          <p:nvPr/>
        </p:nvSpPr>
        <p:spPr>
          <a:xfrm>
            <a:off x="10631920" y="5062112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466</a:t>
            </a:r>
          </a:p>
        </p:txBody>
      </p:sp>
      <p:sp>
        <p:nvSpPr>
          <p:cNvPr id="9102" name="Peta 9102"/>
          <p:cNvSpPr/>
          <p:nvPr/>
        </p:nvSpPr>
        <p:spPr>
          <a:xfrm>
            <a:off x="1124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▲44%</a:t>
            </a:r>
          </a:p>
        </p:txBody>
      </p:sp>
      <p:sp>
        <p:nvSpPr>
          <p:cNvPr id="9103" name="Peta 9103"/>
          <p:cNvSpPr/>
          <p:nvPr/>
        </p:nvSpPr>
        <p:spPr>
          <a:xfrm>
            <a:off x="7479888" y="5393124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4" name="Peta 9104"/>
          <p:cNvSpPr/>
          <p:nvPr/>
        </p:nvSpPr>
        <p:spPr>
          <a:xfrm>
            <a:off x="7507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05" name="Peta 9105"/>
          <p:cNvSpPr/>
          <p:nvPr/>
        </p:nvSpPr>
        <p:spPr>
          <a:xfrm>
            <a:off x="7781640" y="5393124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Barat</a:t>
            </a:r>
          </a:p>
        </p:txBody>
      </p:sp>
      <p:sp>
        <p:nvSpPr>
          <p:cNvPr id="9106" name="Peta 9106"/>
          <p:cNvSpPr/>
          <p:nvPr/>
        </p:nvSpPr>
        <p:spPr>
          <a:xfrm>
            <a:off x="8741920" y="539312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529</a:t>
            </a:r>
          </a:p>
        </p:txBody>
      </p:sp>
      <p:sp>
        <p:nvSpPr>
          <p:cNvPr id="9107" name="Peta 9107"/>
          <p:cNvSpPr/>
          <p:nvPr/>
        </p:nvSpPr>
        <p:spPr>
          <a:xfrm>
            <a:off x="931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▲151%</a:t>
            </a:r>
          </a:p>
        </p:txBody>
      </p:sp>
      <p:sp>
        <p:nvSpPr>
          <p:cNvPr id="9108" name="Peta 9108"/>
          <p:cNvSpPr/>
          <p:nvPr/>
        </p:nvSpPr>
        <p:spPr>
          <a:xfrm>
            <a:off x="9621920" y="5393124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1.239</a:t>
            </a:r>
          </a:p>
        </p:txBody>
      </p:sp>
      <p:sp>
        <p:nvSpPr>
          <p:cNvPr id="9109" name="Peta 9109"/>
          <p:cNvSpPr/>
          <p:nvPr/>
        </p:nvSpPr>
        <p:spPr>
          <a:xfrm>
            <a:off x="1032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▲76%</a:t>
            </a:r>
          </a:p>
        </p:txBody>
      </p:sp>
      <p:sp>
        <p:nvSpPr>
          <p:cNvPr id="9110" name="Peta 9110"/>
          <p:cNvSpPr/>
          <p:nvPr/>
        </p:nvSpPr>
        <p:spPr>
          <a:xfrm>
            <a:off x="10631920" y="5393124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900</a:t>
            </a:r>
          </a:p>
        </p:txBody>
      </p:sp>
      <p:sp>
        <p:nvSpPr>
          <p:cNvPr id="9111" name="Peta 9111"/>
          <p:cNvSpPr/>
          <p:nvPr/>
        </p:nvSpPr>
        <p:spPr>
          <a:xfrm>
            <a:off x="1124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▲56%</a:t>
            </a:r>
          </a:p>
        </p:txBody>
      </p:sp>
      <p:pic>
        <p:nvPicPr>
          <p:cNvPr id="9112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540530"/>
            <a:ext cx="6656928" cy="2673052"/>
          </a:xfrm>
          <a:prstGeom prst="rect">
            <a:avLst/>
          </a:prstGeom>
        </p:spPr>
      </p:pic>
      <p:sp>
        <p:nvSpPr>
          <p:cNvPr id="9113" name="Peta 9113"/>
          <p:cNvSpPr/>
          <p:nvPr/>
        </p:nvSpPr>
        <p:spPr>
          <a:xfrm>
            <a:off x="1413357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4" name="Peta 9114"/>
          <p:cNvSpPr/>
          <p:nvPr/>
        </p:nvSpPr>
        <p:spPr>
          <a:xfrm>
            <a:off x="1632813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15" name="Peta 9115"/>
          <p:cNvSpPr/>
          <p:nvPr/>
        </p:nvSpPr>
        <p:spPr>
          <a:xfrm>
            <a:off x="4095978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6" name="Peta 9116"/>
          <p:cNvSpPr/>
          <p:nvPr/>
        </p:nvSpPr>
        <p:spPr>
          <a:xfrm>
            <a:off x="4315434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17" name="Peta 9117"/>
          <p:cNvSpPr/>
          <p:nvPr/>
        </p:nvSpPr>
        <p:spPr>
          <a:xfrm>
            <a:off x="5921349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8" name="Peta 9118"/>
          <p:cNvSpPr/>
          <p:nvPr/>
        </p:nvSpPr>
        <p:spPr>
          <a:xfrm>
            <a:off x="6140805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  <p:sp>
        <p:nvSpPr>
          <p:cNvPr id="9119" name="Peta 9119"/>
          <p:cNvSpPr/>
          <p:nvPr/>
        </p:nvSpPr>
        <p:spPr>
          <a:xfrm>
            <a:off x="7270470" y="5939028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0" name="Peta 9120"/>
          <p:cNvSpPr/>
          <p:nvPr/>
        </p:nvSpPr>
        <p:spPr>
          <a:xfrm>
            <a:off x="7489926" y="5897880"/>
            <a:ext cx="1510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naik dari hari sebelumnya</a:t>
            </a:r>
          </a:p>
        </p:txBody>
      </p:sp>
      <p:sp>
        <p:nvSpPr>
          <p:cNvPr id="9121" name="Peta 9121"/>
          <p:cNvSpPr/>
          <p:nvPr/>
        </p:nvSpPr>
        <p:spPr>
          <a:xfrm>
            <a:off x="9000591" y="5939028"/>
            <a:ext cx="128016" cy="128016"/>
          </a:xfrm>
          <a:prstGeom prst="rect">
            <a:avLst/>
          </a:prstGeom>
          <a:solidFill>
            <a:srgbClr val="2F86D1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2" name="Peta 9122"/>
          <p:cNvSpPr/>
          <p:nvPr/>
        </p:nvSpPr>
        <p:spPr>
          <a:xfrm>
            <a:off x="9220047" y="5897880"/>
            <a:ext cx="155829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turun dari hari sebelumnya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