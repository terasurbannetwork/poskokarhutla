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4" Type="http://schemas.openxmlformats.org/officeDocument/2006/relationships/image" Target="../media/logo-74.png"/><Relationship Id="logo53" Type="http://schemas.openxmlformats.org/officeDocument/2006/relationships/image" Target="../media/logo-53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±4.373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±5.750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27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±703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29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197608"/>
            <a:ext cx="341757" cy="420624"/>
          </a:xfrm>
          <a:prstGeom prst="rect">
            <a:avLst/>
          </a:prstGeom>
        </p:spPr>
      </p:pic>
      <p:sp>
        <p:nvSpPr>
          <p:cNvPr id="5026" name="Text 81"/>
          <p:cNvSpPr txBox="1"/>
          <p:nvPr/>
        </p:nvSpPr>
        <p:spPr>
          <a:xfrm>
            <a:off x="1225296" y="228904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27" name="Shape 169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170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SEDANG</a:t>
            </a:r>
            <a:endParaRPr lang="en-US" sz="66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233928"/>
            <a:ext cx="302324" cy="420624"/>
          </a:xfrm>
          <a:prstGeom prst="rect">
            <a:avLst/>
          </a:prstGeom>
        </p:spPr>
      </p:pic>
      <p:sp>
        <p:nvSpPr>
          <p:cNvPr id="5042" name="Text 54"/>
          <p:cNvSpPr txBox="1"/>
          <p:nvPr/>
        </p:nvSpPr>
        <p:spPr>
          <a:xfrm>
            <a:off x="1225296" y="332536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50" name="Text 81"/>
          <p:cNvSpPr txBox="1"/>
          <p:nvPr/>
        </p:nvSpPr>
        <p:spPr>
          <a:xfrm>
            <a:off x="1225296" y="384352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BAIK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4788408"/>
            <a:ext cx="315468" cy="420624"/>
          </a:xfrm>
          <a:prstGeom prst="rect">
            <a:avLst/>
          </a:prstGeom>
        </p:spPr>
      </p:pic>
      <p:sp>
        <p:nvSpPr>
          <p:cNvPr id="5066" name="Text 26"/>
          <p:cNvSpPr txBox="1"/>
          <p:nvPr/>
        </p:nvSpPr>
        <p:spPr>
          <a:xfrm>
            <a:off x="1225296" y="48798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67" name="Shape 98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99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211 SGT TDK SEHAT</a:t>
            </a:r>
            <a:endParaRPr lang="en-US" sz="540" dirty="0"/>
          </a:p>
        </p:txBody>
      </p:sp>
      <p:sp>
        <p:nvSpPr>
          <p:cNvPr id="5070" name="Shape 171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172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410358"/>
            <a:ext cx="217083" cy="95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23662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724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905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447662"/>
            <a:ext cx="217083" cy="5779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7392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440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▼51%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433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402232"/>
            <a:ext cx="217083" cy="10322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2849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376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428038"/>
            <a:ext cx="217083" cy="7741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5430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1.826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▲608%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422389"/>
            <a:ext cx="217083" cy="8306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24865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1.276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455264"/>
            <a:ext cx="217083" cy="5019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815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771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▲89%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462136"/>
            <a:ext cx="217083" cy="433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2884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168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462910"/>
            <a:ext cx="217083" cy="4254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891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165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19816"/>
            <a:ext cx="217083" cy="10380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4608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365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▲68%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41714"/>
            <a:ext cx="217083" cy="8190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679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288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418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▲45%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60444"/>
            <a:ext cx="217083" cy="631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867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300532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▼82%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175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▲929%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51697"/>
            <a:ext cx="217083" cy="7191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779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314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▲20%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519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42536"/>
            <a:ext cx="217083" cy="8108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688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354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59412"/>
            <a:ext cx="217083" cy="6420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8567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98825"/>
            <a:ext cx="217083" cy="2479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82508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187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▲379%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53847"/>
            <a:ext cx="217083" cy="8792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28011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287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44656"/>
            <a:ext cx="217083" cy="971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7092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388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▲22%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492155"/>
            <a:ext cx="217083" cy="4962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31841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513421"/>
            <a:ext cx="217083" cy="283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3396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218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▲319%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40735"/>
            <a:ext cx="217083" cy="10104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26699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357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▲78%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420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44414"/>
            <a:ext cx="217083" cy="973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706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344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501186"/>
            <a:ext cx="217083" cy="4059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32745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92488"/>
            <a:ext cx="217083" cy="49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31875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▲141%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542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4002913"/>
            <a:ext cx="217083" cy="570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82917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3998745"/>
            <a:ext cx="217083" cy="6119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82500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279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117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4026408"/>
            <a:ext cx="217083" cy="3352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8526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▲3.200%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4009198"/>
            <a:ext cx="217083" cy="5073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8354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350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▼45%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820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4008473"/>
            <a:ext cx="217083" cy="5146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83473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355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3969490"/>
            <a:ext cx="217083" cy="9044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79575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48817"/>
            <a:ext cx="217083" cy="11111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7508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86689"/>
            <a:ext cx="217083" cy="9140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295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213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▲40%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518016"/>
            <a:ext cx="217083" cy="6008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34428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277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▲98%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515321"/>
            <a:ext cx="217083" cy="6277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3415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551383"/>
            <a:ext cx="217083" cy="2671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37764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▲345%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467662"/>
            <a:ext cx="217083" cy="1104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29392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301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▲80%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324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526365"/>
            <a:ext cx="217083" cy="5173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3526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▼56%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45922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557684"/>
            <a:ext cx="217083" cy="204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3839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▼83%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476034"/>
            <a:ext cx="217083" cy="10206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30229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▲400%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5051679"/>
            <a:ext cx="217083" cy="4457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7794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▲560%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264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▲167%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5034697"/>
            <a:ext cx="217083" cy="6155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609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▲1.060%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112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▲93%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497738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2.602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50779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▲320%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50779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4977384"/>
            <a:ext cx="217083" cy="118872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9B4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2.146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2.009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2.066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786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524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909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5.750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3.369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2.007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766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352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703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Pulang Pisau, Katingan,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Seruyan, Lamandau,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Palembang, Muara Enim, dll.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2074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207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SANGAT RINGAN–EKSTREM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Banyuasin, OKI, Empat Lawang, dll.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Tanah Bumbu, Kotabaru, dll.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Barito Kuala, Tapin, Tanah Laut, dll.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 sortie, 23.900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13.000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Seruyan, Lamandau,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9.900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Banyuasin, OKI, Empat Lawang, dll.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17968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928817" y="317968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46071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928817" y="346071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74174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724286" y="374174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02277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06160" y="402277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30380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01628" y="430380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58484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92565" y="458484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486587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92565" y="486587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14690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8" name="Shape 150"/>
          <p:cNvSpPr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9" name="Text 151"/>
          <p:cNvSpPr txBox="1"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088034" y="514690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42793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15" name="Text 151"/>
          <p:cNvSpPr txBox="1"/>
          <p:nvPr/>
        </p:nvSpPr>
        <p:spPr>
          <a:xfrm>
            <a:off x="7792060" y="5468083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6" name="Shape 152"/>
          <p:cNvSpPr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7" name="Text 153"/>
          <p:cNvSpPr txBox="1"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088034" y="542793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70896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21" name="Text 151"/>
          <p:cNvSpPr txBox="1"/>
          <p:nvPr/>
        </p:nvSpPr>
        <p:spPr>
          <a:xfrm>
            <a:off x="7792060" y="5749115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2" name="Shape 152"/>
          <p:cNvSpPr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3" name="Text 153"/>
          <p:cNvSpPr txBox="1"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088034" y="570896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Shape 168"/>
          <p:cNvSpPr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6" name="Text 169"/>
          <p:cNvSpPr txBox="1"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7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22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229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</a:t>
            </a:r>
            <a:endParaRPr lang="en-US" sz="700" dirty="0"/>
          </a:p>
        </p:txBody>
      </p:sp>
      <p:sp>
        <p:nvSpPr>
          <p:cNvPr id="230" name="Shape 175"/>
          <p:cNvSpPr/>
          <p:nvPr/>
        </p:nvSpPr>
        <p:spPr>
          <a:xfrm>
            <a:off x="7659472" y="6108192"/>
            <a:ext cx="649224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32" name="Text 176"/>
          <p:cNvSpPr txBox="1"/>
          <p:nvPr/>
        </p:nvSpPr>
        <p:spPr>
          <a:xfrm>
            <a:off x="7824064" y="6108192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700" dirty="0"/>
          </a:p>
        </p:txBody>
      </p:sp>
      <p:sp>
        <p:nvSpPr>
          <p:cNvPr id="233" name="Shape 177"/>
          <p:cNvSpPr/>
          <p:nvPr/>
        </p:nvSpPr>
        <p:spPr>
          <a:xfrm>
            <a:off x="8372704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856" y="6140196"/>
            <a:ext cx="109728" cy="109728"/>
          </a:xfrm>
          <a:prstGeom prst="rect">
            <a:avLst/>
          </a:prstGeom>
        </p:spPr>
      </p:pic>
      <p:sp>
        <p:nvSpPr>
          <p:cNvPr id="235" name="Text 178"/>
          <p:cNvSpPr txBox="1"/>
          <p:nvPr/>
        </p:nvSpPr>
        <p:spPr>
          <a:xfrm>
            <a:off x="8537296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6" name="Shape 177"/>
          <p:cNvSpPr/>
          <p:nvPr/>
        </p:nvSpPr>
        <p:spPr>
          <a:xfrm>
            <a:off x="9287104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7" name="Image 22" descr="preencoded.png">    </p:cNvPr>
          <p:cNvPicPr>
            <a:picLocks noChangeAspect="1"/>
          </p:cNvPicPr>
          <p:nvPr/>
        </p:nvPicPr>
        <p:blipFill>
          <a:blip r:embed="rIdPemda"/>
          <a:stretch>
            <a:fillRect/>
          </a:stretch>
        </p:blipFill>
        <p:spPr>
          <a:xfrm>
            <a:off x="9360256" y="6140196"/>
            <a:ext cx="109728" cy="109728"/>
          </a:xfrm>
          <a:prstGeom prst="rect">
            <a:avLst/>
          </a:prstGeom>
        </p:spPr>
      </p:pic>
      <p:sp>
        <p:nvSpPr>
          <p:cNvPr id="238" name="Text 178"/>
          <p:cNvSpPr txBox="1"/>
          <p:nvPr/>
        </p:nvSpPr>
        <p:spPr>
          <a:xfrm>
            <a:off x="9451696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9" name="Shape 179"/>
          <p:cNvSpPr/>
          <p:nvPr/>
        </p:nvSpPr>
        <p:spPr>
          <a:xfrm>
            <a:off x="10050628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23780" y="6140196"/>
            <a:ext cx="109728" cy="109728"/>
          </a:xfrm>
          <a:prstGeom prst="rect">
            <a:avLst/>
          </a:prstGeom>
        </p:spPr>
      </p:pic>
      <p:sp>
        <p:nvSpPr>
          <p:cNvPr id="241" name="Text 180"/>
          <p:cNvSpPr txBox="1"/>
          <p:nvPr/>
        </p:nvSpPr>
        <p:spPr>
          <a:xfrm>
            <a:off x="10215220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440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3.245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7.696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1.072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3.245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1.271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7.696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1.072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440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▼51%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282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▼25%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771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▼40%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165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418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▲45%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175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▲929%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354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▼32%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187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▲379%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388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▲22%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218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▲319%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344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▼18%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205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▲141%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279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▲3.200%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355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▼57%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277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▲98%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89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▲345%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141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▼56%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85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▲400%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264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▲167%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112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▲93%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42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▲320%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216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▲192%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▲6.300%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143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▲1.330%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213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▼22%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73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403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▲87%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138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▼95%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97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4.613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▲285%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153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▼91%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135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▲55%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▲875%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120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▲70%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