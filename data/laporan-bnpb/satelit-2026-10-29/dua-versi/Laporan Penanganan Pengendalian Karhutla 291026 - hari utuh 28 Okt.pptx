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±4.373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±5.750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27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±352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29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197608"/>
            <a:ext cx="341757" cy="420624"/>
          </a:xfrm>
          <a:prstGeom prst="rect">
            <a:avLst/>
          </a:prstGeom>
        </p:spPr>
      </p:pic>
      <p:sp>
        <p:nvSpPr>
          <p:cNvPr id="5026" name="Text 81"/>
          <p:cNvSpPr txBox="1"/>
          <p:nvPr/>
        </p:nvSpPr>
        <p:spPr>
          <a:xfrm>
            <a:off x="1225296" y="22890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27" name="Shape 169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170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SEDANG</a:t>
            </a:r>
            <a:endParaRPr lang="en-US" sz="66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BAIK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4788408"/>
            <a:ext cx="315468" cy="420624"/>
          </a:xfrm>
          <a:prstGeom prst="rect">
            <a:avLst/>
          </a:prstGeom>
        </p:spPr>
      </p:pic>
      <p:sp>
        <p:nvSpPr>
          <p:cNvPr id="5066" name="Text 26"/>
          <p:cNvSpPr txBox="1"/>
          <p:nvPr/>
        </p:nvSpPr>
        <p:spPr>
          <a:xfrm>
            <a:off x="1225296" y="48798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67" name="Shape 98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99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211 SGT TDK SEHAT</a:t>
            </a:r>
            <a:endParaRPr lang="en-US" sz="540" dirty="0"/>
          </a:p>
        </p:txBody>
      </p:sp>
      <p:sp>
        <p:nvSpPr>
          <p:cNvPr id="5070" name="Shape 171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172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10358"/>
            <a:ext cx="217083" cy="95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23662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724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905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447662"/>
            <a:ext cx="217083" cy="577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739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440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▼51%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433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02232"/>
            <a:ext cx="217083" cy="10322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2849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376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428038"/>
            <a:ext cx="217083" cy="7741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5430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1.826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▲608%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22389"/>
            <a:ext cx="217083" cy="830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24865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1.276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455264"/>
            <a:ext cx="217083" cy="5019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815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771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442539"/>
            <a:ext cx="217083" cy="6291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26880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244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▲89%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462136"/>
            <a:ext cx="217083" cy="433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884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19816"/>
            <a:ext cx="217083" cy="10380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4608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365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41714"/>
            <a:ext cx="217083" cy="819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679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288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418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▲45%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60444"/>
            <a:ext cx="217083" cy="631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867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175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▲929%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51697"/>
            <a:ext cx="217083" cy="7191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779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314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▲20%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519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42536"/>
            <a:ext cx="217083" cy="810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688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354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11806"/>
            <a:ext cx="217083" cy="11181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3807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▲76%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77715"/>
            <a:ext cx="217083" cy="4590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80397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53847"/>
            <a:ext cx="217083" cy="8792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28011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44656"/>
            <a:ext cx="217083" cy="971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7092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388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▲22%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492155"/>
            <a:ext cx="217083" cy="496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31841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513421"/>
            <a:ext cx="217083" cy="283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3396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218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▲319%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40735"/>
            <a:ext cx="217083" cy="10104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26699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357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420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44414"/>
            <a:ext cx="217083" cy="973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706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344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▲214%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50336"/>
            <a:ext cx="217083" cy="914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2766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30742"/>
            <a:ext cx="217083" cy="1110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5700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542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4002913"/>
            <a:ext cx="217083" cy="570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82917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98745"/>
            <a:ext cx="217083" cy="6119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82500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279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117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4026408"/>
            <a:ext cx="217083" cy="3352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8526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▲3.200%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4009198"/>
            <a:ext cx="217083" cy="5073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354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350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820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4008473"/>
            <a:ext cx="217083" cy="5146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8347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3957651"/>
            <a:ext cx="217083" cy="1022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78391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▼53%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63180"/>
            <a:ext cx="217083" cy="9675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8944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86689"/>
            <a:ext cx="217083" cy="9140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295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213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▲40%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518016"/>
            <a:ext cx="217083" cy="600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34428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277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▲98%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15321"/>
            <a:ext cx="217083" cy="6277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415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551383"/>
            <a:ext cx="217083" cy="2671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37764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▲345%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467662"/>
            <a:ext cx="217083" cy="1104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2939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301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▲80%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324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526365"/>
            <a:ext cx="217083" cy="5173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3526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▼56%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118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▲103%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78364"/>
            <a:ext cx="217083" cy="9973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3046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55980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3860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5051679"/>
            <a:ext cx="217083" cy="4457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7794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▲560%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264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5034697"/>
            <a:ext cx="217083" cy="6155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609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▲1.060%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112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▲93%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49773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2.602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50779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49773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1.140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▼54%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50779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2.146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2.009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2.066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786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524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909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5.750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3.369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2.007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1.725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766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352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Pulang Pisau, Katingan,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Seruyan, Lamandau,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Palembang, Muara Enim,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2074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207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SANGAT RINGAN–EKSTREM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Banyuasin, OKI, Empat Lawang,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Tanah Bumbu, Kotabaru,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Barito Kuala, Tapin, Tanah Laut, dll.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sortie, 23.900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13.000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Seruyan, Lamandau,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9.900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Banyuasin, OKI, Empat Lawang,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7968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17968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6071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46071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74174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374174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02277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402277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30380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01628" y="430380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58484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458484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86587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92565" y="486587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14690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8" name="Shape 150"/>
          <p:cNvSpPr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9" name="Text 151"/>
          <p:cNvSpPr txBox="1"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088034" y="514690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42793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5468083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088034" y="542793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70896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5749115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088034" y="570896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7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2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29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</a:t>
            </a:r>
            <a:endParaRPr lang="en-US" sz="700" dirty="0"/>
          </a:p>
        </p:txBody>
      </p:sp>
      <p:sp>
        <p:nvSpPr>
          <p:cNvPr id="230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2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00" dirty="0"/>
          </a:p>
        </p:txBody>
      </p:sp>
      <p:sp>
        <p:nvSpPr>
          <p:cNvPr id="233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35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6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38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9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1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3.245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7.696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2.114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3.245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1.271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7.696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2.114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440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▼51%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▼25%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771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▼40%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168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▼64%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418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▲45%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175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▲929%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354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▼32%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▼61%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388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▲22%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218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▲319%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344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85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▲21%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279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▲3.200%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355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▼57%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43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▲23%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277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▲98%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89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▲345%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141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▼56%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▼83%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264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▲167%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112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▲93%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42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▲320%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0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0%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216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▲192%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▲6.300%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143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▲1.330%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0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▼100%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213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▼22%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403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▲87%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68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138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▼95%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97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4.613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▲285%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1.618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▲55%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▲875%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120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