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2-1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Relationship Id="rIdM1" Type="http://schemas.openxmlformats.org/officeDocument/2006/relationships/image" Target="../media/h-tpl-ppt-media-image-2-2.png"/><Relationship Id="rIdM2" Type="http://schemas.openxmlformats.org/officeDocument/2006/relationships/image" Target="../media/h-tpl-ppt-media-image-2-3.png"/><Relationship Id="rIdM3" Type="http://schemas.openxmlformats.org/officeDocument/2006/relationships/image" Target="../media/h-tpl-ppt-media-image-2-4.png"/><Relationship Id="rIdM4" Type="http://schemas.openxmlformats.org/officeDocument/2006/relationships/image" Target="../media/h-tpl-ppt-media-image-2-5.png"/><Relationship Id="rIdM5" Type="http://schemas.openxmlformats.org/officeDocument/2006/relationships/image" Target="../media/h-tpl-ppt-media-image-2-6.png"/><Relationship Id="rIdM6" Type="http://schemas.openxmlformats.org/officeDocument/2006/relationships/image" Target="../media/h-tpl-ppt-media-image-2-7.png"/><Relationship Id="rIdM7" Type="http://schemas.openxmlformats.org/officeDocument/2006/relationships/image" Target="../media/h-ik-awas-slate.png"/><Relationship Id="rIdM8" Type="http://schemas.openxmlformats.org/officeDocument/2006/relationships/image" Target="../media/h-ik-awas-merah.png"/><Relationship Id="rIdM9" Type="http://schemas.openxmlformats.org/officeDocument/2006/relationships/image" Target="../media/h-peta.png"/><Relationship Id="rIdM10" Type="http://schemas.openxmlformats.org/officeDocument/2006/relationships/image" Target="../media/h-tpl-ppt-media-image-2-10.png"/><Relationship Id="rIdM11" Type="http://schemas.openxmlformats.org/officeDocument/2006/relationships/image" Target="../media/h-tpl-ppt-media-image-2-11.png"/><Relationship Id="rIdM12" Type="http://schemas.openxmlformats.org/officeDocument/2006/relationships/image" Target="../media/h-tpl-ppt-media-image-2-12.png"/><Relationship Id="rIdM13" Type="http://schemas.openxmlformats.org/officeDocument/2006/relationships/image" Target="../media/h-tpl-ppt-media-image-2-13.png"/><Relationship Id="rIdM14" Type="http://schemas.openxmlformats.org/officeDocument/2006/relationships/image" Target="../media/h-tpl-ppt-media-image-2-32.png"/><Relationship Id="rIdM15" Type="http://schemas.openxmlformats.org/officeDocument/2006/relationships/image" Target="../media/h-tpl-ppt-media-image-3-37.png"/><Relationship Id="rIdM16" Type="http://schemas.openxmlformats.org/officeDocument/2006/relationships/image" Target="../media/h-ik-banjir-putih.png"/><Relationship Id="rIdM17" Type="http://schemas.openxmlformats.org/officeDocument/2006/relationships/image" Target="../media/h-ik-orang-slate.png"/><Relationship Id="rIdM18" Type="http://schemas.openxmlformats.org/officeDocument/2006/relationships/image" Target="../media/h-ik-gempa-putih.png"/><Relationship Id="rIdM19" Type="http://schemas.openxmlformats.org/officeDocument/2006/relationships/image" Target="../media/h-tpl-ppt-media-image-2-30.png"/><Relationship Id="rIdM20" Type="http://schemas.openxmlformats.org/officeDocument/2006/relationships/image" Target="../media/h-tpl-ppt-media-image-2-3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45" Type="http://schemas.openxmlformats.org/officeDocument/2006/relationships/slideLayout" Target="../slideLayouts/slideLayout2.xml"/><Relationship Id="rId46" Type="http://schemas.openxmlformats.org/officeDocument/2006/relationships/notesSlide" Target="../notesSlides/notesSlide3.xml"/><Relationship Id="rIdM1" Type="http://schemas.openxmlformats.org/officeDocument/2006/relationships/image" Target="../media/h-tpl-ppt-media-image-2-12.png"/><Relationship Id="rIdM2" Type="http://schemas.openxmlformats.org/officeDocument/2006/relationships/image" Target="../media/h-tpl-ppt-media-image-2-11.png"/><Relationship Id="rIdM3" Type="http://schemas.openxmlformats.org/officeDocument/2006/relationships/image" Target="../media/h-tpl-ppt-media-image-3-4.png"/><Relationship Id="rIdM4" Type="http://schemas.openxmlformats.org/officeDocument/2006/relationships/image" Target="../media/h-tpl-ppt-media-image-2-13.png"/><Relationship Id="rIdM5" Type="http://schemas.openxmlformats.org/officeDocument/2006/relationships/image" Target="../media/h-tpl-ppt-media-image-2-10.png"/><Relationship Id="rIdM6" Type="http://schemas.openxmlformats.org/officeDocument/2006/relationships/image" Target="../media/h-ik-gempa-putih.png"/><Relationship Id="rIdM7" Type="http://schemas.openxmlformats.org/officeDocument/2006/relationships/image" Target="../media/h-ik-gempa-slate.png"/><Relationship Id="rIdM8" Type="http://schemas.openxmlformats.org/officeDocument/2006/relationships/image" Target="../media/h-ik-kalender-oranye.png"/><Relationship Id="rIdM9" Type="http://schemas.openxmlformats.org/officeDocument/2006/relationships/image" Target="../media/h-ik-tenda-slate.png"/><Relationship Id="rIdM10" Type="http://schemas.openxmlformats.org/officeDocument/2006/relationships/image" Target="../media/h-ik-hati-merah.png"/><Relationship Id="rIdM11" Type="http://schemas.openxmlformats.org/officeDocument/2006/relationships/image" Target="../media/h-ik-orang-slate.png"/><Relationship Id="rIdM12" Type="http://schemas.openxmlformats.org/officeDocument/2006/relationships/image" Target="../media/h-ik-banjir-putih.png"/><Relationship Id="rIdM13" Type="http://schemas.openxmlformats.org/officeDocument/2006/relationships/image" Target="../media/h-ik-banjir-navy.png"/><Relationship Id="rIdM14" Type="http://schemas.openxmlformats.org/officeDocument/2006/relationships/image" Target="../media/h-ik-rumah-slate.png"/><Relationship Id="rIdM15" Type="http://schemas.openxmlformats.org/officeDocument/2006/relationships/image" Target="../media/h-tpl-ppt-media-image-3-34.png"/><Relationship Id="rIdM16" Type="http://schemas.openxmlformats.org/officeDocument/2006/relationships/image" Target="../media/h-tpl-ppt-media-image-3-38.png"/><Relationship Id="rIdM17" Type="http://schemas.openxmlformats.org/officeDocument/2006/relationships/image" Target="../media/h-ik-truk-kering.png"/><Relationship Id="rIdM18" Type="http://schemas.openxmlformats.org/officeDocument/2006/relationships/image" Target="../media/h-ik-awas-putih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18134"/>
            <a:ext cx="542834" cy="68397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28455" y="4572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2" descr="img/berakhla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615" y="530352"/>
            <a:ext cx="2240280" cy="85256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</a:t>
            </a:r>
            <a:endParaRPr lang="en-US" sz="3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017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349300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sp>
        <p:nvSpPr>
          <p:cNvPr id="10" name="Shape 5"/>
          <p:cNvSpPr/>
          <p:nvPr/>
        </p:nvSpPr>
        <p:spPr>
          <a:xfrm>
            <a:off x="612648" y="3547872"/>
            <a:ext cx="274320" cy="274320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607308"/>
            <a:ext cx="155448" cy="1554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PERIODE  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 2026, 07.00  –  29 Okt 2026, 07.00 WIB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48640" y="4206240"/>
            <a:ext cx="51206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4864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DISAMPAIKAN OLEH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Letnan Jenderal TNI Kristomei Sianturi, S.Sos., M.Si., M.Si. (Han)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Kepala Badan Nasional Penanggulangan Bencana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5303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48640" y="5303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Kamis, 29 Oktober 2026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549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Laporan 28–29 Oktober 2026: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21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 di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17 provinsi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terdiri atas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5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kekeringan, dan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000"/>
          </a:p>
        </p:txBody>
      </p:sp>
      <p:sp>
        <p:nvSpPr>
          <p:cNvPr id="301" name="K"/>
          <p:cNvSpPr/>
          <p:nvPr/>
        </p:nvSpPr>
        <p:spPr>
          <a:xfrm>
            <a:off x="548640" y="1280160"/>
            <a:ext cx="8579267" cy="932688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02" name="K"/>
          <p:cNvSpPr/>
          <p:nvPr/>
        </p:nvSpPr>
        <p:spPr>
          <a:xfrm>
            <a:off x="658368" y="1335024"/>
            <a:ext cx="152521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371600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335024"/>
            <a:ext cx="1265219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KEJADIAN BENCANA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9402227" y="1280160"/>
            <a:ext cx="2240829" cy="932688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</p:sp>
      <p:sp>
        <p:nvSpPr>
          <p:cNvPr id="306" name="K"/>
          <p:cNvSpPr/>
          <p:nvPr/>
        </p:nvSpPr>
        <p:spPr>
          <a:xfrm>
            <a:off x="9511955" y="1335024"/>
            <a:ext cx="145389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9585107" y="1371600"/>
            <a:ext cx="109728" cy="109728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9749699" y="1335024"/>
            <a:ext cx="1193896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09" name="K"/>
          <p:cNvSpPr/>
          <p:nvPr/>
        </p:nvSpPr>
        <p:spPr>
          <a:xfrm>
            <a:off x="658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0" name="K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1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841248" y="1755648"/>
            <a:ext cx="182880" cy="182880"/>
          </a:xfrm>
          <a:prstGeom prst="rect">
            <a:avLst/>
          </a:prstGeom>
        </p:spPr>
      </p:pic>
      <p:sp>
        <p:nvSpPr>
          <p:cNvPr id="312" name="T"/>
          <p:cNvSpPr txBox="1"/>
          <p:nvPr/>
        </p:nvSpPr>
        <p:spPr>
          <a:xfrm>
            <a:off x="1170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30</a:t>
            </a:r>
            <a:endParaRPr lang="id-ID" sz="1700"/>
          </a:p>
        </p:txBody>
      </p:sp>
      <p:sp>
        <p:nvSpPr>
          <p:cNvPr id="313" name="T"/>
          <p:cNvSpPr txBox="1"/>
          <p:nvPr/>
        </p:nvSpPr>
        <p:spPr>
          <a:xfrm>
            <a:off x="1170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laporan kejadian</a:t>
            </a:r>
            <a:endParaRPr lang="id-ID" sz="750"/>
          </a:p>
        </p:txBody>
      </p:sp>
      <p:sp>
        <p:nvSpPr>
          <p:cNvPr id="314" name="K"/>
          <p:cNvSpPr/>
          <p:nvPr/>
        </p:nvSpPr>
        <p:spPr>
          <a:xfrm>
            <a:off x="23486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5" name="K"/>
          <p:cNvSpPr/>
          <p:nvPr/>
        </p:nvSpPr>
        <p:spPr>
          <a:xfrm>
            <a:off x="245834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6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2531498" y="1755648"/>
            <a:ext cx="182880" cy="182880"/>
          </a:xfrm>
          <a:prstGeom prst="rect">
            <a:avLst/>
          </a:prstGeom>
        </p:spPr>
      </p:pic>
      <p:sp>
        <p:nvSpPr>
          <p:cNvPr id="317" name="T"/>
          <p:cNvSpPr txBox="1"/>
          <p:nvPr/>
        </p:nvSpPr>
        <p:spPr>
          <a:xfrm>
            <a:off x="28606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21</a:t>
            </a:r>
            <a:endParaRPr lang="id-ID" sz="1700"/>
          </a:p>
        </p:txBody>
      </p:sp>
      <p:sp>
        <p:nvSpPr>
          <p:cNvPr id="318" name="T"/>
          <p:cNvSpPr txBox="1"/>
          <p:nvPr/>
        </p:nvSpPr>
        <p:spPr>
          <a:xfrm>
            <a:off x="28606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menonjol</a:t>
            </a:r>
            <a:endParaRPr lang="id-ID" sz="750"/>
          </a:p>
        </p:txBody>
      </p:sp>
      <p:sp>
        <p:nvSpPr>
          <p:cNvPr id="319" name="K"/>
          <p:cNvSpPr/>
          <p:nvPr/>
        </p:nvSpPr>
        <p:spPr>
          <a:xfrm>
            <a:off x="40388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0" name="K"/>
          <p:cNvSpPr/>
          <p:nvPr/>
        </p:nvSpPr>
        <p:spPr>
          <a:xfrm>
            <a:off x="4148596" y="1682496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</p:sp>
      <p:pic>
        <p:nvPicPr>
          <p:cNvPr id="32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4221748" y="1755648"/>
            <a:ext cx="182880" cy="182880"/>
          </a:xfrm>
          <a:prstGeom prst="rect">
            <a:avLst/>
          </a:prstGeom>
        </p:spPr>
      </p:pic>
      <p:sp>
        <p:nvSpPr>
          <p:cNvPr id="322" name="T"/>
          <p:cNvSpPr txBox="1"/>
          <p:nvPr/>
        </p:nvSpPr>
        <p:spPr>
          <a:xfrm>
            <a:off x="45509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endParaRPr lang="id-ID" sz="1700"/>
          </a:p>
        </p:txBody>
      </p:sp>
      <p:sp>
        <p:nvSpPr>
          <p:cNvPr id="323" name="T"/>
          <p:cNvSpPr txBox="1"/>
          <p:nvPr/>
        </p:nvSpPr>
        <p:spPr>
          <a:xfrm>
            <a:off x="45509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324" name="K"/>
          <p:cNvSpPr/>
          <p:nvPr/>
        </p:nvSpPr>
        <p:spPr>
          <a:xfrm>
            <a:off x="57291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5" name="K"/>
          <p:cNvSpPr/>
          <p:nvPr/>
        </p:nvSpPr>
        <p:spPr>
          <a:xfrm>
            <a:off x="5838846" y="1682496"/>
            <a:ext cx="329184" cy="329184"/>
          </a:xfrm>
          <a:prstGeom prst="ellipse">
            <a:avLst/>
          </a:prstGeom>
          <a:solidFill>
            <a:srgbClr val="F4ECDC"/>
          </a:solidFill>
          <a:ln>
            <a:noFill/>
          </a:ln>
        </p:spPr>
      </p:sp>
      <p:pic>
        <p:nvPicPr>
          <p:cNvPr id="326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5911998" y="1755648"/>
            <a:ext cx="182880" cy="182880"/>
          </a:xfrm>
          <a:prstGeom prst="rect">
            <a:avLst/>
          </a:prstGeom>
        </p:spPr>
      </p:pic>
      <p:sp>
        <p:nvSpPr>
          <p:cNvPr id="327" name="T"/>
          <p:cNvSpPr txBox="1"/>
          <p:nvPr/>
        </p:nvSpPr>
        <p:spPr>
          <a:xfrm>
            <a:off x="62411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5</a:t>
            </a:r>
            <a:endParaRPr lang="id-ID" sz="1700"/>
          </a:p>
        </p:txBody>
      </p:sp>
      <p:sp>
        <p:nvSpPr>
          <p:cNvPr id="328" name="T"/>
          <p:cNvSpPr txBox="1"/>
          <p:nvPr/>
        </p:nvSpPr>
        <p:spPr>
          <a:xfrm>
            <a:off x="62411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329" name="K"/>
          <p:cNvSpPr/>
          <p:nvPr/>
        </p:nvSpPr>
        <p:spPr>
          <a:xfrm>
            <a:off x="7419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0" name="K"/>
          <p:cNvSpPr/>
          <p:nvPr/>
        </p:nvSpPr>
        <p:spPr>
          <a:xfrm>
            <a:off x="7529096" y="1682496"/>
            <a:ext cx="329184" cy="329184"/>
          </a:xfrm>
          <a:prstGeom prst="ellipse">
            <a:avLst/>
          </a:prstGeom>
          <a:solidFill>
            <a:srgbClr val="E3EAF1"/>
          </a:solidFill>
          <a:ln>
            <a:noFill/>
          </a:ln>
        </p:spPr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7602248" y="1755648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7931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4</a:t>
            </a:r>
            <a:endParaRPr lang="id-ID" sz="1700"/>
          </a:p>
        </p:txBody>
      </p:sp>
      <p:sp>
        <p:nvSpPr>
          <p:cNvPr id="333" name="T"/>
          <p:cNvSpPr txBox="1"/>
          <p:nvPr/>
        </p:nvSpPr>
        <p:spPr>
          <a:xfrm>
            <a:off x="7931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750"/>
          </a:p>
        </p:txBody>
      </p:sp>
      <p:sp>
        <p:nvSpPr>
          <p:cNvPr id="334" name="K"/>
          <p:cNvSpPr/>
          <p:nvPr/>
        </p:nvSpPr>
        <p:spPr>
          <a:xfrm>
            <a:off x="9511955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5" name="K"/>
          <p:cNvSpPr/>
          <p:nvPr/>
        </p:nvSpPr>
        <p:spPr>
          <a:xfrm>
            <a:off x="9621683" y="1682496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</p:sp>
      <p:pic>
        <p:nvPicPr>
          <p:cNvPr id="336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694835" y="1755648"/>
            <a:ext cx="182880" cy="182880"/>
          </a:xfrm>
          <a:prstGeom prst="rect">
            <a:avLst/>
          </a:prstGeom>
        </p:spPr>
      </p:pic>
      <p:sp>
        <p:nvSpPr>
          <p:cNvPr id="337" name="T"/>
          <p:cNvSpPr txBox="1"/>
          <p:nvPr/>
        </p:nvSpPr>
        <p:spPr>
          <a:xfrm>
            <a:off x="10024019" y="1627632"/>
            <a:ext cx="147273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5</a:t>
            </a:r>
            <a:endParaRPr lang="id-ID" sz="1700"/>
          </a:p>
        </p:txBody>
      </p:sp>
      <p:sp>
        <p:nvSpPr>
          <p:cNvPr id="338" name="T"/>
          <p:cNvSpPr txBox="1"/>
          <p:nvPr/>
        </p:nvSpPr>
        <p:spPr>
          <a:xfrm>
            <a:off x="10024019" y="1892808"/>
            <a:ext cx="1472733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perlu perhatian</a:t>
            </a:r>
            <a:endParaRPr lang="id-ID" sz="750"/>
          </a:p>
        </p:txBody>
      </p:sp>
      <p:pic>
        <p:nvPicPr>
          <p:cNvPr id="339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502920" y="2331720"/>
            <a:ext cx="7680960" cy="2880360"/>
          </a:xfrm>
          <a:prstGeom prst="rect">
            <a:avLst/>
          </a:prstGeom>
        </p:spPr>
      </p:pic>
      <p:sp>
        <p:nvSpPr>
          <p:cNvPr id="340" name="K"/>
          <p:cNvSpPr/>
          <p:nvPr/>
        </p:nvSpPr>
        <p:spPr>
          <a:xfrm>
            <a:off x="7871081" y="4351809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1" name="T"/>
          <p:cNvSpPr txBox="1"/>
          <p:nvPr/>
        </p:nvSpPr>
        <p:spPr>
          <a:xfrm>
            <a:off x="7871081" y="435180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2" name="K"/>
          <p:cNvSpPr/>
          <p:nvPr/>
        </p:nvSpPr>
        <p:spPr>
          <a:xfrm>
            <a:off x="8004400" y="430078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3" name="T"/>
          <p:cNvSpPr txBox="1"/>
          <p:nvPr/>
        </p:nvSpPr>
        <p:spPr>
          <a:xfrm>
            <a:off x="8004400" y="430078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4" name="T"/>
          <p:cNvSpPr txBox="1"/>
          <p:nvPr/>
        </p:nvSpPr>
        <p:spPr>
          <a:xfrm>
            <a:off x="6353177" y="438838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50"/>
          </a:p>
        </p:txBody>
      </p:sp>
      <p:sp>
        <p:nvSpPr>
          <p:cNvPr id="345" name="K"/>
          <p:cNvSpPr/>
          <p:nvPr/>
        </p:nvSpPr>
        <p:spPr>
          <a:xfrm>
            <a:off x="3980367" y="31831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6" name="T"/>
          <p:cNvSpPr txBox="1"/>
          <p:nvPr/>
        </p:nvSpPr>
        <p:spPr>
          <a:xfrm>
            <a:off x="3980367" y="31831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7" name="K"/>
          <p:cNvSpPr/>
          <p:nvPr/>
        </p:nvSpPr>
        <p:spPr>
          <a:xfrm>
            <a:off x="4113686" y="313216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8" name="T"/>
          <p:cNvSpPr txBox="1"/>
          <p:nvPr/>
        </p:nvSpPr>
        <p:spPr>
          <a:xfrm>
            <a:off x="4113686" y="313216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9" name="T"/>
          <p:cNvSpPr txBox="1"/>
          <p:nvPr/>
        </p:nvSpPr>
        <p:spPr>
          <a:xfrm>
            <a:off x="4254687" y="32197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Timur</a:t>
            </a:r>
            <a:endParaRPr lang="id-ID" sz="750"/>
          </a:p>
        </p:txBody>
      </p:sp>
      <p:sp>
        <p:nvSpPr>
          <p:cNvPr id="350" name="K"/>
          <p:cNvSpPr/>
          <p:nvPr/>
        </p:nvSpPr>
        <p:spPr>
          <a:xfrm>
            <a:off x="4675098" y="3427152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1" name="T"/>
          <p:cNvSpPr txBox="1"/>
          <p:nvPr/>
        </p:nvSpPr>
        <p:spPr>
          <a:xfrm>
            <a:off x="4675098" y="342715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2" name="T"/>
          <p:cNvSpPr txBox="1"/>
          <p:nvPr/>
        </p:nvSpPr>
        <p:spPr>
          <a:xfrm>
            <a:off x="4949418" y="346372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Tengah</a:t>
            </a:r>
            <a:endParaRPr lang="id-ID" sz="750"/>
          </a:p>
        </p:txBody>
      </p:sp>
      <p:sp>
        <p:nvSpPr>
          <p:cNvPr id="353" name="K"/>
          <p:cNvSpPr/>
          <p:nvPr/>
        </p:nvSpPr>
        <p:spPr>
          <a:xfrm>
            <a:off x="6160213" y="3796350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4" name="T"/>
          <p:cNvSpPr txBox="1"/>
          <p:nvPr/>
        </p:nvSpPr>
        <p:spPr>
          <a:xfrm>
            <a:off x="6160213" y="379635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5" name="T"/>
          <p:cNvSpPr txBox="1"/>
          <p:nvPr/>
        </p:nvSpPr>
        <p:spPr>
          <a:xfrm>
            <a:off x="6434533" y="383292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  <a:endParaRPr lang="id-ID" sz="750"/>
          </a:p>
        </p:txBody>
      </p:sp>
      <p:sp>
        <p:nvSpPr>
          <p:cNvPr id="356" name="K"/>
          <p:cNvSpPr/>
          <p:nvPr/>
        </p:nvSpPr>
        <p:spPr>
          <a:xfrm>
            <a:off x="4881742" y="3897704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7" name="T"/>
          <p:cNvSpPr txBox="1"/>
          <p:nvPr/>
        </p:nvSpPr>
        <p:spPr>
          <a:xfrm>
            <a:off x="4881742" y="389770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8" name="K"/>
          <p:cNvSpPr/>
          <p:nvPr/>
        </p:nvSpPr>
        <p:spPr>
          <a:xfrm>
            <a:off x="5015062" y="3846681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59" name="T"/>
          <p:cNvSpPr txBox="1"/>
          <p:nvPr/>
        </p:nvSpPr>
        <p:spPr>
          <a:xfrm>
            <a:off x="5015062" y="3846681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60" name="T"/>
          <p:cNvSpPr txBox="1"/>
          <p:nvPr/>
        </p:nvSpPr>
        <p:spPr>
          <a:xfrm>
            <a:off x="5156062" y="39342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Tenggara</a:t>
            </a:r>
            <a:endParaRPr lang="id-ID" sz="750"/>
          </a:p>
        </p:txBody>
      </p:sp>
      <p:sp>
        <p:nvSpPr>
          <p:cNvPr id="361" name="K"/>
          <p:cNvSpPr/>
          <p:nvPr/>
        </p:nvSpPr>
        <p:spPr>
          <a:xfrm>
            <a:off x="4602013" y="399629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2" name="T"/>
          <p:cNvSpPr txBox="1"/>
          <p:nvPr/>
        </p:nvSpPr>
        <p:spPr>
          <a:xfrm>
            <a:off x="4602013" y="399629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3" name="K"/>
          <p:cNvSpPr/>
          <p:nvPr/>
        </p:nvSpPr>
        <p:spPr>
          <a:xfrm>
            <a:off x="4735332" y="3945274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64" name="T"/>
          <p:cNvSpPr txBox="1"/>
          <p:nvPr/>
        </p:nvSpPr>
        <p:spPr>
          <a:xfrm>
            <a:off x="4735332" y="3945274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65" name="T"/>
          <p:cNvSpPr txBox="1"/>
          <p:nvPr/>
        </p:nvSpPr>
        <p:spPr>
          <a:xfrm>
            <a:off x="3980221" y="424318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Selatan</a:t>
            </a:r>
            <a:endParaRPr lang="id-ID" sz="750"/>
          </a:p>
        </p:txBody>
      </p:sp>
      <p:sp>
        <p:nvSpPr>
          <p:cNvPr id="366" name="K"/>
          <p:cNvSpPr/>
          <p:nvPr/>
        </p:nvSpPr>
        <p:spPr>
          <a:xfrm>
            <a:off x="1927738" y="3798728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7" name="T"/>
          <p:cNvSpPr txBox="1"/>
          <p:nvPr/>
        </p:nvSpPr>
        <p:spPr>
          <a:xfrm>
            <a:off x="1927738" y="379872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8" name="T"/>
          <p:cNvSpPr txBox="1"/>
          <p:nvPr/>
        </p:nvSpPr>
        <p:spPr>
          <a:xfrm>
            <a:off x="409834" y="383530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Selatan</a:t>
            </a:r>
            <a:endParaRPr lang="id-ID" sz="750"/>
          </a:p>
        </p:txBody>
      </p:sp>
      <p:sp>
        <p:nvSpPr>
          <p:cNvPr id="369" name="K"/>
          <p:cNvSpPr/>
          <p:nvPr/>
        </p:nvSpPr>
        <p:spPr>
          <a:xfrm>
            <a:off x="3475300" y="352911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0" name="T"/>
          <p:cNvSpPr txBox="1"/>
          <p:nvPr/>
        </p:nvSpPr>
        <p:spPr>
          <a:xfrm>
            <a:off x="3475300" y="35291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1" name="T"/>
          <p:cNvSpPr txBox="1"/>
          <p:nvPr/>
        </p:nvSpPr>
        <p:spPr>
          <a:xfrm>
            <a:off x="3749620" y="35656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Tengah</a:t>
            </a:r>
            <a:endParaRPr lang="id-ID" sz="750"/>
          </a:p>
        </p:txBody>
      </p:sp>
      <p:sp>
        <p:nvSpPr>
          <p:cNvPr id="372" name="K"/>
          <p:cNvSpPr/>
          <p:nvPr/>
        </p:nvSpPr>
        <p:spPr>
          <a:xfrm>
            <a:off x="1526329" y="3185000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3" name="T"/>
          <p:cNvSpPr txBox="1"/>
          <p:nvPr/>
        </p:nvSpPr>
        <p:spPr>
          <a:xfrm>
            <a:off x="1526329" y="318500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4" name="T"/>
          <p:cNvSpPr txBox="1"/>
          <p:nvPr/>
        </p:nvSpPr>
        <p:spPr>
          <a:xfrm>
            <a:off x="1800649" y="322157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750"/>
          </a:p>
        </p:txBody>
      </p:sp>
      <p:sp>
        <p:nvSpPr>
          <p:cNvPr id="375" name="K"/>
          <p:cNvSpPr/>
          <p:nvPr/>
        </p:nvSpPr>
        <p:spPr>
          <a:xfrm>
            <a:off x="3804910" y="375542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6" name="T"/>
          <p:cNvSpPr txBox="1"/>
          <p:nvPr/>
        </p:nvSpPr>
        <p:spPr>
          <a:xfrm>
            <a:off x="3804910" y="375542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7" name="T"/>
          <p:cNvSpPr txBox="1"/>
          <p:nvPr/>
        </p:nvSpPr>
        <p:spPr>
          <a:xfrm>
            <a:off x="3183118" y="4002311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Selatan</a:t>
            </a:r>
            <a:endParaRPr lang="id-ID" sz="750"/>
          </a:p>
        </p:txBody>
      </p:sp>
      <p:sp>
        <p:nvSpPr>
          <p:cNvPr id="378" name="K"/>
          <p:cNvSpPr/>
          <p:nvPr/>
        </p:nvSpPr>
        <p:spPr>
          <a:xfrm>
            <a:off x="3096361" y="32720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9" name="T"/>
          <p:cNvSpPr txBox="1"/>
          <p:nvPr/>
        </p:nvSpPr>
        <p:spPr>
          <a:xfrm>
            <a:off x="3096361" y="32720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0" name="T"/>
          <p:cNvSpPr txBox="1"/>
          <p:nvPr/>
        </p:nvSpPr>
        <p:spPr>
          <a:xfrm>
            <a:off x="1578457" y="33086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Barat</a:t>
            </a:r>
            <a:endParaRPr lang="id-ID" sz="750"/>
          </a:p>
        </p:txBody>
      </p:sp>
      <p:sp>
        <p:nvSpPr>
          <p:cNvPr id="381" name="K"/>
          <p:cNvSpPr/>
          <p:nvPr/>
        </p:nvSpPr>
        <p:spPr>
          <a:xfrm>
            <a:off x="2069993" y="4083051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2" name="T"/>
          <p:cNvSpPr txBox="1"/>
          <p:nvPr/>
        </p:nvSpPr>
        <p:spPr>
          <a:xfrm>
            <a:off x="2069993" y="408305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3" name="T"/>
          <p:cNvSpPr txBox="1"/>
          <p:nvPr/>
        </p:nvSpPr>
        <p:spPr>
          <a:xfrm>
            <a:off x="2344313" y="4119627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Lampung</a:t>
            </a:r>
            <a:endParaRPr lang="id-ID" sz="750"/>
          </a:p>
        </p:txBody>
      </p:sp>
      <p:sp>
        <p:nvSpPr>
          <p:cNvPr id="384" name="K"/>
          <p:cNvSpPr/>
          <p:nvPr/>
        </p:nvSpPr>
        <p:spPr>
          <a:xfrm>
            <a:off x="718569" y="2542878"/>
            <a:ext cx="219456" cy="219456"/>
          </a:xfrm>
          <a:prstGeom prst="ellipse">
            <a:avLst/>
          </a:prstGeom>
          <a:solidFill>
            <a:srgbClr val="2F6FB5"/>
          </a:solidFill>
          <a:ln w="19050">
            <a:solidFill>
              <a:srgbClr val="FFFFFF"/>
            </a:solidFill>
          </a:ln>
        </p:spPr>
      </p:sp>
      <p:sp>
        <p:nvSpPr>
          <p:cNvPr id="385" name="T"/>
          <p:cNvSpPr txBox="1"/>
          <p:nvPr/>
        </p:nvSpPr>
        <p:spPr>
          <a:xfrm>
            <a:off x="718569" y="254287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6" name="K"/>
          <p:cNvSpPr/>
          <p:nvPr/>
        </p:nvSpPr>
        <p:spPr>
          <a:xfrm>
            <a:off x="851889" y="249185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87" name="T"/>
          <p:cNvSpPr txBox="1"/>
          <p:nvPr/>
        </p:nvSpPr>
        <p:spPr>
          <a:xfrm>
            <a:off x="851889" y="249185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88" name="T"/>
          <p:cNvSpPr txBox="1"/>
          <p:nvPr/>
        </p:nvSpPr>
        <p:spPr>
          <a:xfrm>
            <a:off x="992889" y="257945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Aceh</a:t>
            </a:r>
            <a:endParaRPr lang="id-ID" sz="750"/>
          </a:p>
        </p:txBody>
      </p:sp>
      <p:sp>
        <p:nvSpPr>
          <p:cNvPr id="389" name="K"/>
          <p:cNvSpPr/>
          <p:nvPr/>
        </p:nvSpPr>
        <p:spPr>
          <a:xfrm>
            <a:off x="1066519" y="2852005"/>
            <a:ext cx="265176" cy="265176"/>
          </a:xfrm>
          <a:prstGeom prst="ellipse">
            <a:avLst/>
          </a:prstGeom>
          <a:solidFill>
            <a:srgbClr val="2F6FB5"/>
          </a:solidFill>
          <a:ln w="19050">
            <a:solidFill>
              <a:srgbClr val="FFFFFF"/>
            </a:solidFill>
          </a:ln>
        </p:spPr>
      </p:sp>
      <p:sp>
        <p:nvSpPr>
          <p:cNvPr id="390" name="T"/>
          <p:cNvSpPr txBox="1"/>
          <p:nvPr/>
        </p:nvSpPr>
        <p:spPr>
          <a:xfrm>
            <a:off x="1066519" y="2852005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lang="id-ID" sz="850"/>
          </a:p>
        </p:txBody>
      </p:sp>
      <p:sp>
        <p:nvSpPr>
          <p:cNvPr id="391" name="T"/>
          <p:cNvSpPr txBox="1"/>
          <p:nvPr/>
        </p:nvSpPr>
        <p:spPr>
          <a:xfrm>
            <a:off x="467587" y="314461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Utara</a:t>
            </a:r>
            <a:endParaRPr lang="id-ID" sz="750"/>
          </a:p>
        </p:txBody>
      </p:sp>
      <p:sp>
        <p:nvSpPr>
          <p:cNvPr id="392" name="K"/>
          <p:cNvSpPr/>
          <p:nvPr/>
        </p:nvSpPr>
        <p:spPr>
          <a:xfrm>
            <a:off x="2914900" y="4390635"/>
            <a:ext cx="265176" cy="26517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393" name="T"/>
          <p:cNvSpPr txBox="1"/>
          <p:nvPr/>
        </p:nvSpPr>
        <p:spPr>
          <a:xfrm>
            <a:off x="2914900" y="4390635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lang="id-ID" sz="850"/>
          </a:p>
        </p:txBody>
      </p:sp>
      <p:sp>
        <p:nvSpPr>
          <p:cNvPr id="394" name="T"/>
          <p:cNvSpPr txBox="1"/>
          <p:nvPr/>
        </p:nvSpPr>
        <p:spPr>
          <a:xfrm>
            <a:off x="1396996" y="4450071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Jateng</a:t>
            </a:r>
            <a:endParaRPr lang="id-ID" sz="750"/>
          </a:p>
        </p:txBody>
      </p:sp>
      <p:sp>
        <p:nvSpPr>
          <p:cNvPr id="395" name="K"/>
          <p:cNvSpPr/>
          <p:nvPr/>
        </p:nvSpPr>
        <p:spPr>
          <a:xfrm>
            <a:off x="3484137" y="4546344"/>
            <a:ext cx="265176" cy="26517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396" name="T"/>
          <p:cNvSpPr txBox="1"/>
          <p:nvPr/>
        </p:nvSpPr>
        <p:spPr>
          <a:xfrm>
            <a:off x="3484137" y="4546344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lang="id-ID" sz="850"/>
          </a:p>
        </p:txBody>
      </p:sp>
      <p:sp>
        <p:nvSpPr>
          <p:cNvPr id="397" name="T"/>
          <p:cNvSpPr txBox="1"/>
          <p:nvPr/>
        </p:nvSpPr>
        <p:spPr>
          <a:xfrm>
            <a:off x="3804177" y="46057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Jatim</a:t>
            </a:r>
            <a:endParaRPr lang="id-ID" sz="750"/>
          </a:p>
        </p:txBody>
      </p:sp>
      <p:sp>
        <p:nvSpPr>
          <p:cNvPr id="398" name="K"/>
          <p:cNvSpPr/>
          <p:nvPr/>
        </p:nvSpPr>
        <p:spPr>
          <a:xfrm>
            <a:off x="4767899" y="4701217"/>
            <a:ext cx="219456" cy="219456"/>
          </a:xfrm>
          <a:prstGeom prst="ellipse">
            <a:avLst/>
          </a:prstGeom>
          <a:solidFill>
            <a:srgbClr val="5B7A99"/>
          </a:solidFill>
          <a:ln w="19050">
            <a:solidFill>
              <a:srgbClr val="FFFFFF"/>
            </a:solidFill>
          </a:ln>
        </p:spPr>
      </p:sp>
      <p:sp>
        <p:nvSpPr>
          <p:cNvPr id="399" name="T"/>
          <p:cNvSpPr txBox="1"/>
          <p:nvPr/>
        </p:nvSpPr>
        <p:spPr>
          <a:xfrm>
            <a:off x="4767899" y="47012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00" name="T"/>
          <p:cNvSpPr txBox="1"/>
          <p:nvPr/>
        </p:nvSpPr>
        <p:spPr>
          <a:xfrm>
            <a:off x="5042219" y="47377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NTT</a:t>
            </a:r>
            <a:endParaRPr lang="id-ID" sz="750"/>
          </a:p>
        </p:txBody>
      </p:sp>
      <p:sp>
        <p:nvSpPr>
          <p:cNvPr id="401" name="K"/>
          <p:cNvSpPr/>
          <p:nvPr/>
        </p:nvSpPr>
        <p:spPr>
          <a:xfrm>
            <a:off x="1371600" y="5216652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02" name="T"/>
          <p:cNvSpPr txBox="1"/>
          <p:nvPr/>
        </p:nvSpPr>
        <p:spPr>
          <a:xfrm>
            <a:off x="155448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403" name="K"/>
          <p:cNvSpPr/>
          <p:nvPr/>
        </p:nvSpPr>
        <p:spPr>
          <a:xfrm>
            <a:off x="2199080" y="5207508"/>
            <a:ext cx="146304" cy="146304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sp>
        <p:nvSpPr>
          <p:cNvPr id="404" name="T"/>
          <p:cNvSpPr txBox="1"/>
          <p:nvPr/>
        </p:nvSpPr>
        <p:spPr>
          <a:xfrm>
            <a:off x="2400248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405" name="K"/>
          <p:cNvSpPr/>
          <p:nvPr/>
        </p:nvSpPr>
        <p:spPr>
          <a:xfrm>
            <a:off x="3148848" y="5207508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sp>
        <p:nvSpPr>
          <p:cNvPr id="406" name="T"/>
          <p:cNvSpPr txBox="1"/>
          <p:nvPr/>
        </p:nvSpPr>
        <p:spPr>
          <a:xfrm>
            <a:off x="3350016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gempa bumi</a:t>
            </a:r>
            <a:endParaRPr lang="id-ID" sz="750"/>
          </a:p>
        </p:txBody>
      </p:sp>
      <p:sp>
        <p:nvSpPr>
          <p:cNvPr id="407" name="K"/>
          <p:cNvSpPr/>
          <p:nvPr/>
        </p:nvSpPr>
        <p:spPr>
          <a:xfrm>
            <a:off x="4098616" y="5207508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sp>
        <p:nvSpPr>
          <p:cNvPr id="408" name="T"/>
          <p:cNvSpPr txBox="1"/>
          <p:nvPr/>
        </p:nvSpPr>
        <p:spPr>
          <a:xfrm>
            <a:off x="4299784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endParaRPr lang="id-ID" sz="750"/>
          </a:p>
        </p:txBody>
      </p:sp>
      <p:sp>
        <p:nvSpPr>
          <p:cNvPr id="409" name="K"/>
          <p:cNvSpPr/>
          <p:nvPr/>
        </p:nvSpPr>
        <p:spPr>
          <a:xfrm>
            <a:off x="4840384" y="5207508"/>
            <a:ext cx="146304" cy="146304"/>
          </a:xfrm>
          <a:prstGeom prst="ellipse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410" name="T"/>
          <p:cNvSpPr txBox="1"/>
          <p:nvPr/>
        </p:nvSpPr>
        <p:spPr>
          <a:xfrm>
            <a:off x="4840384" y="520750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50"/>
          </a:p>
        </p:txBody>
      </p:sp>
      <p:sp>
        <p:nvSpPr>
          <p:cNvPr id="411" name="T"/>
          <p:cNvSpPr txBox="1"/>
          <p:nvPr/>
        </p:nvSpPr>
        <p:spPr>
          <a:xfrm>
            <a:off x="5041552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750"/>
          </a:p>
        </p:txBody>
      </p:sp>
      <p:sp>
        <p:nvSpPr>
          <p:cNvPr id="412" name="K"/>
          <p:cNvSpPr/>
          <p:nvPr/>
        </p:nvSpPr>
        <p:spPr>
          <a:xfrm>
            <a:off x="8503920" y="2331720"/>
            <a:ext cx="313913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413" name="T"/>
          <p:cNvSpPr txBox="1"/>
          <p:nvPr/>
        </p:nvSpPr>
        <p:spPr>
          <a:xfrm>
            <a:off x="8668512" y="2441448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STATUS PENANGANAN</a:t>
            </a:r>
            <a:endParaRPr lang="id-ID" sz="750"/>
          </a:p>
        </p:txBody>
      </p:sp>
      <p:sp>
        <p:nvSpPr>
          <p:cNvPr id="414" name="K"/>
          <p:cNvSpPr/>
          <p:nvPr/>
        </p:nvSpPr>
        <p:spPr>
          <a:xfrm>
            <a:off x="8668512" y="2697480"/>
            <a:ext cx="669036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</p:sp>
      <p:sp>
        <p:nvSpPr>
          <p:cNvPr id="415" name="T"/>
          <p:cNvSpPr txBox="1"/>
          <p:nvPr/>
        </p:nvSpPr>
        <p:spPr>
          <a:xfrm>
            <a:off x="8668512" y="2697480"/>
            <a:ext cx="669036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24%</a:t>
            </a:r>
            <a:endParaRPr lang="id-ID" sz="750"/>
          </a:p>
        </p:txBody>
      </p:sp>
      <p:sp>
        <p:nvSpPr>
          <p:cNvPr id="416" name="K"/>
          <p:cNvSpPr/>
          <p:nvPr/>
        </p:nvSpPr>
        <p:spPr>
          <a:xfrm>
            <a:off x="9337548" y="2697480"/>
            <a:ext cx="2140915" cy="201168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17" name="T"/>
          <p:cNvSpPr txBox="1"/>
          <p:nvPr/>
        </p:nvSpPr>
        <p:spPr>
          <a:xfrm>
            <a:off x="9337548" y="2697480"/>
            <a:ext cx="2140915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76%</a:t>
            </a:r>
            <a:endParaRPr lang="id-ID" sz="750"/>
          </a:p>
        </p:txBody>
      </p:sp>
      <p:sp>
        <p:nvSpPr>
          <p:cNvPr id="418" name="K"/>
          <p:cNvSpPr/>
          <p:nvPr/>
        </p:nvSpPr>
        <p:spPr>
          <a:xfrm>
            <a:off x="8668512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E6EAF0"/>
          </a:solidFill>
          <a:ln>
            <a:noFill/>
          </a:ln>
        </p:spPr>
      </p:sp>
      <p:sp>
        <p:nvSpPr>
          <p:cNvPr id="419" name="K"/>
          <p:cNvSpPr/>
          <p:nvPr/>
        </p:nvSpPr>
        <p:spPr>
          <a:xfrm>
            <a:off x="8778240" y="3063240"/>
            <a:ext cx="329184" cy="32918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20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8860536" y="3145536"/>
            <a:ext cx="164592" cy="164592"/>
          </a:xfrm>
          <a:prstGeom prst="rect">
            <a:avLst/>
          </a:prstGeom>
        </p:spPr>
      </p:pic>
      <p:sp>
        <p:nvSpPr>
          <p:cNvPr id="421" name="T"/>
          <p:cNvSpPr txBox="1"/>
          <p:nvPr/>
        </p:nvSpPr>
        <p:spPr>
          <a:xfrm>
            <a:off x="9180576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21</a:t>
            </a:r>
            <a:endParaRPr lang="id-ID" sz="1700"/>
          </a:p>
        </p:txBody>
      </p:sp>
      <p:sp>
        <p:nvSpPr>
          <p:cNvPr id="422" name="T"/>
          <p:cNvSpPr txBox="1"/>
          <p:nvPr/>
        </p:nvSpPr>
        <p:spPr>
          <a:xfrm>
            <a:off x="9180576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680"/>
          </a:p>
        </p:txBody>
      </p:sp>
      <p:sp>
        <p:nvSpPr>
          <p:cNvPr id="423" name="K"/>
          <p:cNvSpPr/>
          <p:nvPr/>
        </p:nvSpPr>
        <p:spPr>
          <a:xfrm>
            <a:off x="10110064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24" name="K"/>
          <p:cNvSpPr/>
          <p:nvPr/>
        </p:nvSpPr>
        <p:spPr>
          <a:xfrm>
            <a:off x="10219792" y="3063240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25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302088" y="3145536"/>
            <a:ext cx="164592" cy="164592"/>
          </a:xfrm>
          <a:prstGeom prst="rect">
            <a:avLst/>
          </a:prstGeom>
        </p:spPr>
      </p:pic>
      <p:sp>
        <p:nvSpPr>
          <p:cNvPr id="426" name="T"/>
          <p:cNvSpPr txBox="1"/>
          <p:nvPr/>
        </p:nvSpPr>
        <p:spPr>
          <a:xfrm>
            <a:off x="10622128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16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21</a:t>
            </a:r>
            <a:endParaRPr lang="id-ID" sz="1700"/>
          </a:p>
        </p:txBody>
      </p:sp>
      <p:sp>
        <p:nvSpPr>
          <p:cNvPr id="427" name="T"/>
          <p:cNvSpPr txBox="1"/>
          <p:nvPr/>
        </p:nvSpPr>
        <p:spPr>
          <a:xfrm>
            <a:off x="10622128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680"/>
          </a:p>
        </p:txBody>
      </p:sp>
      <p:cxnSp>
        <p:nvCxnSpPr>
          <p:cNvPr id="428" name="L"/>
          <p:cNvCxnSpPr/>
          <p:nvPr/>
        </p:nvCxnSpPr>
        <p:spPr>
          <a:xfrm>
            <a:off x="8668512" y="3557016"/>
            <a:ext cx="2809951" cy="0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429" name="T"/>
          <p:cNvSpPr txBox="1"/>
          <p:nvPr/>
        </p:nvSpPr>
        <p:spPr>
          <a:xfrm>
            <a:off x="8668512" y="3621024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BENCANA DALAM PENANGANAN (16)</a:t>
            </a:r>
            <a:endParaRPr lang="id-ID" sz="750"/>
          </a:p>
        </p:txBody>
      </p:sp>
      <p:sp>
        <p:nvSpPr>
          <p:cNvPr id="430" name="K"/>
          <p:cNvSpPr/>
          <p:nvPr/>
        </p:nvSpPr>
        <p:spPr>
          <a:xfrm>
            <a:off x="8668512" y="3840480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31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3860647"/>
            <a:ext cx="65810" cy="65810"/>
          </a:xfrm>
          <a:prstGeom prst="rect">
            <a:avLst/>
          </a:prstGeom>
        </p:spPr>
      </p:pic>
      <p:sp>
        <p:nvSpPr>
          <p:cNvPr id="432" name="K"/>
          <p:cNvSpPr/>
          <p:nvPr/>
        </p:nvSpPr>
        <p:spPr>
          <a:xfrm>
            <a:off x="8742814" y="3819250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33" name="T"/>
          <p:cNvSpPr txBox="1"/>
          <p:nvPr/>
        </p:nvSpPr>
        <p:spPr>
          <a:xfrm>
            <a:off x="8742814" y="3819250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34" name="T"/>
          <p:cNvSpPr txBox="1"/>
          <p:nvPr/>
        </p:nvSpPr>
        <p:spPr>
          <a:xfrm>
            <a:off x="8869680" y="3811257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60"/>
          </a:p>
        </p:txBody>
      </p:sp>
      <p:sp>
        <p:nvSpPr>
          <p:cNvPr id="435" name="K"/>
          <p:cNvSpPr/>
          <p:nvPr/>
        </p:nvSpPr>
        <p:spPr>
          <a:xfrm>
            <a:off x="10470000" y="3840480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3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3857463"/>
            <a:ext cx="72179" cy="72179"/>
          </a:xfrm>
          <a:prstGeom prst="rect">
            <a:avLst/>
          </a:prstGeom>
        </p:spPr>
      </p:pic>
      <p:sp>
        <p:nvSpPr>
          <p:cNvPr id="437" name="T"/>
          <p:cNvSpPr txBox="1"/>
          <p:nvPr/>
        </p:nvSpPr>
        <p:spPr>
          <a:xfrm>
            <a:off x="10650000" y="3840480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38" name="T"/>
          <p:cNvSpPr txBox="1"/>
          <p:nvPr/>
        </p:nvSpPr>
        <p:spPr>
          <a:xfrm>
            <a:off x="10800000" y="3840480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647</a:t>
            </a:r>
            <a:endParaRPr lang="id-ID" sz="720"/>
          </a:p>
        </p:txBody>
      </p:sp>
      <p:sp>
        <p:nvSpPr>
          <p:cNvPr id="439" name="T"/>
          <p:cNvSpPr txBox="1"/>
          <p:nvPr/>
        </p:nvSpPr>
        <p:spPr>
          <a:xfrm>
            <a:off x="11201600" y="3840480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40" name="L"/>
          <p:cNvCxnSpPr/>
          <p:nvPr/>
        </p:nvCxnSpPr>
        <p:spPr>
          <a:xfrm>
            <a:off x="8668512" y="3959895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41" name="K"/>
          <p:cNvSpPr/>
          <p:nvPr/>
        </p:nvSpPr>
        <p:spPr>
          <a:xfrm>
            <a:off x="8668512" y="3973163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42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3993330"/>
            <a:ext cx="65810" cy="65810"/>
          </a:xfrm>
          <a:prstGeom prst="rect">
            <a:avLst/>
          </a:prstGeom>
        </p:spPr>
      </p:pic>
      <p:sp>
        <p:nvSpPr>
          <p:cNvPr id="443" name="K"/>
          <p:cNvSpPr/>
          <p:nvPr/>
        </p:nvSpPr>
        <p:spPr>
          <a:xfrm>
            <a:off x="8742814" y="3951933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44" name="T"/>
          <p:cNvSpPr txBox="1"/>
          <p:nvPr/>
        </p:nvSpPr>
        <p:spPr>
          <a:xfrm>
            <a:off x="8742814" y="3951933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45" name="T"/>
          <p:cNvSpPr txBox="1"/>
          <p:nvPr/>
        </p:nvSpPr>
        <p:spPr>
          <a:xfrm>
            <a:off x="8869680" y="3943940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760"/>
          </a:p>
        </p:txBody>
      </p:sp>
      <p:sp>
        <p:nvSpPr>
          <p:cNvPr id="446" name="K"/>
          <p:cNvSpPr/>
          <p:nvPr/>
        </p:nvSpPr>
        <p:spPr>
          <a:xfrm>
            <a:off x="10470000" y="3973163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47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3990146"/>
            <a:ext cx="72179" cy="72179"/>
          </a:xfrm>
          <a:prstGeom prst="rect">
            <a:avLst/>
          </a:prstGeom>
        </p:spPr>
      </p:pic>
      <p:sp>
        <p:nvSpPr>
          <p:cNvPr id="448" name="T"/>
          <p:cNvSpPr txBox="1"/>
          <p:nvPr/>
        </p:nvSpPr>
        <p:spPr>
          <a:xfrm>
            <a:off x="10650000" y="3973163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49" name="T"/>
          <p:cNvSpPr txBox="1"/>
          <p:nvPr/>
        </p:nvSpPr>
        <p:spPr>
          <a:xfrm>
            <a:off x="10800000" y="3973163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168</a:t>
            </a:r>
            <a:endParaRPr lang="id-ID" sz="720"/>
          </a:p>
        </p:txBody>
      </p:sp>
      <p:sp>
        <p:nvSpPr>
          <p:cNvPr id="450" name="T"/>
          <p:cNvSpPr txBox="1"/>
          <p:nvPr/>
        </p:nvSpPr>
        <p:spPr>
          <a:xfrm>
            <a:off x="11201600" y="3973163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51" name="L"/>
          <p:cNvCxnSpPr/>
          <p:nvPr/>
        </p:nvCxnSpPr>
        <p:spPr>
          <a:xfrm>
            <a:off x="8668512" y="4092578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52" name="K"/>
          <p:cNvSpPr/>
          <p:nvPr/>
        </p:nvSpPr>
        <p:spPr>
          <a:xfrm>
            <a:off x="8668512" y="4105846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53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126013"/>
            <a:ext cx="65810" cy="65810"/>
          </a:xfrm>
          <a:prstGeom prst="rect">
            <a:avLst/>
          </a:prstGeom>
        </p:spPr>
      </p:pic>
      <p:sp>
        <p:nvSpPr>
          <p:cNvPr id="454" name="T"/>
          <p:cNvSpPr txBox="1"/>
          <p:nvPr/>
        </p:nvSpPr>
        <p:spPr>
          <a:xfrm>
            <a:off x="8869680" y="4076623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  <a:endParaRPr lang="id-ID" sz="760"/>
          </a:p>
        </p:txBody>
      </p:sp>
      <p:sp>
        <p:nvSpPr>
          <p:cNvPr id="455" name="K"/>
          <p:cNvSpPr/>
          <p:nvPr/>
        </p:nvSpPr>
        <p:spPr>
          <a:xfrm>
            <a:off x="10470000" y="4105846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5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122829"/>
            <a:ext cx="72179" cy="72179"/>
          </a:xfrm>
          <a:prstGeom prst="rect">
            <a:avLst/>
          </a:prstGeom>
        </p:spPr>
      </p:pic>
      <p:sp>
        <p:nvSpPr>
          <p:cNvPr id="457" name="T"/>
          <p:cNvSpPr txBox="1"/>
          <p:nvPr/>
        </p:nvSpPr>
        <p:spPr>
          <a:xfrm>
            <a:off x="10650000" y="4105846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58" name="T"/>
          <p:cNvSpPr txBox="1"/>
          <p:nvPr/>
        </p:nvSpPr>
        <p:spPr>
          <a:xfrm>
            <a:off x="10800000" y="4105846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85</a:t>
            </a:r>
            <a:endParaRPr lang="id-ID" sz="720"/>
          </a:p>
        </p:txBody>
      </p:sp>
      <p:sp>
        <p:nvSpPr>
          <p:cNvPr id="459" name="T"/>
          <p:cNvSpPr txBox="1"/>
          <p:nvPr/>
        </p:nvSpPr>
        <p:spPr>
          <a:xfrm>
            <a:off x="11201600" y="4105846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60" name="L"/>
          <p:cNvCxnSpPr/>
          <p:nvPr/>
        </p:nvCxnSpPr>
        <p:spPr>
          <a:xfrm>
            <a:off x="8668512" y="4225261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61" name="K"/>
          <p:cNvSpPr/>
          <p:nvPr/>
        </p:nvSpPr>
        <p:spPr>
          <a:xfrm>
            <a:off x="8668512" y="4238529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62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258696"/>
            <a:ext cx="65810" cy="65810"/>
          </a:xfrm>
          <a:prstGeom prst="rect">
            <a:avLst/>
          </a:prstGeom>
        </p:spPr>
      </p:pic>
      <p:sp>
        <p:nvSpPr>
          <p:cNvPr id="463" name="T"/>
          <p:cNvSpPr txBox="1"/>
          <p:nvPr/>
        </p:nvSpPr>
        <p:spPr>
          <a:xfrm>
            <a:off x="8869680" y="4209306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  <a:endParaRPr lang="id-ID" sz="760"/>
          </a:p>
        </p:txBody>
      </p:sp>
      <p:sp>
        <p:nvSpPr>
          <p:cNvPr id="464" name="K"/>
          <p:cNvSpPr/>
          <p:nvPr/>
        </p:nvSpPr>
        <p:spPr>
          <a:xfrm>
            <a:off x="10470000" y="4238529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6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255512"/>
            <a:ext cx="72179" cy="72179"/>
          </a:xfrm>
          <a:prstGeom prst="rect">
            <a:avLst/>
          </a:prstGeom>
        </p:spPr>
      </p:pic>
      <p:sp>
        <p:nvSpPr>
          <p:cNvPr id="466" name="T"/>
          <p:cNvSpPr txBox="1"/>
          <p:nvPr/>
        </p:nvSpPr>
        <p:spPr>
          <a:xfrm>
            <a:off x="10650000" y="4238529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67" name="T"/>
          <p:cNvSpPr txBox="1"/>
          <p:nvPr/>
        </p:nvSpPr>
        <p:spPr>
          <a:xfrm>
            <a:off x="10800000" y="4238529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62</a:t>
            </a:r>
            <a:endParaRPr lang="id-ID" sz="720"/>
          </a:p>
        </p:txBody>
      </p:sp>
      <p:sp>
        <p:nvSpPr>
          <p:cNvPr id="468" name="T"/>
          <p:cNvSpPr txBox="1"/>
          <p:nvPr/>
        </p:nvSpPr>
        <p:spPr>
          <a:xfrm>
            <a:off x="11201600" y="4238529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69" name="L"/>
          <p:cNvCxnSpPr/>
          <p:nvPr/>
        </p:nvCxnSpPr>
        <p:spPr>
          <a:xfrm>
            <a:off x="8668512" y="4357944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70" name="K"/>
          <p:cNvSpPr/>
          <p:nvPr/>
        </p:nvSpPr>
        <p:spPr>
          <a:xfrm>
            <a:off x="8668512" y="4371212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71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391379"/>
            <a:ext cx="65810" cy="65810"/>
          </a:xfrm>
          <a:prstGeom prst="rect">
            <a:avLst/>
          </a:prstGeom>
        </p:spPr>
      </p:pic>
      <p:sp>
        <p:nvSpPr>
          <p:cNvPr id="472" name="K"/>
          <p:cNvSpPr/>
          <p:nvPr/>
        </p:nvSpPr>
        <p:spPr>
          <a:xfrm>
            <a:off x="8742814" y="4349982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73" name="T"/>
          <p:cNvSpPr txBox="1"/>
          <p:nvPr/>
        </p:nvSpPr>
        <p:spPr>
          <a:xfrm>
            <a:off x="8742814" y="4349982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74" name="T"/>
          <p:cNvSpPr txBox="1"/>
          <p:nvPr/>
        </p:nvSpPr>
        <p:spPr>
          <a:xfrm>
            <a:off x="8869680" y="4341989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  <a:endParaRPr lang="id-ID" sz="760"/>
          </a:p>
        </p:txBody>
      </p:sp>
      <p:sp>
        <p:nvSpPr>
          <p:cNvPr id="475" name="K"/>
          <p:cNvSpPr/>
          <p:nvPr/>
        </p:nvSpPr>
        <p:spPr>
          <a:xfrm>
            <a:off x="10470000" y="4371212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7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388195"/>
            <a:ext cx="72179" cy="72179"/>
          </a:xfrm>
          <a:prstGeom prst="rect">
            <a:avLst/>
          </a:prstGeom>
        </p:spPr>
      </p:pic>
      <p:sp>
        <p:nvSpPr>
          <p:cNvPr id="477" name="T"/>
          <p:cNvSpPr txBox="1"/>
          <p:nvPr/>
        </p:nvSpPr>
        <p:spPr>
          <a:xfrm>
            <a:off x="10650000" y="4371212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78" name="T"/>
          <p:cNvSpPr txBox="1"/>
          <p:nvPr/>
        </p:nvSpPr>
        <p:spPr>
          <a:xfrm>
            <a:off x="10800000" y="4371212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39</a:t>
            </a:r>
            <a:endParaRPr lang="id-ID" sz="720"/>
          </a:p>
        </p:txBody>
      </p:sp>
      <p:sp>
        <p:nvSpPr>
          <p:cNvPr id="479" name="T"/>
          <p:cNvSpPr txBox="1"/>
          <p:nvPr/>
        </p:nvSpPr>
        <p:spPr>
          <a:xfrm>
            <a:off x="11201600" y="4371212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80" name="L"/>
          <p:cNvCxnSpPr/>
          <p:nvPr/>
        </p:nvCxnSpPr>
        <p:spPr>
          <a:xfrm>
            <a:off x="8668512" y="4490627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81" name="K"/>
          <p:cNvSpPr/>
          <p:nvPr/>
        </p:nvSpPr>
        <p:spPr>
          <a:xfrm>
            <a:off x="8668512" y="4503895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82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524062"/>
            <a:ext cx="65810" cy="65810"/>
          </a:xfrm>
          <a:prstGeom prst="rect">
            <a:avLst/>
          </a:prstGeom>
        </p:spPr>
      </p:pic>
      <p:sp>
        <p:nvSpPr>
          <p:cNvPr id="483" name="K"/>
          <p:cNvSpPr/>
          <p:nvPr/>
        </p:nvSpPr>
        <p:spPr>
          <a:xfrm>
            <a:off x="8742814" y="4482665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84" name="T"/>
          <p:cNvSpPr txBox="1"/>
          <p:nvPr/>
        </p:nvSpPr>
        <p:spPr>
          <a:xfrm>
            <a:off x="8742814" y="4482665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85" name="T"/>
          <p:cNvSpPr txBox="1"/>
          <p:nvPr/>
        </p:nvSpPr>
        <p:spPr>
          <a:xfrm>
            <a:off x="8869680" y="447467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760"/>
          </a:p>
        </p:txBody>
      </p:sp>
      <p:sp>
        <p:nvSpPr>
          <p:cNvPr id="486" name="K"/>
          <p:cNvSpPr/>
          <p:nvPr/>
        </p:nvSpPr>
        <p:spPr>
          <a:xfrm>
            <a:off x="10470000" y="4503895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87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520878"/>
            <a:ext cx="72179" cy="72179"/>
          </a:xfrm>
          <a:prstGeom prst="rect">
            <a:avLst/>
          </a:prstGeom>
        </p:spPr>
      </p:pic>
      <p:sp>
        <p:nvSpPr>
          <p:cNvPr id="488" name="T"/>
          <p:cNvSpPr txBox="1"/>
          <p:nvPr/>
        </p:nvSpPr>
        <p:spPr>
          <a:xfrm>
            <a:off x="10650000" y="4503895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89" name="T"/>
          <p:cNvSpPr txBox="1"/>
          <p:nvPr/>
        </p:nvSpPr>
        <p:spPr>
          <a:xfrm>
            <a:off x="10800000" y="4503895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17</a:t>
            </a:r>
            <a:endParaRPr lang="id-ID" sz="720"/>
          </a:p>
        </p:txBody>
      </p:sp>
      <p:sp>
        <p:nvSpPr>
          <p:cNvPr id="490" name="T"/>
          <p:cNvSpPr txBox="1"/>
          <p:nvPr/>
        </p:nvSpPr>
        <p:spPr>
          <a:xfrm>
            <a:off x="11201600" y="4503895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91" name="L"/>
          <p:cNvCxnSpPr/>
          <p:nvPr/>
        </p:nvCxnSpPr>
        <p:spPr>
          <a:xfrm>
            <a:off x="8668512" y="4623310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92" name="K"/>
          <p:cNvSpPr/>
          <p:nvPr/>
        </p:nvSpPr>
        <p:spPr>
          <a:xfrm>
            <a:off x="8668512" y="4636578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93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656745"/>
            <a:ext cx="65810" cy="65810"/>
          </a:xfrm>
          <a:prstGeom prst="rect">
            <a:avLst/>
          </a:prstGeom>
        </p:spPr>
      </p:pic>
      <p:sp>
        <p:nvSpPr>
          <p:cNvPr id="494" name="T"/>
          <p:cNvSpPr txBox="1"/>
          <p:nvPr/>
        </p:nvSpPr>
        <p:spPr>
          <a:xfrm>
            <a:off x="8869680" y="4607355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760"/>
          </a:p>
        </p:txBody>
      </p:sp>
      <p:sp>
        <p:nvSpPr>
          <p:cNvPr id="495" name="K"/>
          <p:cNvSpPr/>
          <p:nvPr/>
        </p:nvSpPr>
        <p:spPr>
          <a:xfrm>
            <a:off x="10470000" y="4636578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9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653561"/>
            <a:ext cx="72179" cy="72179"/>
          </a:xfrm>
          <a:prstGeom prst="rect">
            <a:avLst/>
          </a:prstGeom>
        </p:spPr>
      </p:pic>
      <p:sp>
        <p:nvSpPr>
          <p:cNvPr id="497" name="T"/>
          <p:cNvSpPr txBox="1"/>
          <p:nvPr/>
        </p:nvSpPr>
        <p:spPr>
          <a:xfrm>
            <a:off x="10650000" y="4636578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98" name="T"/>
          <p:cNvSpPr txBox="1"/>
          <p:nvPr/>
        </p:nvSpPr>
        <p:spPr>
          <a:xfrm>
            <a:off x="10800000" y="4636578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4</a:t>
            </a:r>
            <a:endParaRPr lang="id-ID" sz="720"/>
          </a:p>
        </p:txBody>
      </p:sp>
      <p:sp>
        <p:nvSpPr>
          <p:cNvPr id="499" name="T"/>
          <p:cNvSpPr txBox="1"/>
          <p:nvPr/>
        </p:nvSpPr>
        <p:spPr>
          <a:xfrm>
            <a:off x="11201600" y="4636578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500" name="L"/>
          <p:cNvCxnSpPr/>
          <p:nvPr/>
        </p:nvCxnSpPr>
        <p:spPr>
          <a:xfrm>
            <a:off x="8668512" y="475599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01" name="K"/>
          <p:cNvSpPr/>
          <p:nvPr/>
        </p:nvSpPr>
        <p:spPr>
          <a:xfrm>
            <a:off x="8668512" y="4769261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02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789428"/>
            <a:ext cx="65810" cy="65810"/>
          </a:xfrm>
          <a:prstGeom prst="rect">
            <a:avLst/>
          </a:prstGeom>
        </p:spPr>
      </p:pic>
      <p:sp>
        <p:nvSpPr>
          <p:cNvPr id="503" name="T"/>
          <p:cNvSpPr txBox="1"/>
          <p:nvPr/>
        </p:nvSpPr>
        <p:spPr>
          <a:xfrm>
            <a:off x="8869680" y="4740038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760"/>
          </a:p>
        </p:txBody>
      </p:sp>
      <p:sp>
        <p:nvSpPr>
          <p:cNvPr id="504" name="K"/>
          <p:cNvSpPr/>
          <p:nvPr/>
        </p:nvSpPr>
        <p:spPr>
          <a:xfrm>
            <a:off x="10470000" y="4769261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0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786244"/>
            <a:ext cx="72179" cy="72179"/>
          </a:xfrm>
          <a:prstGeom prst="rect">
            <a:avLst/>
          </a:prstGeom>
        </p:spPr>
      </p:pic>
      <p:sp>
        <p:nvSpPr>
          <p:cNvPr id="506" name="T"/>
          <p:cNvSpPr txBox="1"/>
          <p:nvPr/>
        </p:nvSpPr>
        <p:spPr>
          <a:xfrm>
            <a:off x="10746943" y="4769261"/>
            <a:ext cx="713232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42 ha baru 28 Okt</a:t>
            </a:r>
            <a:endParaRPr lang="id-ID" sz="620"/>
          </a:p>
        </p:txBody>
      </p:sp>
      <p:cxnSp>
        <p:nvCxnSpPr>
          <p:cNvPr id="507" name="L"/>
          <p:cNvCxnSpPr/>
          <p:nvPr/>
        </p:nvCxnSpPr>
        <p:spPr>
          <a:xfrm>
            <a:off x="8668512" y="4888676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08" name="K"/>
          <p:cNvSpPr/>
          <p:nvPr/>
        </p:nvSpPr>
        <p:spPr>
          <a:xfrm>
            <a:off x="8668512" y="4901944"/>
            <a:ext cx="106146" cy="106146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509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8688679" y="4922111"/>
            <a:ext cx="65810" cy="65810"/>
          </a:xfrm>
          <a:prstGeom prst="rect">
            <a:avLst/>
          </a:prstGeom>
        </p:spPr>
      </p:pic>
      <p:sp>
        <p:nvSpPr>
          <p:cNvPr id="510" name="T"/>
          <p:cNvSpPr txBox="1"/>
          <p:nvPr/>
        </p:nvSpPr>
        <p:spPr>
          <a:xfrm>
            <a:off x="8869680" y="4872721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5 kab/kota di 2 provinsi</a:t>
            </a:r>
            <a:endParaRPr lang="id-ID" sz="760"/>
          </a:p>
        </p:txBody>
      </p:sp>
      <p:sp>
        <p:nvSpPr>
          <p:cNvPr id="511" name="K"/>
          <p:cNvSpPr/>
          <p:nvPr/>
        </p:nvSpPr>
        <p:spPr>
          <a:xfrm>
            <a:off x="10470000" y="4901944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4ECDC"/>
          </a:solidFill>
          <a:ln>
            <a:noFill/>
          </a:ln>
        </p:spPr>
      </p:sp>
      <p:pic>
        <p:nvPicPr>
          <p:cNvPr id="512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520000" y="4918927"/>
            <a:ext cx="72179" cy="72179"/>
          </a:xfrm>
          <a:prstGeom prst="rect">
            <a:avLst/>
          </a:prstGeom>
        </p:spPr>
      </p:pic>
      <p:sp>
        <p:nvSpPr>
          <p:cNvPr id="513" name="T"/>
          <p:cNvSpPr txBox="1"/>
          <p:nvPr/>
        </p:nvSpPr>
        <p:spPr>
          <a:xfrm>
            <a:off x="10680000" y="4901944"/>
            <a:ext cx="5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62.140</a:t>
            </a:r>
            <a:endParaRPr lang="id-ID" sz="720"/>
          </a:p>
        </p:txBody>
      </p:sp>
      <p:sp>
        <p:nvSpPr>
          <p:cNvPr id="514" name="T"/>
          <p:cNvSpPr txBox="1"/>
          <p:nvPr/>
        </p:nvSpPr>
        <p:spPr>
          <a:xfrm>
            <a:off x="11201600" y="4901944"/>
            <a:ext cx="3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cxnSp>
        <p:nvCxnSpPr>
          <p:cNvPr id="515" name="L"/>
          <p:cNvCxnSpPr/>
          <p:nvPr/>
        </p:nvCxnSpPr>
        <p:spPr>
          <a:xfrm>
            <a:off x="8668512" y="5021359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16" name="K"/>
          <p:cNvSpPr/>
          <p:nvPr/>
        </p:nvSpPr>
        <p:spPr>
          <a:xfrm>
            <a:off x="8668512" y="5034627"/>
            <a:ext cx="106146" cy="106146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1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88679" y="5054794"/>
            <a:ext cx="65810" cy="65810"/>
          </a:xfrm>
          <a:prstGeom prst="rect">
            <a:avLst/>
          </a:prstGeom>
        </p:spPr>
      </p:pic>
      <p:sp>
        <p:nvSpPr>
          <p:cNvPr id="518" name="K"/>
          <p:cNvSpPr/>
          <p:nvPr/>
        </p:nvSpPr>
        <p:spPr>
          <a:xfrm>
            <a:off x="8742814" y="5013397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19" name="T"/>
          <p:cNvSpPr txBox="1"/>
          <p:nvPr/>
        </p:nvSpPr>
        <p:spPr>
          <a:xfrm>
            <a:off x="8742814" y="5013397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20" name="T"/>
          <p:cNvSpPr txBox="1"/>
          <p:nvPr/>
        </p:nvSpPr>
        <p:spPr>
          <a:xfrm>
            <a:off x="8869680" y="5005404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2 kab/kota di 2 provinsi</a:t>
            </a:r>
            <a:endParaRPr lang="id-ID" sz="760"/>
          </a:p>
        </p:txBody>
      </p:sp>
      <p:sp>
        <p:nvSpPr>
          <p:cNvPr id="521" name="K"/>
          <p:cNvSpPr/>
          <p:nvPr/>
        </p:nvSpPr>
        <p:spPr>
          <a:xfrm>
            <a:off x="10470000" y="5034627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</p:sp>
      <p:pic>
        <p:nvPicPr>
          <p:cNvPr id="522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520000" y="5051610"/>
            <a:ext cx="72179" cy="72179"/>
          </a:xfrm>
          <a:prstGeom prst="rect">
            <a:avLst/>
          </a:prstGeom>
        </p:spPr>
      </p:pic>
      <p:sp>
        <p:nvSpPr>
          <p:cNvPr id="523" name="T"/>
          <p:cNvSpPr txBox="1"/>
          <p:nvPr/>
        </p:nvSpPr>
        <p:spPr>
          <a:xfrm>
            <a:off x="10680000" y="5034627"/>
            <a:ext cx="5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1.985</a:t>
            </a:r>
            <a:endParaRPr lang="id-ID" sz="720"/>
          </a:p>
        </p:txBody>
      </p:sp>
      <p:sp>
        <p:nvSpPr>
          <p:cNvPr id="524" name="T"/>
          <p:cNvSpPr txBox="1"/>
          <p:nvPr/>
        </p:nvSpPr>
        <p:spPr>
          <a:xfrm>
            <a:off x="11201600" y="5034627"/>
            <a:ext cx="3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cxnSp>
        <p:nvCxnSpPr>
          <p:cNvPr id="525" name="L"/>
          <p:cNvCxnSpPr/>
          <p:nvPr/>
        </p:nvCxnSpPr>
        <p:spPr>
          <a:xfrm>
            <a:off x="8668512" y="5154042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26" name="K"/>
          <p:cNvSpPr/>
          <p:nvPr/>
        </p:nvSpPr>
        <p:spPr>
          <a:xfrm>
            <a:off x="8668512" y="5167310"/>
            <a:ext cx="106146" cy="106146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527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8688679" y="5187477"/>
            <a:ext cx="65810" cy="65810"/>
          </a:xfrm>
          <a:prstGeom prst="rect">
            <a:avLst/>
          </a:prstGeom>
        </p:spPr>
      </p:pic>
      <p:sp>
        <p:nvSpPr>
          <p:cNvPr id="528" name="T"/>
          <p:cNvSpPr txBox="1"/>
          <p:nvPr/>
        </p:nvSpPr>
        <p:spPr>
          <a:xfrm>
            <a:off x="8869680" y="5138087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  <a:endParaRPr lang="id-ID" sz="760"/>
          </a:p>
        </p:txBody>
      </p:sp>
      <p:sp>
        <p:nvSpPr>
          <p:cNvPr id="529" name="K"/>
          <p:cNvSpPr/>
          <p:nvPr/>
        </p:nvSpPr>
        <p:spPr>
          <a:xfrm>
            <a:off x="10470000" y="5167310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>
            <a:noFill/>
          </a:ln>
        </p:spPr>
      </p:sp>
      <p:pic>
        <p:nvPicPr>
          <p:cNvPr id="53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520000" y="5184293"/>
            <a:ext cx="72179" cy="72179"/>
          </a:xfrm>
          <a:prstGeom prst="rect">
            <a:avLst/>
          </a:prstGeom>
        </p:spPr>
      </p:pic>
      <p:sp>
        <p:nvSpPr>
          <p:cNvPr id="531" name="T"/>
          <p:cNvSpPr txBox="1"/>
          <p:nvPr/>
        </p:nvSpPr>
        <p:spPr>
          <a:xfrm>
            <a:off x="10680000" y="5167310"/>
            <a:ext cx="5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17.707</a:t>
            </a:r>
            <a:endParaRPr lang="id-ID" sz="720"/>
          </a:p>
        </p:txBody>
      </p:sp>
      <p:sp>
        <p:nvSpPr>
          <p:cNvPr id="532" name="T"/>
          <p:cNvSpPr txBox="1"/>
          <p:nvPr/>
        </p:nvSpPr>
        <p:spPr>
          <a:xfrm>
            <a:off x="11201600" y="5167310"/>
            <a:ext cx="3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sp>
        <p:nvSpPr>
          <p:cNvPr id="533" name="K"/>
          <p:cNvSpPr/>
          <p:nvPr/>
        </p:nvSpPr>
        <p:spPr>
          <a:xfrm>
            <a:off x="548640" y="546811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F4EC"/>
          </a:solidFill>
          <a:ln>
            <a:noFill/>
          </a:ln>
        </p:spPr>
      </p:sp>
      <p:sp>
        <p:nvSpPr>
          <p:cNvPr id="534" name="T"/>
          <p:cNvSpPr txBox="1"/>
          <p:nvPr/>
        </p:nvSpPr>
        <p:spPr>
          <a:xfrm>
            <a:off x="694944" y="55412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YANG AKAN DILAKUKAN BNPB</a:t>
            </a:r>
            <a:endParaRPr lang="id-ID" sz="750"/>
          </a:p>
        </p:txBody>
      </p:sp>
      <p:sp>
        <p:nvSpPr>
          <p:cNvPr id="535" name="K"/>
          <p:cNvSpPr/>
          <p:nvPr/>
        </p:nvSpPr>
        <p:spPr>
          <a:xfrm>
            <a:off x="694944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36" name="G"/>
          <p:cNvPicPr>
            <a:picLocks noChangeAspect="1"/>
          </p:cNvPicPr>
          <p:nvPr/>
        </p:nvPicPr>
        <p:blipFill>
          <a:blip r:embed="rIdM19"/>
          <a:stretch>
            <a:fillRect/>
          </a:stretch>
        </p:blipFill>
        <p:spPr>
          <a:xfrm>
            <a:off x="777240" y="5888736"/>
            <a:ext cx="201168" cy="201168"/>
          </a:xfrm>
          <a:prstGeom prst="rect">
            <a:avLst/>
          </a:prstGeom>
        </p:spPr>
      </p:pic>
      <p:sp>
        <p:nvSpPr>
          <p:cNvPr id="537" name="T"/>
          <p:cNvSpPr txBox="1"/>
          <p:nvPr/>
        </p:nvSpPr>
        <p:spPr>
          <a:xfrm>
            <a:off x="1152144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Pemadaman prioritas</a:t>
            </a:r>
            <a:endParaRPr lang="id-ID" sz="950"/>
          </a:p>
        </p:txBody>
      </p:sp>
      <p:sp>
        <p:nvSpPr>
          <p:cNvPr id="538" name="T"/>
          <p:cNvSpPr txBox="1"/>
          <p:nvPr/>
        </p:nvSpPr>
        <p:spPr>
          <a:xfrm>
            <a:off x="1152144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Papua Selatan ±647 ha dan Kal. Timur ±168 ha belum padam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Patroli dan pendinginan: Sul. Tenggara, Sul. Selatan</a:t>
            </a:r>
            <a:endParaRPr lang="id-ID" sz="820"/>
          </a:p>
        </p:txBody>
      </p:sp>
      <p:cxnSp>
        <p:nvCxnSpPr>
          <p:cNvPr id="539" name="L"/>
          <p:cNvCxnSpPr/>
          <p:nvPr/>
        </p:nvCxnSpPr>
        <p:spPr>
          <a:xfrm>
            <a:off x="4222394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40" name="K"/>
          <p:cNvSpPr/>
          <p:nvPr/>
        </p:nvSpPr>
        <p:spPr>
          <a:xfrm>
            <a:off x="4295546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1" name="G"/>
          <p:cNvPicPr>
            <a:picLocks noChangeAspect="1"/>
          </p:cNvPicPr>
          <p:nvPr/>
        </p:nvPicPr>
        <p:blipFill>
          <a:blip r:embed="rIdM20"/>
          <a:stretch>
            <a:fillRect/>
          </a:stretch>
        </p:blipFill>
        <p:spPr>
          <a:xfrm>
            <a:off x="4377842" y="5888736"/>
            <a:ext cx="201168" cy="201168"/>
          </a:xfrm>
          <a:prstGeom prst="rect">
            <a:avLst/>
          </a:prstGeom>
        </p:spPr>
      </p:pic>
      <p:sp>
        <p:nvSpPr>
          <p:cNvPr id="542" name="T"/>
          <p:cNvSpPr txBox="1"/>
          <p:nvPr/>
        </p:nvSpPr>
        <p:spPr>
          <a:xfrm>
            <a:off x="4752746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Keselamatan warga</a:t>
            </a:r>
            <a:endParaRPr lang="id-ID" sz="950"/>
          </a:p>
        </p:txBody>
      </p:sp>
      <p:sp>
        <p:nvSpPr>
          <p:cNvPr id="543" name="T"/>
          <p:cNvSpPr txBox="1"/>
          <p:nvPr/>
        </p:nvSpPr>
        <p:spPr>
          <a:xfrm>
            <a:off x="4752746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Masker dan layanan ISPA: Pekanbaru, Pangkalan Bun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Pengungsi: gempa NTT ±27.331 jiwa</a:t>
            </a:r>
            <a:endParaRPr lang="id-ID" sz="820"/>
          </a:p>
        </p:txBody>
      </p:sp>
      <p:cxnSp>
        <p:nvCxnSpPr>
          <p:cNvPr id="544" name="L"/>
          <p:cNvCxnSpPr/>
          <p:nvPr/>
        </p:nvCxnSpPr>
        <p:spPr>
          <a:xfrm>
            <a:off x="7822996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45" name="K"/>
          <p:cNvSpPr/>
          <p:nvPr/>
        </p:nvSpPr>
        <p:spPr>
          <a:xfrm>
            <a:off x="7896148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6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7978444" y="5888736"/>
            <a:ext cx="201168" cy="201168"/>
          </a:xfrm>
          <a:prstGeom prst="rect">
            <a:avLst/>
          </a:prstGeom>
        </p:spPr>
      </p:pic>
      <p:sp>
        <p:nvSpPr>
          <p:cNvPr id="547" name="T"/>
          <p:cNvSpPr txBox="1"/>
          <p:nvPr/>
        </p:nvSpPr>
        <p:spPr>
          <a:xfrm>
            <a:off x="8353348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Air bersih</a:t>
            </a:r>
            <a:endParaRPr lang="id-ID" sz="950"/>
          </a:p>
        </p:txBody>
      </p:sp>
      <p:sp>
        <p:nvSpPr>
          <p:cNvPr id="548" name="T"/>
          <p:cNvSpPr txBox="1"/>
          <p:nvPr/>
        </p:nvSpPr>
        <p:spPr>
          <a:xfrm>
            <a:off x="8353348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Tersalur 335.900 liter, 55 tangki untuk ±62.140 KK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Terdampak terbesar: Cilacap (±28.643 KK)</a:t>
            </a:r>
            <a:endParaRPr lang="id-ID" sz="8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683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Rincian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21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menonjol: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5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 di Jawa Tengah dan Jawa Timur, dan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200"/>
          </a:p>
        </p:txBody>
      </p:sp>
      <p:sp>
        <p:nvSpPr>
          <p:cNvPr id="301" name="K"/>
          <p:cNvSpPr/>
          <p:nvPr/>
        </p:nvSpPr>
        <p:spPr>
          <a:xfrm>
            <a:off x="548640" y="1325880"/>
            <a:ext cx="672084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02" name="K"/>
          <p:cNvSpPr/>
          <p:nvPr/>
        </p:nvSpPr>
        <p:spPr>
          <a:xfrm>
            <a:off x="548640" y="132588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303" name="K"/>
          <p:cNvSpPr/>
          <p:nvPr/>
        </p:nvSpPr>
        <p:spPr>
          <a:xfrm>
            <a:off x="548640" y="1600200"/>
            <a:ext cx="6720840" cy="182880"/>
          </a:xfrm>
          <a:prstGeom prst="rect">
            <a:avLst/>
          </a:prstGeom>
          <a:solidFill>
            <a:srgbClr val="FBE7D6"/>
          </a:solidFill>
          <a:ln>
            <a:noFill/>
          </a:ln>
        </p:spPr>
      </p:sp>
      <p:sp>
        <p:nvSpPr>
          <p:cNvPr id="304" name="K"/>
          <p:cNvSpPr/>
          <p:nvPr/>
        </p:nvSpPr>
        <p:spPr>
          <a:xfrm>
            <a:off x="676656" y="1408176"/>
            <a:ext cx="292608" cy="2926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05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306" name="T"/>
          <p:cNvSpPr txBox="1"/>
          <p:nvPr/>
        </p:nvSpPr>
        <p:spPr>
          <a:xfrm>
            <a:off x="1051560" y="1325880"/>
            <a:ext cx="5620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1100"/>
          </a:p>
        </p:txBody>
      </p:sp>
      <p:sp>
        <p:nvSpPr>
          <p:cNvPr id="307" name="T"/>
          <p:cNvSpPr txBox="1"/>
          <p:nvPr/>
        </p:nvSpPr>
        <p:spPr>
          <a:xfrm>
            <a:off x="6629400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endParaRPr lang="id-ID" sz="1800"/>
          </a:p>
        </p:txBody>
      </p:sp>
      <p:sp>
        <p:nvSpPr>
          <p:cNvPr id="308" name="T"/>
          <p:cNvSpPr txBox="1"/>
          <p:nvPr/>
        </p:nvSpPr>
        <p:spPr>
          <a:xfrm>
            <a:off x="676656" y="185623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50"/>
          </a:p>
        </p:txBody>
      </p:sp>
      <p:sp>
        <p:nvSpPr>
          <p:cNvPr id="309" name="T"/>
          <p:cNvSpPr txBox="1"/>
          <p:nvPr/>
        </p:nvSpPr>
        <p:spPr>
          <a:xfrm>
            <a:off x="3291840" y="185623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TERBAKAR 1 JAN–28 OKT</a:t>
            </a:r>
            <a:endParaRPr lang="id-ID" sz="650"/>
          </a:p>
        </p:txBody>
      </p:sp>
      <p:sp>
        <p:nvSpPr>
          <p:cNvPr id="310" name="T"/>
          <p:cNvSpPr txBox="1"/>
          <p:nvPr/>
        </p:nvSpPr>
        <p:spPr>
          <a:xfrm>
            <a:off x="4617720" y="185623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FIRESPOT DAN SISA 28 OKT</a:t>
            </a:r>
            <a:endParaRPr lang="id-ID" sz="650"/>
          </a:p>
        </p:txBody>
      </p:sp>
      <p:cxnSp>
        <p:nvCxnSpPr>
          <p:cNvPr id="311" name="L"/>
          <p:cNvCxnSpPr/>
          <p:nvPr/>
        </p:nvCxnSpPr>
        <p:spPr>
          <a:xfrm>
            <a:off x="676656" y="2039112"/>
            <a:ext cx="646480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12" name="K"/>
          <p:cNvSpPr/>
          <p:nvPr/>
        </p:nvSpPr>
        <p:spPr>
          <a:xfrm>
            <a:off x="676656" y="2127443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1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2165266"/>
            <a:ext cx="134482" cy="134482"/>
          </a:xfrm>
          <a:prstGeom prst="rect">
            <a:avLst/>
          </a:prstGeom>
        </p:spPr>
      </p:pic>
      <p:sp>
        <p:nvSpPr>
          <p:cNvPr id="314" name="T"/>
          <p:cNvSpPr txBox="1"/>
          <p:nvPr/>
        </p:nvSpPr>
        <p:spPr>
          <a:xfrm>
            <a:off x="990000" y="2057400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1058"/>
          </a:p>
        </p:txBody>
      </p:sp>
      <p:sp>
        <p:nvSpPr>
          <p:cNvPr id="315" name="T"/>
          <p:cNvSpPr txBox="1"/>
          <p:nvPr/>
        </p:nvSpPr>
        <p:spPr>
          <a:xfrm>
            <a:off x="3291840" y="2057400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291.587</a:t>
            </a:r>
            <a:endParaRPr lang="id-ID" sz="1036"/>
          </a:p>
        </p:txBody>
      </p:sp>
      <p:sp>
        <p:nvSpPr>
          <p:cNvPr id="316" name="T"/>
          <p:cNvSpPr txBox="1"/>
          <p:nvPr/>
        </p:nvSpPr>
        <p:spPr>
          <a:xfrm>
            <a:off x="4142920" y="2057400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17" name="K"/>
          <p:cNvSpPr/>
          <p:nvPr/>
        </p:nvSpPr>
        <p:spPr>
          <a:xfrm>
            <a:off x="4739006" y="2116937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1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160854"/>
            <a:ext cx="143308" cy="143308"/>
          </a:xfrm>
          <a:prstGeom prst="rect">
            <a:avLst/>
          </a:prstGeom>
        </p:spPr>
      </p:pic>
      <p:sp>
        <p:nvSpPr>
          <p:cNvPr id="319" name="T"/>
          <p:cNvSpPr txBox="1"/>
          <p:nvPr/>
        </p:nvSpPr>
        <p:spPr>
          <a:xfrm>
            <a:off x="4995894" y="2116937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292</a:t>
            </a:r>
            <a:endParaRPr lang="id-ID" sz="873"/>
          </a:p>
        </p:txBody>
      </p:sp>
      <p:sp>
        <p:nvSpPr>
          <p:cNvPr id="320" name="T"/>
          <p:cNvSpPr txBox="1"/>
          <p:nvPr/>
        </p:nvSpPr>
        <p:spPr>
          <a:xfrm>
            <a:off x="5382084" y="2116937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21" name="K"/>
          <p:cNvSpPr/>
          <p:nvPr/>
        </p:nvSpPr>
        <p:spPr>
          <a:xfrm>
            <a:off x="5964742" y="2116937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2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160854"/>
            <a:ext cx="143308" cy="143308"/>
          </a:xfrm>
          <a:prstGeom prst="rect">
            <a:avLst/>
          </a:prstGeom>
        </p:spPr>
      </p:pic>
      <p:sp>
        <p:nvSpPr>
          <p:cNvPr id="323" name="T"/>
          <p:cNvSpPr txBox="1"/>
          <p:nvPr/>
        </p:nvSpPr>
        <p:spPr>
          <a:xfrm>
            <a:off x="6211630" y="2116937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24" name="T"/>
          <p:cNvSpPr txBox="1"/>
          <p:nvPr/>
        </p:nvSpPr>
        <p:spPr>
          <a:xfrm>
            <a:off x="6481630" y="2116937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647</a:t>
            </a:r>
            <a:endParaRPr lang="id-ID" sz="873"/>
          </a:p>
        </p:txBody>
      </p:sp>
      <p:sp>
        <p:nvSpPr>
          <p:cNvPr id="325" name="T"/>
          <p:cNvSpPr txBox="1"/>
          <p:nvPr/>
        </p:nvSpPr>
        <p:spPr>
          <a:xfrm>
            <a:off x="6927820" y="2116937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26" name="L"/>
          <p:cNvCxnSpPr/>
          <p:nvPr/>
        </p:nvCxnSpPr>
        <p:spPr>
          <a:xfrm>
            <a:off x="676656" y="240761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27" name="K"/>
          <p:cNvSpPr/>
          <p:nvPr/>
        </p:nvSpPr>
        <p:spPr>
          <a:xfrm>
            <a:off x="676656" y="2477659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2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2515482"/>
            <a:ext cx="134482" cy="134482"/>
          </a:xfrm>
          <a:prstGeom prst="rect">
            <a:avLst/>
          </a:prstGeom>
        </p:spPr>
      </p:pic>
      <p:sp>
        <p:nvSpPr>
          <p:cNvPr id="329" name="T"/>
          <p:cNvSpPr txBox="1"/>
          <p:nvPr/>
        </p:nvSpPr>
        <p:spPr>
          <a:xfrm>
            <a:off x="990000" y="2407616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1058"/>
          </a:p>
        </p:txBody>
      </p:sp>
      <p:sp>
        <p:nvSpPr>
          <p:cNvPr id="330" name="T"/>
          <p:cNvSpPr txBox="1"/>
          <p:nvPr/>
        </p:nvSpPr>
        <p:spPr>
          <a:xfrm>
            <a:off x="3291840" y="2407616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125.959</a:t>
            </a:r>
            <a:endParaRPr lang="id-ID" sz="1036"/>
          </a:p>
        </p:txBody>
      </p:sp>
      <p:sp>
        <p:nvSpPr>
          <p:cNvPr id="331" name="T"/>
          <p:cNvSpPr txBox="1"/>
          <p:nvPr/>
        </p:nvSpPr>
        <p:spPr>
          <a:xfrm>
            <a:off x="4142920" y="2407616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32" name="K"/>
          <p:cNvSpPr/>
          <p:nvPr/>
        </p:nvSpPr>
        <p:spPr>
          <a:xfrm>
            <a:off x="4739006" y="2467153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3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511070"/>
            <a:ext cx="143308" cy="143308"/>
          </a:xfrm>
          <a:prstGeom prst="rect">
            <a:avLst/>
          </a:prstGeom>
        </p:spPr>
      </p:pic>
      <p:sp>
        <p:nvSpPr>
          <p:cNvPr id="334" name="T"/>
          <p:cNvSpPr txBox="1"/>
          <p:nvPr/>
        </p:nvSpPr>
        <p:spPr>
          <a:xfrm>
            <a:off x="4995894" y="2467153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376</a:t>
            </a:r>
            <a:endParaRPr lang="id-ID" sz="873"/>
          </a:p>
        </p:txBody>
      </p:sp>
      <p:sp>
        <p:nvSpPr>
          <p:cNvPr id="335" name="T"/>
          <p:cNvSpPr txBox="1"/>
          <p:nvPr/>
        </p:nvSpPr>
        <p:spPr>
          <a:xfrm>
            <a:off x="5382084" y="2467153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36" name="K"/>
          <p:cNvSpPr/>
          <p:nvPr/>
        </p:nvSpPr>
        <p:spPr>
          <a:xfrm>
            <a:off x="5964742" y="2467153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3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511070"/>
            <a:ext cx="143308" cy="143308"/>
          </a:xfrm>
          <a:prstGeom prst="rect">
            <a:avLst/>
          </a:prstGeom>
        </p:spPr>
      </p:pic>
      <p:sp>
        <p:nvSpPr>
          <p:cNvPr id="338" name="T"/>
          <p:cNvSpPr txBox="1"/>
          <p:nvPr/>
        </p:nvSpPr>
        <p:spPr>
          <a:xfrm>
            <a:off x="6211630" y="2467153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39" name="T"/>
          <p:cNvSpPr txBox="1"/>
          <p:nvPr/>
        </p:nvSpPr>
        <p:spPr>
          <a:xfrm>
            <a:off x="6481630" y="2467153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168</a:t>
            </a:r>
            <a:endParaRPr lang="id-ID" sz="873"/>
          </a:p>
        </p:txBody>
      </p:sp>
      <p:sp>
        <p:nvSpPr>
          <p:cNvPr id="340" name="T"/>
          <p:cNvSpPr txBox="1"/>
          <p:nvPr/>
        </p:nvSpPr>
        <p:spPr>
          <a:xfrm>
            <a:off x="6927820" y="2467153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41" name="L"/>
          <p:cNvCxnSpPr/>
          <p:nvPr/>
        </p:nvCxnSpPr>
        <p:spPr>
          <a:xfrm>
            <a:off x="676656" y="275783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42" name="K"/>
          <p:cNvSpPr/>
          <p:nvPr/>
        </p:nvSpPr>
        <p:spPr>
          <a:xfrm>
            <a:off x="676656" y="2827875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4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2865698"/>
            <a:ext cx="134482" cy="134482"/>
          </a:xfrm>
          <a:prstGeom prst="rect">
            <a:avLst/>
          </a:prstGeom>
        </p:spPr>
      </p:pic>
      <p:sp>
        <p:nvSpPr>
          <p:cNvPr id="344" name="T"/>
          <p:cNvSpPr txBox="1"/>
          <p:nvPr/>
        </p:nvSpPr>
        <p:spPr>
          <a:xfrm>
            <a:off x="990000" y="2757832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  <a:endParaRPr lang="id-ID" sz="1058"/>
          </a:p>
        </p:txBody>
      </p:sp>
      <p:sp>
        <p:nvSpPr>
          <p:cNvPr id="345" name="T"/>
          <p:cNvSpPr txBox="1"/>
          <p:nvPr/>
        </p:nvSpPr>
        <p:spPr>
          <a:xfrm>
            <a:off x="3291840" y="2757832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44.053</a:t>
            </a:r>
            <a:endParaRPr lang="id-ID" sz="1036"/>
          </a:p>
        </p:txBody>
      </p:sp>
      <p:sp>
        <p:nvSpPr>
          <p:cNvPr id="346" name="T"/>
          <p:cNvSpPr txBox="1"/>
          <p:nvPr/>
        </p:nvSpPr>
        <p:spPr>
          <a:xfrm>
            <a:off x="4142920" y="2757832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47" name="K"/>
          <p:cNvSpPr/>
          <p:nvPr/>
        </p:nvSpPr>
        <p:spPr>
          <a:xfrm>
            <a:off x="4739006" y="2817369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4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861286"/>
            <a:ext cx="143308" cy="143308"/>
          </a:xfrm>
          <a:prstGeom prst="rect">
            <a:avLst/>
          </a:prstGeom>
        </p:spPr>
      </p:pic>
      <p:sp>
        <p:nvSpPr>
          <p:cNvPr id="349" name="T"/>
          <p:cNvSpPr txBox="1"/>
          <p:nvPr/>
        </p:nvSpPr>
        <p:spPr>
          <a:xfrm>
            <a:off x="4995894" y="2817369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52</a:t>
            </a:r>
            <a:endParaRPr lang="id-ID" sz="873"/>
          </a:p>
        </p:txBody>
      </p:sp>
      <p:sp>
        <p:nvSpPr>
          <p:cNvPr id="350" name="T"/>
          <p:cNvSpPr txBox="1"/>
          <p:nvPr/>
        </p:nvSpPr>
        <p:spPr>
          <a:xfrm>
            <a:off x="5382084" y="2817369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51" name="K"/>
          <p:cNvSpPr/>
          <p:nvPr/>
        </p:nvSpPr>
        <p:spPr>
          <a:xfrm>
            <a:off x="5964742" y="2817369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5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861286"/>
            <a:ext cx="143308" cy="143308"/>
          </a:xfrm>
          <a:prstGeom prst="rect">
            <a:avLst/>
          </a:prstGeom>
        </p:spPr>
      </p:pic>
      <p:sp>
        <p:nvSpPr>
          <p:cNvPr id="353" name="T"/>
          <p:cNvSpPr txBox="1"/>
          <p:nvPr/>
        </p:nvSpPr>
        <p:spPr>
          <a:xfrm>
            <a:off x="6211630" y="2817369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54" name="T"/>
          <p:cNvSpPr txBox="1"/>
          <p:nvPr/>
        </p:nvSpPr>
        <p:spPr>
          <a:xfrm>
            <a:off x="6481630" y="2817369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85</a:t>
            </a:r>
            <a:endParaRPr lang="id-ID" sz="873"/>
          </a:p>
        </p:txBody>
      </p:sp>
      <p:sp>
        <p:nvSpPr>
          <p:cNvPr id="355" name="T"/>
          <p:cNvSpPr txBox="1"/>
          <p:nvPr/>
        </p:nvSpPr>
        <p:spPr>
          <a:xfrm>
            <a:off x="6927820" y="2817369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56" name="L"/>
          <p:cNvCxnSpPr/>
          <p:nvPr/>
        </p:nvCxnSpPr>
        <p:spPr>
          <a:xfrm>
            <a:off x="676656" y="310804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57" name="K"/>
          <p:cNvSpPr/>
          <p:nvPr/>
        </p:nvSpPr>
        <p:spPr>
          <a:xfrm>
            <a:off x="676656" y="3178091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5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3215914"/>
            <a:ext cx="134482" cy="134482"/>
          </a:xfrm>
          <a:prstGeom prst="rect">
            <a:avLst/>
          </a:prstGeom>
        </p:spPr>
      </p:pic>
      <p:sp>
        <p:nvSpPr>
          <p:cNvPr id="359" name="T"/>
          <p:cNvSpPr txBox="1"/>
          <p:nvPr/>
        </p:nvSpPr>
        <p:spPr>
          <a:xfrm>
            <a:off x="990000" y="3108048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  <a:endParaRPr lang="id-ID" sz="1058"/>
          </a:p>
        </p:txBody>
      </p:sp>
      <p:sp>
        <p:nvSpPr>
          <p:cNvPr id="360" name="T"/>
          <p:cNvSpPr txBox="1"/>
          <p:nvPr/>
        </p:nvSpPr>
        <p:spPr>
          <a:xfrm>
            <a:off x="3291840" y="3108048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73.433</a:t>
            </a:r>
            <a:endParaRPr lang="id-ID" sz="1036"/>
          </a:p>
        </p:txBody>
      </p:sp>
      <p:sp>
        <p:nvSpPr>
          <p:cNvPr id="361" name="T"/>
          <p:cNvSpPr txBox="1"/>
          <p:nvPr/>
        </p:nvSpPr>
        <p:spPr>
          <a:xfrm>
            <a:off x="4142920" y="3108048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62" name="K"/>
          <p:cNvSpPr/>
          <p:nvPr/>
        </p:nvSpPr>
        <p:spPr>
          <a:xfrm>
            <a:off x="4739006" y="3167585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6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211502"/>
            <a:ext cx="143308" cy="143308"/>
          </a:xfrm>
          <a:prstGeom prst="rect">
            <a:avLst/>
          </a:prstGeom>
        </p:spPr>
      </p:pic>
      <p:sp>
        <p:nvSpPr>
          <p:cNvPr id="364" name="T"/>
          <p:cNvSpPr txBox="1"/>
          <p:nvPr/>
        </p:nvSpPr>
        <p:spPr>
          <a:xfrm>
            <a:off x="4995894" y="3167585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44</a:t>
            </a:r>
            <a:endParaRPr lang="id-ID" sz="873"/>
          </a:p>
        </p:txBody>
      </p:sp>
      <p:sp>
        <p:nvSpPr>
          <p:cNvPr id="365" name="T"/>
          <p:cNvSpPr txBox="1"/>
          <p:nvPr/>
        </p:nvSpPr>
        <p:spPr>
          <a:xfrm>
            <a:off x="5382084" y="3167585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66" name="K"/>
          <p:cNvSpPr/>
          <p:nvPr/>
        </p:nvSpPr>
        <p:spPr>
          <a:xfrm>
            <a:off x="5964742" y="3167585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6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211502"/>
            <a:ext cx="143308" cy="143308"/>
          </a:xfrm>
          <a:prstGeom prst="rect">
            <a:avLst/>
          </a:prstGeom>
        </p:spPr>
      </p:pic>
      <p:sp>
        <p:nvSpPr>
          <p:cNvPr id="368" name="T"/>
          <p:cNvSpPr txBox="1"/>
          <p:nvPr/>
        </p:nvSpPr>
        <p:spPr>
          <a:xfrm>
            <a:off x="6211630" y="3167585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69" name="T"/>
          <p:cNvSpPr txBox="1"/>
          <p:nvPr/>
        </p:nvSpPr>
        <p:spPr>
          <a:xfrm>
            <a:off x="6481630" y="3167585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62</a:t>
            </a:r>
            <a:endParaRPr lang="id-ID" sz="873"/>
          </a:p>
        </p:txBody>
      </p:sp>
      <p:sp>
        <p:nvSpPr>
          <p:cNvPr id="370" name="T"/>
          <p:cNvSpPr txBox="1"/>
          <p:nvPr/>
        </p:nvSpPr>
        <p:spPr>
          <a:xfrm>
            <a:off x="6927820" y="3167585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71" name="L"/>
          <p:cNvCxnSpPr/>
          <p:nvPr/>
        </p:nvCxnSpPr>
        <p:spPr>
          <a:xfrm>
            <a:off x="676656" y="345826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72" name="K"/>
          <p:cNvSpPr/>
          <p:nvPr/>
        </p:nvSpPr>
        <p:spPr>
          <a:xfrm>
            <a:off x="676656" y="3528307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7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3566130"/>
            <a:ext cx="134482" cy="134482"/>
          </a:xfrm>
          <a:prstGeom prst="rect">
            <a:avLst/>
          </a:prstGeom>
        </p:spPr>
      </p:pic>
      <p:sp>
        <p:nvSpPr>
          <p:cNvPr id="374" name="T"/>
          <p:cNvSpPr txBox="1"/>
          <p:nvPr/>
        </p:nvSpPr>
        <p:spPr>
          <a:xfrm>
            <a:off x="990000" y="3458264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  <a:endParaRPr lang="id-ID" sz="1058"/>
          </a:p>
        </p:txBody>
      </p:sp>
      <p:sp>
        <p:nvSpPr>
          <p:cNvPr id="375" name="T"/>
          <p:cNvSpPr txBox="1"/>
          <p:nvPr/>
        </p:nvSpPr>
        <p:spPr>
          <a:xfrm>
            <a:off x="3291840" y="3458264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28.073</a:t>
            </a:r>
            <a:endParaRPr lang="id-ID" sz="1036"/>
          </a:p>
        </p:txBody>
      </p:sp>
      <p:sp>
        <p:nvSpPr>
          <p:cNvPr id="376" name="T"/>
          <p:cNvSpPr txBox="1"/>
          <p:nvPr/>
        </p:nvSpPr>
        <p:spPr>
          <a:xfrm>
            <a:off x="4142920" y="3458264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77" name="K"/>
          <p:cNvSpPr/>
          <p:nvPr/>
        </p:nvSpPr>
        <p:spPr>
          <a:xfrm>
            <a:off x="4739006" y="3517801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7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561718"/>
            <a:ext cx="143308" cy="143308"/>
          </a:xfrm>
          <a:prstGeom prst="rect">
            <a:avLst/>
          </a:prstGeom>
        </p:spPr>
      </p:pic>
      <p:sp>
        <p:nvSpPr>
          <p:cNvPr id="379" name="T"/>
          <p:cNvSpPr txBox="1"/>
          <p:nvPr/>
        </p:nvSpPr>
        <p:spPr>
          <a:xfrm>
            <a:off x="4995894" y="3517801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17</a:t>
            </a:r>
            <a:endParaRPr lang="id-ID" sz="873"/>
          </a:p>
        </p:txBody>
      </p:sp>
      <p:sp>
        <p:nvSpPr>
          <p:cNvPr id="380" name="T"/>
          <p:cNvSpPr txBox="1"/>
          <p:nvPr/>
        </p:nvSpPr>
        <p:spPr>
          <a:xfrm>
            <a:off x="5382084" y="3517801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81" name="K"/>
          <p:cNvSpPr/>
          <p:nvPr/>
        </p:nvSpPr>
        <p:spPr>
          <a:xfrm>
            <a:off x="5964742" y="3517801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8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561718"/>
            <a:ext cx="143308" cy="143308"/>
          </a:xfrm>
          <a:prstGeom prst="rect">
            <a:avLst/>
          </a:prstGeom>
        </p:spPr>
      </p:pic>
      <p:sp>
        <p:nvSpPr>
          <p:cNvPr id="383" name="T"/>
          <p:cNvSpPr txBox="1"/>
          <p:nvPr/>
        </p:nvSpPr>
        <p:spPr>
          <a:xfrm>
            <a:off x="6211630" y="3517801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84" name="T"/>
          <p:cNvSpPr txBox="1"/>
          <p:nvPr/>
        </p:nvSpPr>
        <p:spPr>
          <a:xfrm>
            <a:off x="6481630" y="3517801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39</a:t>
            </a:r>
            <a:endParaRPr lang="id-ID" sz="873"/>
          </a:p>
        </p:txBody>
      </p:sp>
      <p:sp>
        <p:nvSpPr>
          <p:cNvPr id="385" name="T"/>
          <p:cNvSpPr txBox="1"/>
          <p:nvPr/>
        </p:nvSpPr>
        <p:spPr>
          <a:xfrm>
            <a:off x="6927820" y="3517801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86" name="L"/>
          <p:cNvCxnSpPr/>
          <p:nvPr/>
        </p:nvCxnSpPr>
        <p:spPr>
          <a:xfrm>
            <a:off x="676656" y="380848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87" name="K"/>
          <p:cNvSpPr/>
          <p:nvPr/>
        </p:nvSpPr>
        <p:spPr>
          <a:xfrm>
            <a:off x="676656" y="3878523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8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3916346"/>
            <a:ext cx="134482" cy="134482"/>
          </a:xfrm>
          <a:prstGeom prst="rect">
            <a:avLst/>
          </a:prstGeom>
        </p:spPr>
      </p:pic>
      <p:sp>
        <p:nvSpPr>
          <p:cNvPr id="389" name="T"/>
          <p:cNvSpPr txBox="1"/>
          <p:nvPr/>
        </p:nvSpPr>
        <p:spPr>
          <a:xfrm>
            <a:off x="990000" y="3808480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1058"/>
          </a:p>
        </p:txBody>
      </p:sp>
      <p:sp>
        <p:nvSpPr>
          <p:cNvPr id="390" name="T"/>
          <p:cNvSpPr txBox="1"/>
          <p:nvPr/>
        </p:nvSpPr>
        <p:spPr>
          <a:xfrm>
            <a:off x="3291840" y="3808480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33.295</a:t>
            </a:r>
            <a:endParaRPr lang="id-ID" sz="1036"/>
          </a:p>
        </p:txBody>
      </p:sp>
      <p:sp>
        <p:nvSpPr>
          <p:cNvPr id="391" name="T"/>
          <p:cNvSpPr txBox="1"/>
          <p:nvPr/>
        </p:nvSpPr>
        <p:spPr>
          <a:xfrm>
            <a:off x="4142920" y="3808480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92" name="K"/>
          <p:cNvSpPr/>
          <p:nvPr/>
        </p:nvSpPr>
        <p:spPr>
          <a:xfrm>
            <a:off x="4739006" y="3868017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9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911934"/>
            <a:ext cx="143308" cy="143308"/>
          </a:xfrm>
          <a:prstGeom prst="rect">
            <a:avLst/>
          </a:prstGeom>
        </p:spPr>
      </p:pic>
      <p:sp>
        <p:nvSpPr>
          <p:cNvPr id="394" name="T"/>
          <p:cNvSpPr txBox="1"/>
          <p:nvPr/>
        </p:nvSpPr>
        <p:spPr>
          <a:xfrm>
            <a:off x="4995894" y="3868017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20</a:t>
            </a:r>
            <a:endParaRPr lang="id-ID" sz="873"/>
          </a:p>
        </p:txBody>
      </p:sp>
      <p:sp>
        <p:nvSpPr>
          <p:cNvPr id="395" name="T"/>
          <p:cNvSpPr txBox="1"/>
          <p:nvPr/>
        </p:nvSpPr>
        <p:spPr>
          <a:xfrm>
            <a:off x="5382084" y="3868017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96" name="K"/>
          <p:cNvSpPr/>
          <p:nvPr/>
        </p:nvSpPr>
        <p:spPr>
          <a:xfrm>
            <a:off x="5964742" y="3868017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9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911934"/>
            <a:ext cx="143308" cy="143308"/>
          </a:xfrm>
          <a:prstGeom prst="rect">
            <a:avLst/>
          </a:prstGeom>
        </p:spPr>
      </p:pic>
      <p:sp>
        <p:nvSpPr>
          <p:cNvPr id="398" name="T"/>
          <p:cNvSpPr txBox="1"/>
          <p:nvPr/>
        </p:nvSpPr>
        <p:spPr>
          <a:xfrm>
            <a:off x="6211630" y="3868017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99" name="T"/>
          <p:cNvSpPr txBox="1"/>
          <p:nvPr/>
        </p:nvSpPr>
        <p:spPr>
          <a:xfrm>
            <a:off x="6481630" y="3868017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17</a:t>
            </a:r>
            <a:endParaRPr lang="id-ID" sz="873"/>
          </a:p>
        </p:txBody>
      </p:sp>
      <p:sp>
        <p:nvSpPr>
          <p:cNvPr id="400" name="T"/>
          <p:cNvSpPr txBox="1"/>
          <p:nvPr/>
        </p:nvSpPr>
        <p:spPr>
          <a:xfrm>
            <a:off x="6927820" y="3868017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401" name="L"/>
          <p:cNvCxnSpPr/>
          <p:nvPr/>
        </p:nvCxnSpPr>
        <p:spPr>
          <a:xfrm>
            <a:off x="676656" y="415869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02" name="K"/>
          <p:cNvSpPr/>
          <p:nvPr/>
        </p:nvSpPr>
        <p:spPr>
          <a:xfrm>
            <a:off x="676656" y="4228739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0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4266562"/>
            <a:ext cx="134482" cy="134482"/>
          </a:xfrm>
          <a:prstGeom prst="rect">
            <a:avLst/>
          </a:prstGeom>
        </p:spPr>
      </p:pic>
      <p:sp>
        <p:nvSpPr>
          <p:cNvPr id="404" name="T"/>
          <p:cNvSpPr txBox="1"/>
          <p:nvPr/>
        </p:nvSpPr>
        <p:spPr>
          <a:xfrm>
            <a:off x="990000" y="4158696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1058"/>
          </a:p>
        </p:txBody>
      </p:sp>
      <p:sp>
        <p:nvSpPr>
          <p:cNvPr id="405" name="T"/>
          <p:cNvSpPr txBox="1"/>
          <p:nvPr/>
        </p:nvSpPr>
        <p:spPr>
          <a:xfrm>
            <a:off x="3291840" y="4158696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212.732</a:t>
            </a:r>
            <a:endParaRPr lang="id-ID" sz="1036"/>
          </a:p>
        </p:txBody>
      </p:sp>
      <p:sp>
        <p:nvSpPr>
          <p:cNvPr id="406" name="T"/>
          <p:cNvSpPr txBox="1"/>
          <p:nvPr/>
        </p:nvSpPr>
        <p:spPr>
          <a:xfrm>
            <a:off x="4142920" y="4158696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407" name="K"/>
          <p:cNvSpPr/>
          <p:nvPr/>
        </p:nvSpPr>
        <p:spPr>
          <a:xfrm>
            <a:off x="4739006" y="4218233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0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262150"/>
            <a:ext cx="143308" cy="143308"/>
          </a:xfrm>
          <a:prstGeom prst="rect">
            <a:avLst/>
          </a:prstGeom>
        </p:spPr>
      </p:pic>
      <p:sp>
        <p:nvSpPr>
          <p:cNvPr id="409" name="T"/>
          <p:cNvSpPr txBox="1"/>
          <p:nvPr/>
        </p:nvSpPr>
        <p:spPr>
          <a:xfrm>
            <a:off x="4995894" y="4218233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12</a:t>
            </a:r>
            <a:endParaRPr lang="id-ID" sz="873"/>
          </a:p>
        </p:txBody>
      </p:sp>
      <p:sp>
        <p:nvSpPr>
          <p:cNvPr id="410" name="T"/>
          <p:cNvSpPr txBox="1"/>
          <p:nvPr/>
        </p:nvSpPr>
        <p:spPr>
          <a:xfrm>
            <a:off x="5382084" y="4218233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411" name="K"/>
          <p:cNvSpPr/>
          <p:nvPr/>
        </p:nvSpPr>
        <p:spPr>
          <a:xfrm>
            <a:off x="5964742" y="4218233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1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4262150"/>
            <a:ext cx="143308" cy="143308"/>
          </a:xfrm>
          <a:prstGeom prst="rect">
            <a:avLst/>
          </a:prstGeom>
        </p:spPr>
      </p:pic>
      <p:sp>
        <p:nvSpPr>
          <p:cNvPr id="413" name="T"/>
          <p:cNvSpPr txBox="1"/>
          <p:nvPr/>
        </p:nvSpPr>
        <p:spPr>
          <a:xfrm>
            <a:off x="6211630" y="4218233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414" name="T"/>
          <p:cNvSpPr txBox="1"/>
          <p:nvPr/>
        </p:nvSpPr>
        <p:spPr>
          <a:xfrm>
            <a:off x="6481630" y="4218233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4</a:t>
            </a:r>
            <a:endParaRPr lang="id-ID" sz="873"/>
          </a:p>
        </p:txBody>
      </p:sp>
      <p:sp>
        <p:nvSpPr>
          <p:cNvPr id="415" name="T"/>
          <p:cNvSpPr txBox="1"/>
          <p:nvPr/>
        </p:nvSpPr>
        <p:spPr>
          <a:xfrm>
            <a:off x="6927820" y="4218233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416" name="L"/>
          <p:cNvCxnSpPr/>
          <p:nvPr/>
        </p:nvCxnSpPr>
        <p:spPr>
          <a:xfrm>
            <a:off x="676656" y="450891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17" name="K"/>
          <p:cNvSpPr/>
          <p:nvPr/>
        </p:nvSpPr>
        <p:spPr>
          <a:xfrm>
            <a:off x="676656" y="4578955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1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4616778"/>
            <a:ext cx="134482" cy="134482"/>
          </a:xfrm>
          <a:prstGeom prst="rect">
            <a:avLst/>
          </a:prstGeom>
        </p:spPr>
      </p:pic>
      <p:sp>
        <p:nvSpPr>
          <p:cNvPr id="419" name="T"/>
          <p:cNvSpPr txBox="1"/>
          <p:nvPr/>
        </p:nvSpPr>
        <p:spPr>
          <a:xfrm>
            <a:off x="990000" y="4508912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1058"/>
          </a:p>
        </p:txBody>
      </p:sp>
      <p:sp>
        <p:nvSpPr>
          <p:cNvPr id="420" name="T"/>
          <p:cNvSpPr txBox="1"/>
          <p:nvPr/>
        </p:nvSpPr>
        <p:spPr>
          <a:xfrm>
            <a:off x="3291840" y="4508912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687.824</a:t>
            </a:r>
            <a:endParaRPr lang="id-ID" sz="1036"/>
          </a:p>
        </p:txBody>
      </p:sp>
      <p:sp>
        <p:nvSpPr>
          <p:cNvPr id="421" name="T"/>
          <p:cNvSpPr txBox="1"/>
          <p:nvPr/>
        </p:nvSpPr>
        <p:spPr>
          <a:xfrm>
            <a:off x="4142920" y="4508912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422" name="K"/>
          <p:cNvSpPr/>
          <p:nvPr/>
        </p:nvSpPr>
        <p:spPr>
          <a:xfrm>
            <a:off x="4739006" y="4568449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2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612366"/>
            <a:ext cx="143308" cy="143308"/>
          </a:xfrm>
          <a:prstGeom prst="rect">
            <a:avLst/>
          </a:prstGeom>
        </p:spPr>
      </p:pic>
      <p:sp>
        <p:nvSpPr>
          <p:cNvPr id="424" name="T"/>
          <p:cNvSpPr txBox="1"/>
          <p:nvPr/>
        </p:nvSpPr>
        <p:spPr>
          <a:xfrm>
            <a:off x="4995894" y="4568449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58</a:t>
            </a:r>
            <a:endParaRPr lang="id-ID" sz="873"/>
          </a:p>
        </p:txBody>
      </p:sp>
      <p:sp>
        <p:nvSpPr>
          <p:cNvPr id="425" name="T"/>
          <p:cNvSpPr txBox="1"/>
          <p:nvPr/>
        </p:nvSpPr>
        <p:spPr>
          <a:xfrm>
            <a:off x="5382084" y="4568449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426" name="K"/>
          <p:cNvSpPr/>
          <p:nvPr/>
        </p:nvSpPr>
        <p:spPr>
          <a:xfrm>
            <a:off x="5964742" y="4568449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2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4612366"/>
            <a:ext cx="143308" cy="143308"/>
          </a:xfrm>
          <a:prstGeom prst="rect">
            <a:avLst/>
          </a:prstGeom>
        </p:spPr>
      </p:pic>
      <p:sp>
        <p:nvSpPr>
          <p:cNvPr id="428" name="T"/>
          <p:cNvSpPr txBox="1"/>
          <p:nvPr/>
        </p:nvSpPr>
        <p:spPr>
          <a:xfrm>
            <a:off x="6211630" y="4568449"/>
            <a:ext cx="899404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42 ha baru 28 Okt</a:t>
            </a:r>
            <a:endParaRPr lang="id-ID" sz="873"/>
          </a:p>
        </p:txBody>
      </p:sp>
      <p:cxnSp>
        <p:nvCxnSpPr>
          <p:cNvPr id="429" name="L"/>
          <p:cNvCxnSpPr/>
          <p:nvPr/>
        </p:nvCxnSpPr>
        <p:spPr>
          <a:xfrm>
            <a:off x="676656" y="485912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0" name="K"/>
          <p:cNvSpPr/>
          <p:nvPr/>
        </p:nvSpPr>
        <p:spPr>
          <a:xfrm>
            <a:off x="676656" y="4929171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4966994"/>
            <a:ext cx="134482" cy="134482"/>
          </a:xfrm>
          <a:prstGeom prst="rect">
            <a:avLst/>
          </a:prstGeom>
        </p:spPr>
      </p:pic>
      <p:sp>
        <p:nvSpPr>
          <p:cNvPr id="432" name="T"/>
          <p:cNvSpPr txBox="1"/>
          <p:nvPr/>
        </p:nvSpPr>
        <p:spPr>
          <a:xfrm>
            <a:off x="990000" y="4859128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1058"/>
          </a:p>
        </p:txBody>
      </p:sp>
      <p:sp>
        <p:nvSpPr>
          <p:cNvPr id="433" name="T"/>
          <p:cNvSpPr txBox="1"/>
          <p:nvPr/>
        </p:nvSpPr>
        <p:spPr>
          <a:xfrm>
            <a:off x="3291840" y="4859128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26.943</a:t>
            </a:r>
            <a:endParaRPr lang="id-ID" sz="1036"/>
          </a:p>
        </p:txBody>
      </p:sp>
      <p:sp>
        <p:nvSpPr>
          <p:cNvPr id="434" name="T"/>
          <p:cNvSpPr txBox="1"/>
          <p:nvPr/>
        </p:nvSpPr>
        <p:spPr>
          <a:xfrm>
            <a:off x="4142920" y="4859128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cxnSp>
        <p:nvCxnSpPr>
          <p:cNvPr id="435" name="L"/>
          <p:cNvCxnSpPr/>
          <p:nvPr/>
        </p:nvCxnSpPr>
        <p:spPr>
          <a:xfrm>
            <a:off x="676656" y="520934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6" name="K"/>
          <p:cNvSpPr/>
          <p:nvPr/>
        </p:nvSpPr>
        <p:spPr>
          <a:xfrm>
            <a:off x="676656" y="5279387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7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5317210"/>
            <a:ext cx="134482" cy="134482"/>
          </a:xfrm>
          <a:prstGeom prst="rect">
            <a:avLst/>
          </a:prstGeom>
        </p:spPr>
      </p:pic>
      <p:sp>
        <p:nvSpPr>
          <p:cNvPr id="438" name="T"/>
          <p:cNvSpPr txBox="1"/>
          <p:nvPr/>
        </p:nvSpPr>
        <p:spPr>
          <a:xfrm>
            <a:off x="990000" y="5209344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endParaRPr lang="id-ID" sz="1058"/>
          </a:p>
        </p:txBody>
      </p:sp>
      <p:sp>
        <p:nvSpPr>
          <p:cNvPr id="439" name="T"/>
          <p:cNvSpPr txBox="1"/>
          <p:nvPr/>
        </p:nvSpPr>
        <p:spPr>
          <a:xfrm>
            <a:off x="3291840" y="5209344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105.022</a:t>
            </a:r>
            <a:endParaRPr lang="id-ID" sz="1036"/>
          </a:p>
        </p:txBody>
      </p:sp>
      <p:sp>
        <p:nvSpPr>
          <p:cNvPr id="440" name="T"/>
          <p:cNvSpPr txBox="1"/>
          <p:nvPr/>
        </p:nvSpPr>
        <p:spPr>
          <a:xfrm>
            <a:off x="4142920" y="5209344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cxnSp>
        <p:nvCxnSpPr>
          <p:cNvPr id="441" name="L"/>
          <p:cNvCxnSpPr/>
          <p:nvPr/>
        </p:nvCxnSpPr>
        <p:spPr>
          <a:xfrm>
            <a:off x="676656" y="555956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42" name="K"/>
          <p:cNvSpPr/>
          <p:nvPr/>
        </p:nvSpPr>
        <p:spPr>
          <a:xfrm>
            <a:off x="676656" y="5629603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43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5667426"/>
            <a:ext cx="134482" cy="134482"/>
          </a:xfrm>
          <a:prstGeom prst="rect">
            <a:avLst/>
          </a:prstGeom>
        </p:spPr>
      </p:pic>
      <p:sp>
        <p:nvSpPr>
          <p:cNvPr id="444" name="T"/>
          <p:cNvSpPr txBox="1"/>
          <p:nvPr/>
        </p:nvSpPr>
        <p:spPr>
          <a:xfrm>
            <a:off x="990000" y="5559560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  <a:endParaRPr lang="id-ID" sz="1058"/>
          </a:p>
        </p:txBody>
      </p:sp>
      <p:sp>
        <p:nvSpPr>
          <p:cNvPr id="445" name="T"/>
          <p:cNvSpPr txBox="1"/>
          <p:nvPr/>
        </p:nvSpPr>
        <p:spPr>
          <a:xfrm>
            <a:off x="3291840" y="5559560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326.229</a:t>
            </a:r>
            <a:endParaRPr lang="id-ID" sz="1036"/>
          </a:p>
        </p:txBody>
      </p:sp>
      <p:sp>
        <p:nvSpPr>
          <p:cNvPr id="446" name="T"/>
          <p:cNvSpPr txBox="1"/>
          <p:nvPr/>
        </p:nvSpPr>
        <p:spPr>
          <a:xfrm>
            <a:off x="4142920" y="5559560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cxnSp>
        <p:nvCxnSpPr>
          <p:cNvPr id="447" name="L"/>
          <p:cNvCxnSpPr/>
          <p:nvPr/>
        </p:nvCxnSpPr>
        <p:spPr>
          <a:xfrm>
            <a:off x="676656" y="590977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48" name="K"/>
          <p:cNvSpPr/>
          <p:nvPr/>
        </p:nvSpPr>
        <p:spPr>
          <a:xfrm>
            <a:off x="676656" y="5979819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49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6017642"/>
            <a:ext cx="134482" cy="134482"/>
          </a:xfrm>
          <a:prstGeom prst="rect">
            <a:avLst/>
          </a:prstGeom>
        </p:spPr>
      </p:pic>
      <p:sp>
        <p:nvSpPr>
          <p:cNvPr id="450" name="T"/>
          <p:cNvSpPr txBox="1"/>
          <p:nvPr/>
        </p:nvSpPr>
        <p:spPr>
          <a:xfrm>
            <a:off x="990000" y="5909776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Lampung</a:t>
            </a:r>
            <a:r>
              <a:rPr lang="id-ID" sz="1058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TN Way Kambas</a:t>
            </a:r>
            <a:endParaRPr lang="id-ID" sz="1058"/>
          </a:p>
        </p:txBody>
      </p:sp>
      <p:sp>
        <p:nvSpPr>
          <p:cNvPr id="451" name="T"/>
          <p:cNvSpPr txBox="1"/>
          <p:nvPr/>
        </p:nvSpPr>
        <p:spPr>
          <a:xfrm>
            <a:off x="3291840" y="5909776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2.306</a:t>
            </a:r>
            <a:endParaRPr lang="id-ID" sz="1036"/>
          </a:p>
        </p:txBody>
      </p:sp>
      <p:sp>
        <p:nvSpPr>
          <p:cNvPr id="452" name="T"/>
          <p:cNvSpPr txBox="1"/>
          <p:nvPr/>
        </p:nvSpPr>
        <p:spPr>
          <a:xfrm>
            <a:off x="4142920" y="5909776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572" name="K"/>
          <p:cNvSpPr/>
          <p:nvPr/>
        </p:nvSpPr>
        <p:spPr>
          <a:xfrm>
            <a:off x="7406640" y="1325880"/>
            <a:ext cx="4236415" cy="27706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573" name="K"/>
          <p:cNvSpPr/>
          <p:nvPr/>
        </p:nvSpPr>
        <p:spPr>
          <a:xfrm>
            <a:off x="7406640" y="1325880"/>
            <a:ext cx="4236415" cy="457200"/>
          </a:xfrm>
          <a:prstGeom prst="roundRect">
            <a:avLst>
              <a:gd name="adj" fmla="val 16000"/>
            </a:avLst>
          </a:prstGeom>
          <a:solidFill>
            <a:srgbClr val="F4ECDC"/>
          </a:solidFill>
          <a:ln>
            <a:noFill/>
          </a:ln>
        </p:spPr>
      </p:sp>
      <p:sp>
        <p:nvSpPr>
          <p:cNvPr id="574" name="K"/>
          <p:cNvSpPr/>
          <p:nvPr/>
        </p:nvSpPr>
        <p:spPr>
          <a:xfrm>
            <a:off x="7406640" y="1600200"/>
            <a:ext cx="4236415" cy="182880"/>
          </a:xfrm>
          <a:prstGeom prst="rect">
            <a:avLst/>
          </a:prstGeom>
          <a:solidFill>
            <a:srgbClr val="F4ECDC"/>
          </a:solidFill>
          <a:ln>
            <a:noFill/>
          </a:ln>
        </p:spPr>
      </p:sp>
      <p:sp>
        <p:nvSpPr>
          <p:cNvPr id="575" name="K"/>
          <p:cNvSpPr/>
          <p:nvPr/>
        </p:nvSpPr>
        <p:spPr>
          <a:xfrm>
            <a:off x="7534656" y="1408176"/>
            <a:ext cx="292608" cy="292608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576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7589520" y="1463040"/>
            <a:ext cx="182880" cy="182880"/>
          </a:xfrm>
          <a:prstGeom prst="rect">
            <a:avLst/>
          </a:prstGeom>
        </p:spPr>
      </p:pic>
      <p:sp>
        <p:nvSpPr>
          <p:cNvPr id="577" name="T"/>
          <p:cNvSpPr txBox="1"/>
          <p:nvPr/>
        </p:nvSpPr>
        <p:spPr>
          <a:xfrm>
            <a:off x="7909560" y="1325880"/>
            <a:ext cx="313641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1100"/>
          </a:p>
        </p:txBody>
      </p:sp>
      <p:sp>
        <p:nvSpPr>
          <p:cNvPr id="578" name="T"/>
          <p:cNvSpPr txBox="1"/>
          <p:nvPr/>
        </p:nvSpPr>
        <p:spPr>
          <a:xfrm>
            <a:off x="11002975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5</a:t>
            </a:r>
            <a:endParaRPr lang="id-ID" sz="1800"/>
          </a:p>
        </p:txBody>
      </p:sp>
      <p:sp>
        <p:nvSpPr>
          <p:cNvPr id="579" name="T"/>
          <p:cNvSpPr txBox="1"/>
          <p:nvPr/>
        </p:nvSpPr>
        <p:spPr>
          <a:xfrm>
            <a:off x="7571232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20"/>
          </a:p>
        </p:txBody>
      </p:sp>
      <p:sp>
        <p:nvSpPr>
          <p:cNvPr id="580" name="T"/>
          <p:cNvSpPr txBox="1"/>
          <p:nvPr/>
        </p:nvSpPr>
        <p:spPr>
          <a:xfrm>
            <a:off x="8620000" y="1856232"/>
            <a:ext cx="128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TERDAMPAK</a:t>
            </a:r>
            <a:endParaRPr lang="id-ID" sz="620"/>
          </a:p>
        </p:txBody>
      </p:sp>
      <p:sp>
        <p:nvSpPr>
          <p:cNvPr id="581" name="T"/>
          <p:cNvSpPr txBox="1"/>
          <p:nvPr/>
        </p:nvSpPr>
        <p:spPr>
          <a:xfrm>
            <a:off x="9930000" y="1856232"/>
            <a:ext cx="1548463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BANTUAN AIR</a:t>
            </a:r>
            <a:endParaRPr lang="id-ID" sz="620"/>
          </a:p>
        </p:txBody>
      </p:sp>
      <p:cxnSp>
        <p:nvCxnSpPr>
          <p:cNvPr id="582" name="L"/>
          <p:cNvCxnSpPr/>
          <p:nvPr/>
        </p:nvCxnSpPr>
        <p:spPr>
          <a:xfrm>
            <a:off x="7571232" y="2020824"/>
            <a:ext cx="3907231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83" name="K"/>
          <p:cNvSpPr/>
          <p:nvPr/>
        </p:nvSpPr>
        <p:spPr>
          <a:xfrm>
            <a:off x="7571232" y="2064715"/>
            <a:ext cx="3907231" cy="268833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84" name="T"/>
          <p:cNvSpPr txBox="1"/>
          <p:nvPr/>
        </p:nvSpPr>
        <p:spPr>
          <a:xfrm>
            <a:off x="7662672" y="2039112"/>
            <a:ext cx="1000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TOTAL</a:t>
            </a:r>
            <a:endParaRPr lang="id-ID" sz="700"/>
          </a:p>
        </p:txBody>
      </p:sp>
      <p:sp>
        <p:nvSpPr>
          <p:cNvPr id="585" name="T"/>
          <p:cNvSpPr txBox="1"/>
          <p:nvPr/>
        </p:nvSpPr>
        <p:spPr>
          <a:xfrm>
            <a:off x="8620000" y="2039112"/>
            <a:ext cx="38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62.140</a:t>
            </a:r>
            <a:endParaRPr lang="id-ID" sz="800"/>
          </a:p>
        </p:txBody>
      </p:sp>
      <p:sp>
        <p:nvSpPr>
          <p:cNvPr id="586" name="T"/>
          <p:cNvSpPr txBox="1"/>
          <p:nvPr/>
        </p:nvSpPr>
        <p:spPr>
          <a:xfrm>
            <a:off x="9024000" y="2039112"/>
            <a:ext cx="2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87" name="T"/>
          <p:cNvSpPr txBox="1"/>
          <p:nvPr/>
        </p:nvSpPr>
        <p:spPr>
          <a:xfrm>
            <a:off x="9240000" y="2039112"/>
            <a:ext cx="4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162.304</a:t>
            </a:r>
            <a:endParaRPr lang="id-ID" sz="800"/>
          </a:p>
        </p:txBody>
      </p:sp>
      <p:sp>
        <p:nvSpPr>
          <p:cNvPr id="588" name="T"/>
          <p:cNvSpPr txBox="1"/>
          <p:nvPr/>
        </p:nvSpPr>
        <p:spPr>
          <a:xfrm>
            <a:off x="9664000" y="2039112"/>
            <a:ext cx="26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89" name="K"/>
          <p:cNvSpPr/>
          <p:nvPr/>
        </p:nvSpPr>
        <p:spPr>
          <a:xfrm>
            <a:off x="9930000" y="211683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590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9985000" y="2148836"/>
            <a:ext cx="100584" cy="100584"/>
          </a:xfrm>
          <a:prstGeom prst="rect">
            <a:avLst/>
          </a:prstGeom>
        </p:spPr>
      </p:pic>
      <p:sp>
        <p:nvSpPr>
          <p:cNvPr id="591" name="T"/>
          <p:cNvSpPr txBox="1"/>
          <p:nvPr/>
        </p:nvSpPr>
        <p:spPr>
          <a:xfrm>
            <a:off x="10120000" y="211683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335.900</a:t>
            </a:r>
            <a:endParaRPr lang="id-ID" sz="720"/>
          </a:p>
        </p:txBody>
      </p:sp>
      <p:sp>
        <p:nvSpPr>
          <p:cNvPr id="592" name="T"/>
          <p:cNvSpPr txBox="1"/>
          <p:nvPr/>
        </p:nvSpPr>
        <p:spPr>
          <a:xfrm>
            <a:off x="10571600" y="211683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593" name="K"/>
          <p:cNvSpPr/>
          <p:nvPr/>
        </p:nvSpPr>
        <p:spPr>
          <a:xfrm>
            <a:off x="10870000" y="211683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594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910000" y="2144268"/>
            <a:ext cx="109728" cy="109728"/>
          </a:xfrm>
          <a:prstGeom prst="rect">
            <a:avLst/>
          </a:prstGeom>
        </p:spPr>
      </p:pic>
      <p:sp>
        <p:nvSpPr>
          <p:cNvPr id="595" name="T"/>
          <p:cNvSpPr txBox="1"/>
          <p:nvPr/>
        </p:nvSpPr>
        <p:spPr>
          <a:xfrm>
            <a:off x="11050000" y="211683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55</a:t>
            </a:r>
            <a:endParaRPr lang="id-ID" sz="720"/>
          </a:p>
        </p:txBody>
      </p:sp>
      <p:sp>
        <p:nvSpPr>
          <p:cNvPr id="596" name="T"/>
          <p:cNvSpPr txBox="1"/>
          <p:nvPr/>
        </p:nvSpPr>
        <p:spPr>
          <a:xfrm>
            <a:off x="11191600" y="211683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sp>
        <p:nvSpPr>
          <p:cNvPr id="597" name="K"/>
          <p:cNvSpPr/>
          <p:nvPr/>
        </p:nvSpPr>
        <p:spPr>
          <a:xfrm>
            <a:off x="7571232" y="243687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9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466502"/>
            <a:ext cx="105338" cy="105338"/>
          </a:xfrm>
          <a:prstGeom prst="rect">
            <a:avLst/>
          </a:prstGeom>
        </p:spPr>
      </p:pic>
      <p:sp>
        <p:nvSpPr>
          <p:cNvPr id="599" name="T"/>
          <p:cNvSpPr txBox="1"/>
          <p:nvPr/>
        </p:nvSpPr>
        <p:spPr>
          <a:xfrm>
            <a:off x="7799832" y="2359152"/>
            <a:ext cx="1100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Pekalongan</a:t>
            </a:r>
            <a:endParaRPr lang="id-ID" sz="850"/>
          </a:p>
        </p:txBody>
      </p:sp>
      <p:sp>
        <p:nvSpPr>
          <p:cNvPr id="600" name="T"/>
          <p:cNvSpPr txBox="1"/>
          <p:nvPr/>
        </p:nvSpPr>
        <p:spPr>
          <a:xfrm>
            <a:off x="8620000" y="2359152"/>
            <a:ext cx="38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11.282</a:t>
            </a:r>
            <a:endParaRPr lang="id-ID" sz="800"/>
          </a:p>
        </p:txBody>
      </p:sp>
      <p:sp>
        <p:nvSpPr>
          <p:cNvPr id="601" name="T"/>
          <p:cNvSpPr txBox="1"/>
          <p:nvPr/>
        </p:nvSpPr>
        <p:spPr>
          <a:xfrm>
            <a:off x="9024000" y="2359152"/>
            <a:ext cx="2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02" name="T"/>
          <p:cNvSpPr txBox="1"/>
          <p:nvPr/>
        </p:nvSpPr>
        <p:spPr>
          <a:xfrm>
            <a:off x="9240000" y="2359152"/>
            <a:ext cx="4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36.384</a:t>
            </a:r>
            <a:endParaRPr lang="id-ID" sz="800"/>
          </a:p>
        </p:txBody>
      </p:sp>
      <p:sp>
        <p:nvSpPr>
          <p:cNvPr id="603" name="T"/>
          <p:cNvSpPr txBox="1"/>
          <p:nvPr/>
        </p:nvSpPr>
        <p:spPr>
          <a:xfrm>
            <a:off x="9664000" y="2359152"/>
            <a:ext cx="26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04" name="K"/>
          <p:cNvSpPr/>
          <p:nvPr/>
        </p:nvSpPr>
        <p:spPr>
          <a:xfrm>
            <a:off x="9930000" y="243687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05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9985000" y="2468876"/>
            <a:ext cx="100584" cy="100584"/>
          </a:xfrm>
          <a:prstGeom prst="rect">
            <a:avLst/>
          </a:prstGeom>
        </p:spPr>
      </p:pic>
      <p:sp>
        <p:nvSpPr>
          <p:cNvPr id="606" name="T"/>
          <p:cNvSpPr txBox="1"/>
          <p:nvPr/>
        </p:nvSpPr>
        <p:spPr>
          <a:xfrm>
            <a:off x="10120000" y="243687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60.000</a:t>
            </a:r>
            <a:endParaRPr lang="id-ID" sz="720"/>
          </a:p>
        </p:txBody>
      </p:sp>
      <p:sp>
        <p:nvSpPr>
          <p:cNvPr id="607" name="T"/>
          <p:cNvSpPr txBox="1"/>
          <p:nvPr/>
        </p:nvSpPr>
        <p:spPr>
          <a:xfrm>
            <a:off x="10571600" y="243687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08" name="K"/>
          <p:cNvSpPr/>
          <p:nvPr/>
        </p:nvSpPr>
        <p:spPr>
          <a:xfrm>
            <a:off x="10870000" y="243687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09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910000" y="2464308"/>
            <a:ext cx="109728" cy="109728"/>
          </a:xfrm>
          <a:prstGeom prst="rect">
            <a:avLst/>
          </a:prstGeom>
        </p:spPr>
      </p:pic>
      <p:sp>
        <p:nvSpPr>
          <p:cNvPr id="610" name="T"/>
          <p:cNvSpPr txBox="1"/>
          <p:nvPr/>
        </p:nvSpPr>
        <p:spPr>
          <a:xfrm>
            <a:off x="11050000" y="243687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</a:t>
            </a:r>
            <a:endParaRPr lang="id-ID" sz="720"/>
          </a:p>
        </p:txBody>
      </p:sp>
      <p:sp>
        <p:nvSpPr>
          <p:cNvPr id="611" name="T"/>
          <p:cNvSpPr txBox="1"/>
          <p:nvPr/>
        </p:nvSpPr>
        <p:spPr>
          <a:xfrm>
            <a:off x="11191600" y="243687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612" name="L"/>
          <p:cNvCxnSpPr/>
          <p:nvPr/>
        </p:nvCxnSpPr>
        <p:spPr>
          <a:xfrm>
            <a:off x="7571232" y="267919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13" name="K"/>
          <p:cNvSpPr/>
          <p:nvPr/>
        </p:nvSpPr>
        <p:spPr>
          <a:xfrm>
            <a:off x="7571232" y="275691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1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786542"/>
            <a:ext cx="105338" cy="105338"/>
          </a:xfrm>
          <a:prstGeom prst="rect">
            <a:avLst/>
          </a:prstGeom>
        </p:spPr>
      </p:pic>
      <p:sp>
        <p:nvSpPr>
          <p:cNvPr id="615" name="T"/>
          <p:cNvSpPr txBox="1"/>
          <p:nvPr/>
        </p:nvSpPr>
        <p:spPr>
          <a:xfrm>
            <a:off x="7799832" y="2679192"/>
            <a:ext cx="1100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Cilacap</a:t>
            </a:r>
            <a:endParaRPr lang="id-ID" sz="850"/>
          </a:p>
        </p:txBody>
      </p:sp>
      <p:sp>
        <p:nvSpPr>
          <p:cNvPr id="616" name="T"/>
          <p:cNvSpPr txBox="1"/>
          <p:nvPr/>
        </p:nvSpPr>
        <p:spPr>
          <a:xfrm>
            <a:off x="8620000" y="2679192"/>
            <a:ext cx="38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28.643</a:t>
            </a:r>
            <a:endParaRPr lang="id-ID" sz="800"/>
          </a:p>
        </p:txBody>
      </p:sp>
      <p:sp>
        <p:nvSpPr>
          <p:cNvPr id="617" name="T"/>
          <p:cNvSpPr txBox="1"/>
          <p:nvPr/>
        </p:nvSpPr>
        <p:spPr>
          <a:xfrm>
            <a:off x="9024000" y="2679192"/>
            <a:ext cx="2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18" name="T"/>
          <p:cNvSpPr txBox="1"/>
          <p:nvPr/>
        </p:nvSpPr>
        <p:spPr>
          <a:xfrm>
            <a:off x="9240000" y="2679192"/>
            <a:ext cx="4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59.973</a:t>
            </a:r>
            <a:endParaRPr lang="id-ID" sz="800"/>
          </a:p>
        </p:txBody>
      </p:sp>
      <p:sp>
        <p:nvSpPr>
          <p:cNvPr id="619" name="T"/>
          <p:cNvSpPr txBox="1"/>
          <p:nvPr/>
        </p:nvSpPr>
        <p:spPr>
          <a:xfrm>
            <a:off x="9664000" y="2679192"/>
            <a:ext cx="26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20" name="K"/>
          <p:cNvSpPr/>
          <p:nvPr/>
        </p:nvSpPr>
        <p:spPr>
          <a:xfrm>
            <a:off x="9930000" y="275691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21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9985000" y="2788916"/>
            <a:ext cx="100584" cy="100584"/>
          </a:xfrm>
          <a:prstGeom prst="rect">
            <a:avLst/>
          </a:prstGeom>
        </p:spPr>
      </p:pic>
      <p:sp>
        <p:nvSpPr>
          <p:cNvPr id="622" name="T"/>
          <p:cNvSpPr txBox="1"/>
          <p:nvPr/>
        </p:nvSpPr>
        <p:spPr>
          <a:xfrm>
            <a:off x="10120000" y="275691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120.000</a:t>
            </a:r>
            <a:endParaRPr lang="id-ID" sz="720"/>
          </a:p>
        </p:txBody>
      </p:sp>
      <p:sp>
        <p:nvSpPr>
          <p:cNvPr id="623" name="T"/>
          <p:cNvSpPr txBox="1"/>
          <p:nvPr/>
        </p:nvSpPr>
        <p:spPr>
          <a:xfrm>
            <a:off x="10571600" y="275691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24" name="K"/>
          <p:cNvSpPr/>
          <p:nvPr/>
        </p:nvSpPr>
        <p:spPr>
          <a:xfrm>
            <a:off x="10870000" y="275691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25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910000" y="2784348"/>
            <a:ext cx="109728" cy="109728"/>
          </a:xfrm>
          <a:prstGeom prst="rect">
            <a:avLst/>
          </a:prstGeom>
        </p:spPr>
      </p:pic>
      <p:sp>
        <p:nvSpPr>
          <p:cNvPr id="626" name="T"/>
          <p:cNvSpPr txBox="1"/>
          <p:nvPr/>
        </p:nvSpPr>
        <p:spPr>
          <a:xfrm>
            <a:off x="11050000" y="275691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</a:t>
            </a:r>
            <a:endParaRPr lang="id-ID" sz="720"/>
          </a:p>
        </p:txBody>
      </p:sp>
      <p:sp>
        <p:nvSpPr>
          <p:cNvPr id="627" name="T"/>
          <p:cNvSpPr txBox="1"/>
          <p:nvPr/>
        </p:nvSpPr>
        <p:spPr>
          <a:xfrm>
            <a:off x="11191600" y="275691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628" name="L"/>
          <p:cNvCxnSpPr/>
          <p:nvPr/>
        </p:nvCxnSpPr>
        <p:spPr>
          <a:xfrm>
            <a:off x="7571232" y="299923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29" name="K"/>
          <p:cNvSpPr/>
          <p:nvPr/>
        </p:nvSpPr>
        <p:spPr>
          <a:xfrm>
            <a:off x="7571232" y="307695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30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106582"/>
            <a:ext cx="105338" cy="105338"/>
          </a:xfrm>
          <a:prstGeom prst="rect">
            <a:avLst/>
          </a:prstGeom>
        </p:spPr>
      </p:pic>
      <p:sp>
        <p:nvSpPr>
          <p:cNvPr id="631" name="T"/>
          <p:cNvSpPr txBox="1"/>
          <p:nvPr/>
        </p:nvSpPr>
        <p:spPr>
          <a:xfrm>
            <a:off x="7799832" y="2999232"/>
            <a:ext cx="1100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Klaten</a:t>
            </a:r>
            <a:endParaRPr lang="id-ID" sz="850"/>
          </a:p>
        </p:txBody>
      </p:sp>
      <p:sp>
        <p:nvSpPr>
          <p:cNvPr id="632" name="T"/>
          <p:cNvSpPr txBox="1"/>
          <p:nvPr/>
        </p:nvSpPr>
        <p:spPr>
          <a:xfrm>
            <a:off x="8620000" y="2999232"/>
            <a:ext cx="38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5.775</a:t>
            </a:r>
            <a:endParaRPr lang="id-ID" sz="800"/>
          </a:p>
        </p:txBody>
      </p:sp>
      <p:sp>
        <p:nvSpPr>
          <p:cNvPr id="633" name="T"/>
          <p:cNvSpPr txBox="1"/>
          <p:nvPr/>
        </p:nvSpPr>
        <p:spPr>
          <a:xfrm>
            <a:off x="9024000" y="2999232"/>
            <a:ext cx="2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34" name="T"/>
          <p:cNvSpPr txBox="1"/>
          <p:nvPr/>
        </p:nvSpPr>
        <p:spPr>
          <a:xfrm>
            <a:off x="9240000" y="2999232"/>
            <a:ext cx="4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19.588</a:t>
            </a:r>
            <a:endParaRPr lang="id-ID" sz="800"/>
          </a:p>
        </p:txBody>
      </p:sp>
      <p:sp>
        <p:nvSpPr>
          <p:cNvPr id="635" name="T"/>
          <p:cNvSpPr txBox="1"/>
          <p:nvPr/>
        </p:nvSpPr>
        <p:spPr>
          <a:xfrm>
            <a:off x="9664000" y="2999232"/>
            <a:ext cx="26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36" name="K"/>
          <p:cNvSpPr/>
          <p:nvPr/>
        </p:nvSpPr>
        <p:spPr>
          <a:xfrm>
            <a:off x="9930000" y="307695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3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9985000" y="3108956"/>
            <a:ext cx="100584" cy="100584"/>
          </a:xfrm>
          <a:prstGeom prst="rect">
            <a:avLst/>
          </a:prstGeom>
        </p:spPr>
      </p:pic>
      <p:sp>
        <p:nvSpPr>
          <p:cNvPr id="638" name="T"/>
          <p:cNvSpPr txBox="1"/>
          <p:nvPr/>
        </p:nvSpPr>
        <p:spPr>
          <a:xfrm>
            <a:off x="10120000" y="307695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80.000</a:t>
            </a:r>
            <a:endParaRPr lang="id-ID" sz="720"/>
          </a:p>
        </p:txBody>
      </p:sp>
      <p:sp>
        <p:nvSpPr>
          <p:cNvPr id="639" name="T"/>
          <p:cNvSpPr txBox="1"/>
          <p:nvPr/>
        </p:nvSpPr>
        <p:spPr>
          <a:xfrm>
            <a:off x="10571600" y="307695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40" name="K"/>
          <p:cNvSpPr/>
          <p:nvPr/>
        </p:nvSpPr>
        <p:spPr>
          <a:xfrm>
            <a:off x="10870000" y="307695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41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910000" y="3104388"/>
            <a:ext cx="109728" cy="109728"/>
          </a:xfrm>
          <a:prstGeom prst="rect">
            <a:avLst/>
          </a:prstGeom>
        </p:spPr>
      </p:pic>
      <p:sp>
        <p:nvSpPr>
          <p:cNvPr id="642" name="T"/>
          <p:cNvSpPr txBox="1"/>
          <p:nvPr/>
        </p:nvSpPr>
        <p:spPr>
          <a:xfrm>
            <a:off x="11050000" y="307695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</a:t>
            </a:r>
            <a:endParaRPr lang="id-ID" sz="720"/>
          </a:p>
        </p:txBody>
      </p:sp>
      <p:sp>
        <p:nvSpPr>
          <p:cNvPr id="643" name="T"/>
          <p:cNvSpPr txBox="1"/>
          <p:nvPr/>
        </p:nvSpPr>
        <p:spPr>
          <a:xfrm>
            <a:off x="11191600" y="307695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644" name="L"/>
          <p:cNvCxnSpPr/>
          <p:nvPr/>
        </p:nvCxnSpPr>
        <p:spPr>
          <a:xfrm>
            <a:off x="7571232" y="331927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45" name="K"/>
          <p:cNvSpPr/>
          <p:nvPr/>
        </p:nvSpPr>
        <p:spPr>
          <a:xfrm>
            <a:off x="7571232" y="339699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46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426622"/>
            <a:ext cx="105338" cy="105338"/>
          </a:xfrm>
          <a:prstGeom prst="rect">
            <a:avLst/>
          </a:prstGeom>
        </p:spPr>
      </p:pic>
      <p:sp>
        <p:nvSpPr>
          <p:cNvPr id="647" name="T"/>
          <p:cNvSpPr txBox="1"/>
          <p:nvPr/>
        </p:nvSpPr>
        <p:spPr>
          <a:xfrm>
            <a:off x="7799832" y="3319272"/>
            <a:ext cx="1100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Nganjuk</a:t>
            </a:r>
            <a:endParaRPr lang="id-ID" sz="850"/>
          </a:p>
        </p:txBody>
      </p:sp>
      <p:sp>
        <p:nvSpPr>
          <p:cNvPr id="648" name="T"/>
          <p:cNvSpPr txBox="1"/>
          <p:nvPr/>
        </p:nvSpPr>
        <p:spPr>
          <a:xfrm>
            <a:off x="8620000" y="3319272"/>
            <a:ext cx="38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397</a:t>
            </a:r>
            <a:endParaRPr lang="id-ID" sz="800"/>
          </a:p>
        </p:txBody>
      </p:sp>
      <p:sp>
        <p:nvSpPr>
          <p:cNvPr id="649" name="T"/>
          <p:cNvSpPr txBox="1"/>
          <p:nvPr/>
        </p:nvSpPr>
        <p:spPr>
          <a:xfrm>
            <a:off x="9024000" y="3319272"/>
            <a:ext cx="2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50" name="T"/>
          <p:cNvSpPr txBox="1"/>
          <p:nvPr/>
        </p:nvSpPr>
        <p:spPr>
          <a:xfrm>
            <a:off x="9240000" y="3319272"/>
            <a:ext cx="4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1.269</a:t>
            </a:r>
            <a:endParaRPr lang="id-ID" sz="800"/>
          </a:p>
        </p:txBody>
      </p:sp>
      <p:sp>
        <p:nvSpPr>
          <p:cNvPr id="651" name="T"/>
          <p:cNvSpPr txBox="1"/>
          <p:nvPr/>
        </p:nvSpPr>
        <p:spPr>
          <a:xfrm>
            <a:off x="9664000" y="3319272"/>
            <a:ext cx="26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52" name="K"/>
          <p:cNvSpPr/>
          <p:nvPr/>
        </p:nvSpPr>
        <p:spPr>
          <a:xfrm>
            <a:off x="9930000" y="339699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53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9985000" y="3428996"/>
            <a:ext cx="100584" cy="100584"/>
          </a:xfrm>
          <a:prstGeom prst="rect">
            <a:avLst/>
          </a:prstGeom>
        </p:spPr>
      </p:pic>
      <p:sp>
        <p:nvSpPr>
          <p:cNvPr id="654" name="T"/>
          <p:cNvSpPr txBox="1"/>
          <p:nvPr/>
        </p:nvSpPr>
        <p:spPr>
          <a:xfrm>
            <a:off x="10120000" y="339699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8.000</a:t>
            </a:r>
            <a:endParaRPr lang="id-ID" sz="720"/>
          </a:p>
        </p:txBody>
      </p:sp>
      <p:sp>
        <p:nvSpPr>
          <p:cNvPr id="655" name="T"/>
          <p:cNvSpPr txBox="1"/>
          <p:nvPr/>
        </p:nvSpPr>
        <p:spPr>
          <a:xfrm>
            <a:off x="10571600" y="339699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656" name="L"/>
          <p:cNvCxnSpPr/>
          <p:nvPr/>
        </p:nvCxnSpPr>
        <p:spPr>
          <a:xfrm>
            <a:off x="7571232" y="363931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57" name="K"/>
          <p:cNvSpPr/>
          <p:nvPr/>
        </p:nvSpPr>
        <p:spPr>
          <a:xfrm>
            <a:off x="7571232" y="371703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5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746662"/>
            <a:ext cx="105338" cy="105338"/>
          </a:xfrm>
          <a:prstGeom prst="rect">
            <a:avLst/>
          </a:prstGeom>
        </p:spPr>
      </p:pic>
      <p:sp>
        <p:nvSpPr>
          <p:cNvPr id="659" name="T"/>
          <p:cNvSpPr txBox="1"/>
          <p:nvPr/>
        </p:nvSpPr>
        <p:spPr>
          <a:xfrm>
            <a:off x="7799832" y="3639312"/>
            <a:ext cx="1100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Blitar</a:t>
            </a:r>
            <a:endParaRPr lang="id-ID" sz="850"/>
          </a:p>
        </p:txBody>
      </p:sp>
      <p:sp>
        <p:nvSpPr>
          <p:cNvPr id="660" name="T"/>
          <p:cNvSpPr txBox="1"/>
          <p:nvPr/>
        </p:nvSpPr>
        <p:spPr>
          <a:xfrm>
            <a:off x="8620000" y="3639312"/>
            <a:ext cx="38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16.043</a:t>
            </a:r>
            <a:endParaRPr lang="id-ID" sz="800"/>
          </a:p>
        </p:txBody>
      </p:sp>
      <p:sp>
        <p:nvSpPr>
          <p:cNvPr id="661" name="T"/>
          <p:cNvSpPr txBox="1"/>
          <p:nvPr/>
        </p:nvSpPr>
        <p:spPr>
          <a:xfrm>
            <a:off x="9024000" y="3639312"/>
            <a:ext cx="2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62" name="T"/>
          <p:cNvSpPr txBox="1"/>
          <p:nvPr/>
        </p:nvSpPr>
        <p:spPr>
          <a:xfrm>
            <a:off x="9240000" y="3639312"/>
            <a:ext cx="40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45.090</a:t>
            </a:r>
            <a:endParaRPr lang="id-ID" sz="800"/>
          </a:p>
        </p:txBody>
      </p:sp>
      <p:sp>
        <p:nvSpPr>
          <p:cNvPr id="663" name="T"/>
          <p:cNvSpPr txBox="1"/>
          <p:nvPr/>
        </p:nvSpPr>
        <p:spPr>
          <a:xfrm>
            <a:off x="9664000" y="3639312"/>
            <a:ext cx="260000" cy="3200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64" name="K"/>
          <p:cNvSpPr/>
          <p:nvPr/>
        </p:nvSpPr>
        <p:spPr>
          <a:xfrm>
            <a:off x="9930000" y="371703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65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9985000" y="3749036"/>
            <a:ext cx="100584" cy="100584"/>
          </a:xfrm>
          <a:prstGeom prst="rect">
            <a:avLst/>
          </a:prstGeom>
        </p:spPr>
      </p:pic>
      <p:sp>
        <p:nvSpPr>
          <p:cNvPr id="666" name="T"/>
          <p:cNvSpPr txBox="1"/>
          <p:nvPr/>
        </p:nvSpPr>
        <p:spPr>
          <a:xfrm>
            <a:off x="10120000" y="371703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67.900</a:t>
            </a:r>
            <a:endParaRPr lang="id-ID" sz="720"/>
          </a:p>
        </p:txBody>
      </p:sp>
      <p:sp>
        <p:nvSpPr>
          <p:cNvPr id="667" name="T"/>
          <p:cNvSpPr txBox="1"/>
          <p:nvPr/>
        </p:nvSpPr>
        <p:spPr>
          <a:xfrm>
            <a:off x="10571600" y="371703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68" name="K"/>
          <p:cNvSpPr/>
          <p:nvPr/>
        </p:nvSpPr>
        <p:spPr>
          <a:xfrm>
            <a:off x="7406640" y="4187952"/>
            <a:ext cx="4236415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669" name="K"/>
          <p:cNvSpPr/>
          <p:nvPr/>
        </p:nvSpPr>
        <p:spPr>
          <a:xfrm>
            <a:off x="7406640" y="4187952"/>
            <a:ext cx="4236415" cy="365760"/>
          </a:xfrm>
          <a:prstGeom prst="roundRect">
            <a:avLst>
              <a:gd name="adj" fmla="val 16000"/>
            </a:avLst>
          </a:prstGeom>
          <a:solidFill>
            <a:srgbClr val="E3EAF1"/>
          </a:solidFill>
          <a:ln>
            <a:noFill/>
          </a:ln>
        </p:spPr>
      </p:sp>
      <p:sp>
        <p:nvSpPr>
          <p:cNvPr id="670" name="K"/>
          <p:cNvSpPr/>
          <p:nvPr/>
        </p:nvSpPr>
        <p:spPr>
          <a:xfrm>
            <a:off x="7406640" y="4407408"/>
            <a:ext cx="4236415" cy="146304"/>
          </a:xfrm>
          <a:prstGeom prst="rect">
            <a:avLst/>
          </a:prstGeom>
          <a:solidFill>
            <a:srgbClr val="E3EAF1"/>
          </a:solidFill>
          <a:ln>
            <a:noFill/>
          </a:ln>
        </p:spPr>
      </p:sp>
      <p:sp>
        <p:nvSpPr>
          <p:cNvPr id="671" name="K"/>
          <p:cNvSpPr/>
          <p:nvPr/>
        </p:nvSpPr>
        <p:spPr>
          <a:xfrm>
            <a:off x="7534656" y="4224528"/>
            <a:ext cx="292608" cy="292608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672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7589520" y="4279392"/>
            <a:ext cx="182880" cy="182880"/>
          </a:xfrm>
          <a:prstGeom prst="rect">
            <a:avLst/>
          </a:prstGeom>
        </p:spPr>
      </p:pic>
      <p:sp>
        <p:nvSpPr>
          <p:cNvPr id="673" name="T"/>
          <p:cNvSpPr txBox="1"/>
          <p:nvPr/>
        </p:nvSpPr>
        <p:spPr>
          <a:xfrm>
            <a:off x="7909560" y="4187952"/>
            <a:ext cx="3136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1100"/>
          </a:p>
        </p:txBody>
      </p:sp>
      <p:sp>
        <p:nvSpPr>
          <p:cNvPr id="674" name="T"/>
          <p:cNvSpPr txBox="1"/>
          <p:nvPr/>
        </p:nvSpPr>
        <p:spPr>
          <a:xfrm>
            <a:off x="11002975" y="4187952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4</a:t>
            </a:r>
            <a:endParaRPr lang="id-ID" sz="1800"/>
          </a:p>
        </p:txBody>
      </p:sp>
      <p:sp>
        <p:nvSpPr>
          <p:cNvPr id="510" name="K"/>
          <p:cNvSpPr/>
          <p:nvPr/>
        </p:nvSpPr>
        <p:spPr>
          <a:xfrm>
            <a:off x="7589520" y="4626864"/>
            <a:ext cx="128016" cy="128016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511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7616952" y="4654296"/>
            <a:ext cx="73152" cy="73152"/>
          </a:xfrm>
          <a:prstGeom prst="rect">
            <a:avLst/>
          </a:prstGeom>
        </p:spPr>
      </p:pic>
      <p:sp>
        <p:nvSpPr>
          <p:cNvPr id="512" name="T"/>
          <p:cNvSpPr txBox="1"/>
          <p:nvPr/>
        </p:nvSpPr>
        <p:spPr>
          <a:xfrm>
            <a:off x="7754112" y="4599432"/>
            <a:ext cx="48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Gempa bumi</a:t>
            </a:r>
            <a:endParaRPr lang="id-ID" sz="700"/>
          </a:p>
        </p:txBody>
      </p:sp>
      <p:sp>
        <p:nvSpPr>
          <p:cNvPr id="513" name="K"/>
          <p:cNvSpPr/>
          <p:nvPr/>
        </p:nvSpPr>
        <p:spPr>
          <a:xfrm>
            <a:off x="8371272" y="4626864"/>
            <a:ext cx="128016" cy="128016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14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398704" y="4654296"/>
            <a:ext cx="73152" cy="73152"/>
          </a:xfrm>
          <a:prstGeom prst="rect">
            <a:avLst/>
          </a:prstGeom>
        </p:spPr>
      </p:pic>
      <p:sp>
        <p:nvSpPr>
          <p:cNvPr id="515" name="T"/>
          <p:cNvSpPr txBox="1"/>
          <p:nvPr/>
        </p:nvSpPr>
        <p:spPr>
          <a:xfrm>
            <a:off x="8535864" y="4599432"/>
            <a:ext cx="288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Banjir</a:t>
            </a:r>
            <a:endParaRPr lang="id-ID" sz="700"/>
          </a:p>
        </p:txBody>
      </p:sp>
      <p:sp>
        <p:nvSpPr>
          <p:cNvPr id="516" name="K"/>
          <p:cNvSpPr/>
          <p:nvPr/>
        </p:nvSpPr>
        <p:spPr>
          <a:xfrm>
            <a:off x="7589520" y="4846320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1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4872654"/>
            <a:ext cx="93634" cy="93634"/>
          </a:xfrm>
          <a:prstGeom prst="rect">
            <a:avLst/>
          </a:prstGeom>
        </p:spPr>
      </p:pic>
      <p:sp>
        <p:nvSpPr>
          <p:cNvPr id="518" name="K"/>
          <p:cNvSpPr/>
          <p:nvPr/>
        </p:nvSpPr>
        <p:spPr>
          <a:xfrm>
            <a:off x="7772400" y="4846320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519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7799832" y="4873752"/>
            <a:ext cx="91440" cy="91440"/>
          </a:xfrm>
          <a:prstGeom prst="rect">
            <a:avLst/>
          </a:prstGeom>
        </p:spPr>
      </p:pic>
      <p:sp>
        <p:nvSpPr>
          <p:cNvPr id="520" name="T"/>
          <p:cNvSpPr txBox="1"/>
          <p:nvPr/>
        </p:nvSpPr>
        <p:spPr>
          <a:xfrm>
            <a:off x="7971232" y="482803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  <a:endParaRPr lang="id-ID" sz="760"/>
          </a:p>
        </p:txBody>
      </p:sp>
      <p:sp>
        <p:nvSpPr>
          <p:cNvPr id="533" name="K"/>
          <p:cNvSpPr/>
          <p:nvPr/>
        </p:nvSpPr>
        <p:spPr>
          <a:xfrm>
            <a:off x="10324042" y="4837176"/>
            <a:ext cx="1136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34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10381649" y="4870094"/>
            <a:ext cx="98755" cy="98755"/>
          </a:xfrm>
          <a:prstGeom prst="rect">
            <a:avLst/>
          </a:prstGeom>
        </p:spPr>
      </p:pic>
      <p:sp>
        <p:nvSpPr>
          <p:cNvPr id="535" name="T"/>
          <p:cNvSpPr txBox="1"/>
          <p:nvPr/>
        </p:nvSpPr>
        <p:spPr>
          <a:xfrm>
            <a:off x="10480404" y="4837176"/>
            <a:ext cx="979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Transisi s.d. 27 Des</a:t>
            </a:r>
            <a:endParaRPr lang="id-ID" sz="700"/>
          </a:p>
        </p:txBody>
      </p:sp>
      <p:sp>
        <p:nvSpPr>
          <p:cNvPr id="536" name="K"/>
          <p:cNvSpPr/>
          <p:nvPr/>
        </p:nvSpPr>
        <p:spPr>
          <a:xfrm>
            <a:off x="10758042" y="5029200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37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815649" y="5062118"/>
            <a:ext cx="98755" cy="98755"/>
          </a:xfrm>
          <a:prstGeom prst="rect">
            <a:avLst/>
          </a:prstGeom>
        </p:spPr>
      </p:pic>
      <p:sp>
        <p:nvSpPr>
          <p:cNvPr id="538" name="T"/>
          <p:cNvSpPr txBox="1"/>
          <p:nvPr/>
        </p:nvSpPr>
        <p:spPr>
          <a:xfrm>
            <a:off x="10914404" y="5029200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±17.707 KK</a:t>
            </a:r>
            <a:endParaRPr lang="id-ID" sz="700"/>
          </a:p>
        </p:txBody>
      </p:sp>
      <p:sp>
        <p:nvSpPr>
          <p:cNvPr id="539" name="K"/>
          <p:cNvSpPr/>
          <p:nvPr/>
        </p:nvSpPr>
        <p:spPr>
          <a:xfrm>
            <a:off x="9870845" y="5029200"/>
            <a:ext cx="8323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40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9928452" y="5062118"/>
            <a:ext cx="98755" cy="98755"/>
          </a:xfrm>
          <a:prstGeom prst="rect">
            <a:avLst/>
          </a:prstGeom>
        </p:spPr>
      </p:pic>
      <p:sp>
        <p:nvSpPr>
          <p:cNvPr id="541" name="T"/>
          <p:cNvSpPr txBox="1"/>
          <p:nvPr/>
        </p:nvSpPr>
        <p:spPr>
          <a:xfrm>
            <a:off x="10027207" y="5029200"/>
            <a:ext cx="675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156 meninggal</a:t>
            </a:r>
            <a:endParaRPr lang="id-ID" sz="700"/>
          </a:p>
        </p:txBody>
      </p:sp>
      <p:sp>
        <p:nvSpPr>
          <p:cNvPr id="542" name="K"/>
          <p:cNvSpPr/>
          <p:nvPr/>
        </p:nvSpPr>
        <p:spPr>
          <a:xfrm>
            <a:off x="8810048" y="5029200"/>
            <a:ext cx="1005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43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8867655" y="5062118"/>
            <a:ext cx="98755" cy="98755"/>
          </a:xfrm>
          <a:prstGeom prst="rect">
            <a:avLst/>
          </a:prstGeom>
        </p:spPr>
      </p:pic>
      <p:sp>
        <p:nvSpPr>
          <p:cNvPr id="544" name="T"/>
          <p:cNvSpPr txBox="1"/>
          <p:nvPr/>
        </p:nvSpPr>
        <p:spPr>
          <a:xfrm>
            <a:off x="8966410" y="5029200"/>
            <a:ext cx="849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±27.331 mengungsi</a:t>
            </a:r>
            <a:endParaRPr lang="id-ID" sz="700"/>
          </a:p>
        </p:txBody>
      </p:sp>
      <p:sp>
        <p:nvSpPr>
          <p:cNvPr id="545" name="K"/>
          <p:cNvSpPr/>
          <p:nvPr/>
        </p:nvSpPr>
        <p:spPr>
          <a:xfrm>
            <a:off x="7589520" y="5248656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6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274990"/>
            <a:ext cx="93634" cy="93634"/>
          </a:xfrm>
          <a:prstGeom prst="rect">
            <a:avLst/>
          </a:prstGeom>
        </p:spPr>
      </p:pic>
      <p:sp>
        <p:nvSpPr>
          <p:cNvPr id="547" name="K"/>
          <p:cNvSpPr/>
          <p:nvPr/>
        </p:nvSpPr>
        <p:spPr>
          <a:xfrm>
            <a:off x="7772400" y="5248656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48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7799832" y="5276088"/>
            <a:ext cx="91440" cy="91440"/>
          </a:xfrm>
          <a:prstGeom prst="rect">
            <a:avLst/>
          </a:prstGeom>
        </p:spPr>
      </p:pic>
      <p:sp>
        <p:nvSpPr>
          <p:cNvPr id="549" name="T"/>
          <p:cNvSpPr txBox="1"/>
          <p:nvPr/>
        </p:nvSpPr>
        <p:spPr>
          <a:xfrm>
            <a:off x="7971232" y="5230368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Aceh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Subulussalam</a:t>
            </a:r>
            <a:endParaRPr lang="id-ID" sz="760"/>
          </a:p>
        </p:txBody>
      </p:sp>
      <p:sp>
        <p:nvSpPr>
          <p:cNvPr id="550" name="K"/>
          <p:cNvSpPr/>
          <p:nvPr/>
        </p:nvSpPr>
        <p:spPr>
          <a:xfrm>
            <a:off x="10801442" y="5239512"/>
            <a:ext cx="6587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51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859049" y="5272430"/>
            <a:ext cx="98755" cy="98755"/>
          </a:xfrm>
          <a:prstGeom prst="rect">
            <a:avLst/>
          </a:prstGeom>
        </p:spPr>
      </p:pic>
      <p:sp>
        <p:nvSpPr>
          <p:cNvPr id="552" name="T"/>
          <p:cNvSpPr txBox="1"/>
          <p:nvPr/>
        </p:nvSpPr>
        <p:spPr>
          <a:xfrm>
            <a:off x="10957804" y="5239512"/>
            <a:ext cx="5023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±1.985 KK</a:t>
            </a:r>
            <a:endParaRPr lang="id-ID" sz="700"/>
          </a:p>
        </p:txBody>
      </p:sp>
      <p:sp>
        <p:nvSpPr>
          <p:cNvPr id="553" name="K"/>
          <p:cNvSpPr/>
          <p:nvPr/>
        </p:nvSpPr>
        <p:spPr>
          <a:xfrm>
            <a:off x="7589520" y="5458968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5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485302"/>
            <a:ext cx="93634" cy="93634"/>
          </a:xfrm>
          <a:prstGeom prst="rect">
            <a:avLst/>
          </a:prstGeom>
        </p:spPr>
      </p:pic>
      <p:sp>
        <p:nvSpPr>
          <p:cNvPr id="555" name="K"/>
          <p:cNvSpPr/>
          <p:nvPr/>
        </p:nvSpPr>
        <p:spPr>
          <a:xfrm>
            <a:off x="7772400" y="5458968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56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7799832" y="5486400"/>
            <a:ext cx="91440" cy="91440"/>
          </a:xfrm>
          <a:prstGeom prst="rect">
            <a:avLst/>
          </a:prstGeom>
        </p:spPr>
      </p:pic>
      <p:sp>
        <p:nvSpPr>
          <p:cNvPr id="557" name="T"/>
          <p:cNvSpPr txBox="1"/>
          <p:nvPr/>
        </p:nvSpPr>
        <p:spPr>
          <a:xfrm>
            <a:off x="7971232" y="5440680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Utara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Langkat</a:t>
            </a:r>
            <a:endParaRPr lang="id-ID" sz="760"/>
          </a:p>
        </p:txBody>
      </p:sp>
      <p:sp>
        <p:nvSpPr>
          <p:cNvPr id="558" name="K"/>
          <p:cNvSpPr/>
          <p:nvPr/>
        </p:nvSpPr>
        <p:spPr>
          <a:xfrm>
            <a:off x="10410842" y="5449824"/>
            <a:ext cx="10493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59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468449" y="5482742"/>
            <a:ext cx="98755" cy="98755"/>
          </a:xfrm>
          <a:prstGeom prst="rect">
            <a:avLst/>
          </a:prstGeom>
        </p:spPr>
      </p:pic>
      <p:sp>
        <p:nvSpPr>
          <p:cNvPr id="560" name="T"/>
          <p:cNvSpPr txBox="1"/>
          <p:nvPr/>
        </p:nvSpPr>
        <p:spPr>
          <a:xfrm>
            <a:off x="10567204" y="5449824"/>
            <a:ext cx="892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±691 KK berpotensi</a:t>
            </a:r>
            <a:endParaRPr lang="id-ID" sz="700"/>
          </a:p>
        </p:txBody>
      </p:sp>
      <p:sp>
        <p:nvSpPr>
          <p:cNvPr id="561" name="K"/>
          <p:cNvSpPr/>
          <p:nvPr/>
        </p:nvSpPr>
        <p:spPr>
          <a:xfrm>
            <a:off x="7589520" y="5669280"/>
            <a:ext cx="146304" cy="14630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62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615854" y="5695614"/>
            <a:ext cx="93634" cy="93634"/>
          </a:xfrm>
          <a:prstGeom prst="rect">
            <a:avLst/>
          </a:prstGeom>
        </p:spPr>
      </p:pic>
      <p:sp>
        <p:nvSpPr>
          <p:cNvPr id="563" name="K"/>
          <p:cNvSpPr/>
          <p:nvPr/>
        </p:nvSpPr>
        <p:spPr>
          <a:xfrm>
            <a:off x="7772400" y="5669280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64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7799832" y="5696712"/>
            <a:ext cx="91440" cy="91440"/>
          </a:xfrm>
          <a:prstGeom prst="rect">
            <a:avLst/>
          </a:prstGeom>
        </p:spPr>
      </p:pic>
      <p:sp>
        <p:nvSpPr>
          <p:cNvPr id="565" name="T"/>
          <p:cNvSpPr txBox="1"/>
          <p:nvPr/>
        </p:nvSpPr>
        <p:spPr>
          <a:xfrm>
            <a:off x="7971232" y="565099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Utara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Asahan</a:t>
            </a:r>
            <a:endParaRPr lang="id-ID" sz="760"/>
          </a:p>
        </p:txBody>
      </p:sp>
      <p:sp>
        <p:nvSpPr>
          <p:cNvPr id="566" name="K"/>
          <p:cNvSpPr/>
          <p:nvPr/>
        </p:nvSpPr>
        <p:spPr>
          <a:xfrm>
            <a:off x="10888242" y="5660136"/>
            <a:ext cx="571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67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945849" y="5693054"/>
            <a:ext cx="98755" cy="98755"/>
          </a:xfrm>
          <a:prstGeom prst="rect">
            <a:avLst/>
          </a:prstGeom>
        </p:spPr>
      </p:pic>
      <p:sp>
        <p:nvSpPr>
          <p:cNvPr id="568" name="T"/>
          <p:cNvSpPr txBox="1"/>
          <p:nvPr/>
        </p:nvSpPr>
        <p:spPr>
          <a:xfrm>
            <a:off x="11044604" y="5660136"/>
            <a:ext cx="415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±757 KK</a:t>
            </a:r>
            <a:endParaRPr lang="id-ID" sz="700"/>
          </a:p>
        </p:txBody>
      </p:sp>
      <p:sp>
        <p:nvSpPr>
          <p:cNvPr id="569" name="K"/>
          <p:cNvSpPr/>
          <p:nvPr/>
        </p:nvSpPr>
        <p:spPr>
          <a:xfrm>
            <a:off x="10131245" y="5660136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70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10188852" y="5693054"/>
            <a:ext cx="98755" cy="98755"/>
          </a:xfrm>
          <a:prstGeom prst="rect">
            <a:avLst/>
          </a:prstGeom>
        </p:spPr>
      </p:pic>
      <p:sp>
        <p:nvSpPr>
          <p:cNvPr id="571" name="T"/>
          <p:cNvSpPr txBox="1"/>
          <p:nvPr/>
        </p:nvSpPr>
        <p:spPr>
          <a:xfrm>
            <a:off x="10287607" y="5660136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±405 rumah</a:t>
            </a:r>
            <a:endParaRPr lang="id-ID" sz="700"/>
          </a:p>
        </p:txBody>
      </p:sp>
      <p:sp>
        <p:nvSpPr>
          <p:cNvPr id="675" name="K"/>
          <p:cNvSpPr/>
          <p:nvPr/>
        </p:nvSpPr>
        <p:spPr>
          <a:xfrm>
            <a:off x="7406640" y="5998464"/>
            <a:ext cx="4236415" cy="27432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676" name="T"/>
          <p:cNvSpPr txBox="1"/>
          <p:nvPr/>
        </p:nvSpPr>
        <p:spPr>
          <a:xfrm>
            <a:off x="7974025" y="59984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KETERANGAN</a:t>
            </a:r>
            <a:endParaRPr lang="id-ID" sz="680"/>
          </a:p>
        </p:txBody>
      </p:sp>
      <p:sp>
        <p:nvSpPr>
          <p:cNvPr id="677" name="K"/>
          <p:cNvSpPr/>
          <p:nvPr/>
        </p:nvSpPr>
        <p:spPr>
          <a:xfrm>
            <a:off x="9117025" y="6057900"/>
            <a:ext cx="155448" cy="1554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678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9149029" y="6089904"/>
            <a:ext cx="91440" cy="91440"/>
          </a:xfrm>
          <a:prstGeom prst="rect">
            <a:avLst/>
          </a:prstGeom>
        </p:spPr>
      </p:pic>
      <p:sp>
        <p:nvSpPr>
          <p:cNvPr id="679" name="T"/>
          <p:cNvSpPr txBox="1"/>
          <p:nvPr/>
        </p:nvSpPr>
        <p:spPr>
          <a:xfrm>
            <a:off x="9327337" y="5998464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750"/>
          </a:p>
        </p:txBody>
      </p:sp>
      <p:sp>
        <p:nvSpPr>
          <p:cNvPr id="680" name="K"/>
          <p:cNvSpPr/>
          <p:nvPr/>
        </p:nvSpPr>
        <p:spPr>
          <a:xfrm>
            <a:off x="10011308" y="6057900"/>
            <a:ext cx="155448" cy="15544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8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10043312" y="6089904"/>
            <a:ext cx="91440" cy="91440"/>
          </a:xfrm>
          <a:prstGeom prst="rect">
            <a:avLst/>
          </a:prstGeom>
        </p:spPr>
      </p:pic>
      <p:sp>
        <p:nvSpPr>
          <p:cNvPr id="682" name="T"/>
          <p:cNvSpPr txBox="1"/>
          <p:nvPr/>
        </p:nvSpPr>
        <p:spPr>
          <a:xfrm>
            <a:off x="10221620" y="5998464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63854"/>
            <a:ext cx="542834" cy="6839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6" name="Shape 2"/>
          <p:cNvSpPr/>
          <p:nvPr/>
        </p:nvSpPr>
        <p:spPr>
          <a:xfrm>
            <a:off x="548640" y="3657600"/>
            <a:ext cx="47548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Harian, 28–29 Oktober 2026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Karhutla 6 Provinsi Prioritas</dc:title>
  <dc:subject>PptxGenJS Presentation</dc:subject>
  <dc:creator>BNPB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