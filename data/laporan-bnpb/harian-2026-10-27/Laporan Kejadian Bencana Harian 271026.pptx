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</p:sldIdLst>
  <p:notesMasterIdLst>
    <p:notesMasterId r:id="rId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UTIH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ELAP">
    <p:bg>
      <p:bgPr>
        <a:solidFill>
          <a:srgbClr val="051C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image" Target="../media/image-2-1.png"/><Relationship Id="rId33" Type="http://schemas.openxmlformats.org/officeDocument/2006/relationships/slideLayout" Target="../slideLayouts/slideLayout2.xml"/><Relationship Id="rId34" Type="http://schemas.openxmlformats.org/officeDocument/2006/relationships/notesSlide" Target="../notesSlides/notesSlide2.xml"/><Relationship Id="rIdM1" Type="http://schemas.openxmlformats.org/officeDocument/2006/relationships/image" Target="../media/h-tpl-ppt-media-image-2-2.png"/><Relationship Id="rIdM2" Type="http://schemas.openxmlformats.org/officeDocument/2006/relationships/image" Target="../media/h-tpl-ppt-media-image-2-3.png"/><Relationship Id="rIdM3" Type="http://schemas.openxmlformats.org/officeDocument/2006/relationships/image" Target="../media/h-tpl-ppt-media-image-2-4.png"/><Relationship Id="rIdM4" Type="http://schemas.openxmlformats.org/officeDocument/2006/relationships/image" Target="../media/h-tpl-ppt-media-image-2-5.png"/><Relationship Id="rIdM5" Type="http://schemas.openxmlformats.org/officeDocument/2006/relationships/image" Target="../media/h-tpl-ppt-media-image-2-6.png"/><Relationship Id="rIdM6" Type="http://schemas.openxmlformats.org/officeDocument/2006/relationships/image" Target="../media/h-tpl-ppt-media-image-2-7.png"/><Relationship Id="rIdM7" Type="http://schemas.openxmlformats.org/officeDocument/2006/relationships/image" Target="../media/h-ik-awas-slate.png"/><Relationship Id="rIdM8" Type="http://schemas.openxmlformats.org/officeDocument/2006/relationships/image" Target="../media/h-ik-awas-merah.png"/><Relationship Id="rIdM9" Type="http://schemas.openxmlformats.org/officeDocument/2006/relationships/image" Target="../media/h-peta.png"/><Relationship Id="rIdM10" Type="http://schemas.openxmlformats.org/officeDocument/2006/relationships/image" Target="../media/h-tpl-ppt-media-image-2-10.png"/><Relationship Id="rIdM11" Type="http://schemas.openxmlformats.org/officeDocument/2006/relationships/image" Target="../media/h-tpl-ppt-media-image-2-11.png"/><Relationship Id="rIdM12" Type="http://schemas.openxmlformats.org/officeDocument/2006/relationships/image" Target="../media/h-tpl-ppt-media-image-2-12.png"/><Relationship Id="rIdM13" Type="http://schemas.openxmlformats.org/officeDocument/2006/relationships/image" Target="../media/h-tpl-ppt-media-image-2-13.png"/><Relationship Id="rIdM14" Type="http://schemas.openxmlformats.org/officeDocument/2006/relationships/image" Target="../media/h-tpl-ppt-media-image-2-32.png"/><Relationship Id="rIdM15" Type="http://schemas.openxmlformats.org/officeDocument/2006/relationships/image" Target="../media/h-tpl-ppt-media-image-3-37.png"/><Relationship Id="rIdM16" Type="http://schemas.openxmlformats.org/officeDocument/2006/relationships/image" Target="../media/h-ik-banjir-putih.png"/><Relationship Id="rIdM17" Type="http://schemas.openxmlformats.org/officeDocument/2006/relationships/image" Target="../media/h-ik-orang-slate.png"/><Relationship Id="rIdM18" Type="http://schemas.openxmlformats.org/officeDocument/2006/relationships/image" Target="../media/h-ik-angin-putih.png"/><Relationship Id="rIdM19" Type="http://schemas.openxmlformats.org/officeDocument/2006/relationships/image" Target="../media/h-ik-rumah-slate.png"/><Relationship Id="rIdM20" Type="http://schemas.openxmlformats.org/officeDocument/2006/relationships/image" Target="../media/h-tpl-ppt-media-image-2-30.png"/><Relationship Id="rIdM21" Type="http://schemas.openxmlformats.org/officeDocument/2006/relationships/image" Target="../media/h-tpl-ppt-media-image-2-31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image" Target="../media/image-3-1.png"/><Relationship Id="rId45" Type="http://schemas.openxmlformats.org/officeDocument/2006/relationships/slideLayout" Target="../slideLayouts/slideLayout2.xml"/><Relationship Id="rId46" Type="http://schemas.openxmlformats.org/officeDocument/2006/relationships/notesSlide" Target="../notesSlides/notesSlide3.xml"/><Relationship Id="rIdM1" Type="http://schemas.openxmlformats.org/officeDocument/2006/relationships/image" Target="../media/h-tpl-ppt-media-image-2-12.png"/><Relationship Id="rIdM2" Type="http://schemas.openxmlformats.org/officeDocument/2006/relationships/image" Target="../media/h-tpl-ppt-media-image-2-11.png"/><Relationship Id="rIdM3" Type="http://schemas.openxmlformats.org/officeDocument/2006/relationships/image" Target="../media/h-tpl-ppt-media-image-3-4.png"/><Relationship Id="rIdM4" Type="http://schemas.openxmlformats.org/officeDocument/2006/relationships/image" Target="../media/h-tpl-ppt-media-image-2-13.png"/><Relationship Id="rIdM5" Type="http://schemas.openxmlformats.org/officeDocument/2006/relationships/image" Target="../media/h-tpl-ppt-media-image-2-10.png"/><Relationship Id="rIdM6" Type="http://schemas.openxmlformats.org/officeDocument/2006/relationships/image" Target="../media/h-ik-banjir-putih.png"/><Relationship Id="rIdM7" Type="http://schemas.openxmlformats.org/officeDocument/2006/relationships/image" Target="../media/h-ik-banjir-navy.png"/><Relationship Id="rIdM8" Type="http://schemas.openxmlformats.org/officeDocument/2006/relationships/image" Target="../media/h-ik-rumah-slate.png"/><Relationship Id="rIdM9" Type="http://schemas.openxmlformats.org/officeDocument/2006/relationships/image" Target="../media/h-ik-orang-slate.png"/><Relationship Id="rIdM10" Type="http://schemas.openxmlformats.org/officeDocument/2006/relationships/image" Target="../media/h-ik-angin-putih.png"/><Relationship Id="rIdM11" Type="http://schemas.openxmlformats.org/officeDocument/2006/relationships/image" Target="../media/h-ik-angin-slate.png"/><Relationship Id="rIdM12" Type="http://schemas.openxmlformats.org/officeDocument/2006/relationships/image" Target="../media/h-ik-awas-oranye.png"/><Relationship Id="rIdM13" Type="http://schemas.openxmlformats.org/officeDocument/2006/relationships/image" Target="../media/h-tpl-ppt-media-image-3-34.png"/><Relationship Id="rIdM14" Type="http://schemas.openxmlformats.org/officeDocument/2006/relationships/image" Target="../media/h-tpl-ppt-media-image-3-38.png"/><Relationship Id="rIdM15" Type="http://schemas.openxmlformats.org/officeDocument/2006/relationships/image" Target="../media/h-ik-truk-kering.png"/><Relationship Id="rIdM16" Type="http://schemas.openxmlformats.org/officeDocument/2006/relationships/image" Target="../media/h-ik-awas-putih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09360" y="0"/>
            <a:ext cx="588233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457200"/>
            <a:ext cx="1005840" cy="10058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43" y="618134"/>
            <a:ext cx="542834" cy="683971"/>
          </a:xfrm>
          <a:prstGeom prst="rect">
            <a:avLst/>
          </a:prstGeom>
        </p:spPr>
      </p:pic>
      <p:sp>
        <p:nvSpPr>
          <p:cNvPr id="5" name="Shape 1"/>
          <p:cNvSpPr/>
          <p:nvPr/>
        </p:nvSpPr>
        <p:spPr>
          <a:xfrm>
            <a:off x="9128455" y="457200"/>
            <a:ext cx="251460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5400000">
              <a:srgbClr val="000000">
                <a:alpha val="20000"/>
              </a:srgbClr>
            </a:outerShdw>
          </a:effectLst>
        </p:spPr>
      </p:sp>
      <p:pic>
        <p:nvPicPr>
          <p:cNvPr id="6" name="Image 2" descr="img/berakhla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5615" y="530352"/>
            <a:ext cx="2240280" cy="852561"/>
          </a:xfrm>
          <a:prstGeom prst="rect">
            <a:avLst/>
          </a:prstGeom>
        </p:spPr>
      </p:pic>
      <p:sp>
        <p:nvSpPr>
          <p:cNvPr id="7" name="Text 2"/>
          <p:cNvSpPr txBox="1"/>
          <p:nvPr/>
        </p:nvSpPr>
        <p:spPr>
          <a:xfrm>
            <a:off x="548640" y="178308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5000"/>
              </a:lnSpc>
              <a:buNone/>
            </a:pPr>
            <a:r>
              <a:rPr lang="en-US" sz="34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Laporan Kejadian Bencana Harian</a:t>
            </a:r>
            <a:endParaRPr lang="en-US" sz="3400" dirty="0"/>
          </a:p>
        </p:txBody>
      </p:sp>
      <p:sp>
        <p:nvSpPr>
          <p:cNvPr id="8" name="Text 3"/>
          <p:cNvSpPr txBox="1"/>
          <p:nvPr/>
        </p:nvSpPr>
        <p:spPr>
          <a:xfrm>
            <a:off x="548640" y="3017520"/>
            <a:ext cx="5669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0499D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</a:t>
            </a:r>
            <a:endParaRPr lang="en-US" sz="1600" dirty="0"/>
          </a:p>
        </p:txBody>
      </p:sp>
      <p:sp>
        <p:nvSpPr>
          <p:cNvPr id="9" name="Shape 4"/>
          <p:cNvSpPr/>
          <p:nvPr/>
        </p:nvSpPr>
        <p:spPr>
          <a:xfrm>
            <a:off x="548640" y="3493008"/>
            <a:ext cx="4206240" cy="384048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/>
        </p:spPr>
      </p:sp>
      <p:sp>
        <p:nvSpPr>
          <p:cNvPr id="10" name="Shape 5"/>
          <p:cNvSpPr/>
          <p:nvPr/>
        </p:nvSpPr>
        <p:spPr>
          <a:xfrm>
            <a:off x="612648" y="3547872"/>
            <a:ext cx="274320" cy="274320"/>
          </a:xfrm>
          <a:prstGeom prst="ellipse">
            <a:avLst/>
          </a:prstGeom>
          <a:solidFill>
            <a:srgbClr val="D9600B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3607308"/>
            <a:ext cx="155448" cy="15544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960120" y="349300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100" kern="0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PERIODE   </a:t>
            </a:r>
            <a:pPr indent="0" marL="0">
              <a:buNone/>
            </a:pPr>
            <a:r>
              <a:rPr lang="en-US" sz="10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26 Okt 2026, 07.00  –  27 Okt 2026, 07.00 WIB</a:t>
            </a:r>
            <a:endParaRPr lang="en-US" sz="1200" dirty="0"/>
          </a:p>
        </p:txBody>
      </p:sp>
      <p:sp>
        <p:nvSpPr>
          <p:cNvPr id="13" name="Shape 7"/>
          <p:cNvSpPr/>
          <p:nvPr/>
        </p:nvSpPr>
        <p:spPr>
          <a:xfrm>
            <a:off x="548640" y="4206240"/>
            <a:ext cx="5120640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14" name="Text 8"/>
          <p:cNvSpPr txBox="1"/>
          <p:nvPr/>
        </p:nvSpPr>
        <p:spPr>
          <a:xfrm>
            <a:off x="548640" y="431596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D9600B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DISAMPAIKAN OLEH</a:t>
            </a:r>
            <a:endParaRPr lang="en-US" sz="90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45262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Letnan Jenderal TNI Kristomei Sianturi, S.Sos., M.Si., M.Si. (Han)</a:t>
            </a:r>
            <a:endParaRPr lang="en-US" sz="1400" dirty="0"/>
          </a:p>
        </p:txBody>
      </p:sp>
      <p:sp>
        <p:nvSpPr>
          <p:cNvPr id="16" name="Text 10"/>
          <p:cNvSpPr txBox="1"/>
          <p:nvPr/>
        </p:nvSpPr>
        <p:spPr>
          <a:xfrm>
            <a:off x="548640" y="4828032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Kepala Badan Nasional Penanggulangan Bencana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548640" y="5303520"/>
            <a:ext cx="2926080" cy="384048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/>
        </p:spPr>
      </p:sp>
      <p:sp>
        <p:nvSpPr>
          <p:cNvPr id="18" name="Text 12"/>
          <p:cNvSpPr txBox="1"/>
          <p:nvPr/>
        </p:nvSpPr>
        <p:spPr>
          <a:xfrm>
            <a:off x="548640" y="530352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Selasa, 27 Oktober 2026</a:t>
            </a:r>
            <a:endParaRPr lang="en-US" sz="1100" dirty="0"/>
          </a:p>
        </p:txBody>
      </p:sp>
      <p:sp>
        <p:nvSpPr>
          <p:cNvPr id="19" name="Text 13"/>
          <p:cNvSpPr txBox="1"/>
          <p:nvPr/>
        </p:nvSpPr>
        <p:spPr>
          <a:xfrm>
            <a:off x="7985455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Foto: DenY Krisbiyantoro, CC BY-SA 4.0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2</a:t>
            </a:r>
            <a:endParaRPr lang="en-US" sz="850" dirty="0"/>
          </a:p>
        </p:txBody>
      </p:sp>
      <p:sp>
        <p:nvSpPr>
          <p:cNvPr id="557" name="T"/>
          <p:cNvSpPr txBox="1"/>
          <p:nvPr/>
        </p:nvSpPr>
        <p:spPr>
          <a:xfrm>
            <a:off x="548640" y="292608"/>
            <a:ext cx="10454335" cy="8229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buNone/>
            </a:pPr>
            <a:r>
              <a:rPr lang="id-ID" sz="20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Laporan 26–27 Oktober 2026: </a:t>
            </a:r>
            <a:r>
              <a:rPr lang="id-ID" sz="20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23</a:t>
            </a:r>
            <a:r>
              <a:rPr lang="id-ID" sz="20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kejadian menonjol di </a:t>
            </a:r>
            <a:r>
              <a:rPr lang="id-ID" sz="20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17 provinsi</a:t>
            </a:r>
            <a:r>
              <a:rPr lang="id-ID" sz="20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, terdiri atas </a:t>
            </a:r>
            <a:r>
              <a:rPr lang="id-ID" sz="20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12</a:t>
            </a:r>
            <a:r>
              <a:rPr lang="id-ID" sz="20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karhutla, </a:t>
            </a:r>
            <a:r>
              <a:rPr lang="id-ID" sz="20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9</a:t>
            </a:r>
            <a:r>
              <a:rPr lang="id-ID" sz="20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kekeringan, dan </a:t>
            </a:r>
            <a:r>
              <a:rPr lang="id-ID" sz="20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2</a:t>
            </a:r>
            <a:r>
              <a:rPr lang="id-ID" sz="20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bencana lainnya</a:t>
            </a:r>
            <a:endParaRPr lang="id-ID" sz="2000"/>
          </a:p>
        </p:txBody>
      </p:sp>
      <p:sp>
        <p:nvSpPr>
          <p:cNvPr id="301" name="K"/>
          <p:cNvSpPr/>
          <p:nvPr/>
        </p:nvSpPr>
        <p:spPr>
          <a:xfrm>
            <a:off x="548640" y="1280160"/>
            <a:ext cx="8579267" cy="932688"/>
          </a:xfrm>
          <a:prstGeom prst="roundRect">
            <a:avLst>
              <a:gd name="adj" fmla="val 7843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302" name="K"/>
          <p:cNvSpPr/>
          <p:nvPr/>
        </p:nvSpPr>
        <p:spPr>
          <a:xfrm>
            <a:off x="658368" y="1335024"/>
            <a:ext cx="1525219" cy="182880"/>
          </a:xfrm>
          <a:prstGeom prst="roundRect">
            <a:avLst>
              <a:gd name="adj" fmla="val 50000"/>
            </a:avLst>
          </a:prstGeom>
          <a:solidFill>
            <a:srgbClr val="051C2C"/>
          </a:solidFill>
          <a:ln>
            <a:noFill/>
          </a:ln>
        </p:spPr>
      </p:sp>
      <p:pic>
        <p:nvPicPr>
          <p:cNvPr id="303" name="G"/>
          <p:cNvPicPr>
            <a:picLocks noChangeAspect="1"/>
          </p:cNvPicPr>
          <p:nvPr/>
        </p:nvPicPr>
        <p:blipFill>
          <a:blip r:embed="rIdM1"/>
          <a:stretch>
            <a:fillRect/>
          </a:stretch>
        </p:blipFill>
        <p:spPr>
          <a:xfrm>
            <a:off x="731520" y="1371600"/>
            <a:ext cx="109728" cy="109728"/>
          </a:xfrm>
          <a:prstGeom prst="rect">
            <a:avLst/>
          </a:prstGeom>
        </p:spPr>
      </p:pic>
      <p:sp>
        <p:nvSpPr>
          <p:cNvPr id="304" name="T"/>
          <p:cNvSpPr txBox="1"/>
          <p:nvPr/>
        </p:nvSpPr>
        <p:spPr>
          <a:xfrm>
            <a:off x="896112" y="1335024"/>
            <a:ext cx="1265219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00" b="1" spc="1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KEJADIAN BENCANA</a:t>
            </a:r>
            <a:endParaRPr lang="id-ID" sz="660"/>
          </a:p>
        </p:txBody>
      </p:sp>
      <p:sp>
        <p:nvSpPr>
          <p:cNvPr id="305" name="K"/>
          <p:cNvSpPr/>
          <p:nvPr/>
        </p:nvSpPr>
        <p:spPr>
          <a:xfrm>
            <a:off x="9402227" y="1280160"/>
            <a:ext cx="2240829" cy="932688"/>
          </a:xfrm>
          <a:prstGeom prst="roundRect">
            <a:avLst>
              <a:gd name="adj" fmla="val 7843"/>
            </a:avLst>
          </a:prstGeom>
          <a:solidFill>
            <a:srgbClr val="FCF1F2"/>
          </a:solidFill>
          <a:ln>
            <a:noFill/>
          </a:ln>
        </p:spPr>
      </p:sp>
      <p:sp>
        <p:nvSpPr>
          <p:cNvPr id="306" name="K"/>
          <p:cNvSpPr/>
          <p:nvPr/>
        </p:nvSpPr>
        <p:spPr>
          <a:xfrm>
            <a:off x="9511955" y="1335024"/>
            <a:ext cx="1453896" cy="182880"/>
          </a:xfrm>
          <a:prstGeom prst="roundRect">
            <a:avLst>
              <a:gd name="adj" fmla="val 50000"/>
            </a:avLst>
          </a:prstGeom>
          <a:solidFill>
            <a:srgbClr val="C8102E"/>
          </a:solidFill>
          <a:ln>
            <a:noFill/>
          </a:ln>
        </p:spPr>
      </p:sp>
      <p:pic>
        <p:nvPicPr>
          <p:cNvPr id="307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9585107" y="1371600"/>
            <a:ext cx="109728" cy="109728"/>
          </a:xfrm>
          <a:prstGeom prst="rect">
            <a:avLst/>
          </a:prstGeom>
        </p:spPr>
      </p:pic>
      <p:sp>
        <p:nvSpPr>
          <p:cNvPr id="308" name="T"/>
          <p:cNvSpPr txBox="1"/>
          <p:nvPr/>
        </p:nvSpPr>
        <p:spPr>
          <a:xfrm>
            <a:off x="9749699" y="1335024"/>
            <a:ext cx="1193896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00" b="1" spc="100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PERLU PERHATIAN</a:t>
            </a:r>
            <a:endParaRPr lang="id-ID" sz="660"/>
          </a:p>
        </p:txBody>
      </p:sp>
      <p:sp>
        <p:nvSpPr>
          <p:cNvPr id="309" name="K"/>
          <p:cNvSpPr/>
          <p:nvPr/>
        </p:nvSpPr>
        <p:spPr>
          <a:xfrm>
            <a:off x="658368" y="1591056"/>
            <a:ext cx="159881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310" name="K"/>
          <p:cNvSpPr/>
          <p:nvPr/>
        </p:nvSpPr>
        <p:spPr>
          <a:xfrm>
            <a:off x="768096" y="1682496"/>
            <a:ext cx="329184" cy="329184"/>
          </a:xfrm>
          <a:prstGeom prst="ellipse">
            <a:avLst/>
          </a:prstGeom>
          <a:solidFill>
            <a:srgbClr val="E6EAF0"/>
          </a:solidFill>
          <a:ln>
            <a:noFill/>
          </a:ln>
        </p:spPr>
      </p:sp>
      <p:pic>
        <p:nvPicPr>
          <p:cNvPr id="311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841248" y="1755648"/>
            <a:ext cx="182880" cy="182880"/>
          </a:xfrm>
          <a:prstGeom prst="rect">
            <a:avLst/>
          </a:prstGeom>
        </p:spPr>
      </p:pic>
      <p:sp>
        <p:nvSpPr>
          <p:cNvPr id="312" name="T"/>
          <p:cNvSpPr txBox="1"/>
          <p:nvPr/>
        </p:nvSpPr>
        <p:spPr>
          <a:xfrm>
            <a:off x="1170432" y="1627632"/>
            <a:ext cx="105017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23</a:t>
            </a:r>
            <a:endParaRPr lang="id-ID" sz="1700"/>
          </a:p>
        </p:txBody>
      </p:sp>
      <p:sp>
        <p:nvSpPr>
          <p:cNvPr id="313" name="T"/>
          <p:cNvSpPr txBox="1"/>
          <p:nvPr/>
        </p:nvSpPr>
        <p:spPr>
          <a:xfrm>
            <a:off x="1170432" y="1892808"/>
            <a:ext cx="1050170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laporan kejadian</a:t>
            </a:r>
            <a:endParaRPr lang="id-ID" sz="750"/>
          </a:p>
        </p:txBody>
      </p:sp>
      <p:sp>
        <p:nvSpPr>
          <p:cNvPr id="314" name="K"/>
          <p:cNvSpPr/>
          <p:nvPr/>
        </p:nvSpPr>
        <p:spPr>
          <a:xfrm>
            <a:off x="2348618" y="1591056"/>
            <a:ext cx="159881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315" name="K"/>
          <p:cNvSpPr/>
          <p:nvPr/>
        </p:nvSpPr>
        <p:spPr>
          <a:xfrm>
            <a:off x="2458346" y="1682496"/>
            <a:ext cx="329184" cy="329184"/>
          </a:xfrm>
          <a:prstGeom prst="ellipse">
            <a:avLst/>
          </a:prstGeom>
          <a:solidFill>
            <a:srgbClr val="E6EAF0"/>
          </a:solidFill>
          <a:ln>
            <a:noFill/>
          </a:ln>
        </p:spPr>
      </p:sp>
      <p:pic>
        <p:nvPicPr>
          <p:cNvPr id="316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2531498" y="1755648"/>
            <a:ext cx="182880" cy="182880"/>
          </a:xfrm>
          <a:prstGeom prst="rect">
            <a:avLst/>
          </a:prstGeom>
        </p:spPr>
      </p:pic>
      <p:sp>
        <p:nvSpPr>
          <p:cNvPr id="317" name="T"/>
          <p:cNvSpPr txBox="1"/>
          <p:nvPr/>
        </p:nvSpPr>
        <p:spPr>
          <a:xfrm>
            <a:off x="2860682" y="1627632"/>
            <a:ext cx="105017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23</a:t>
            </a:r>
            <a:endParaRPr lang="id-ID" sz="1700"/>
          </a:p>
        </p:txBody>
      </p:sp>
      <p:sp>
        <p:nvSpPr>
          <p:cNvPr id="318" name="T"/>
          <p:cNvSpPr txBox="1"/>
          <p:nvPr/>
        </p:nvSpPr>
        <p:spPr>
          <a:xfrm>
            <a:off x="2860682" y="1892808"/>
            <a:ext cx="1050170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kejadian menonjol</a:t>
            </a:r>
            <a:endParaRPr lang="id-ID" sz="750"/>
          </a:p>
        </p:txBody>
      </p:sp>
      <p:sp>
        <p:nvSpPr>
          <p:cNvPr id="319" name="K"/>
          <p:cNvSpPr/>
          <p:nvPr/>
        </p:nvSpPr>
        <p:spPr>
          <a:xfrm>
            <a:off x="4038868" y="1591056"/>
            <a:ext cx="159881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320" name="K"/>
          <p:cNvSpPr/>
          <p:nvPr/>
        </p:nvSpPr>
        <p:spPr>
          <a:xfrm>
            <a:off x="4148596" y="1682496"/>
            <a:ext cx="329184" cy="329184"/>
          </a:xfrm>
          <a:prstGeom prst="ellipse">
            <a:avLst/>
          </a:prstGeom>
          <a:solidFill>
            <a:srgbClr val="FBE7D6"/>
          </a:solidFill>
          <a:ln>
            <a:noFill/>
          </a:ln>
        </p:spPr>
      </p:sp>
      <p:pic>
        <p:nvPicPr>
          <p:cNvPr id="321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4221748" y="1755648"/>
            <a:ext cx="182880" cy="182880"/>
          </a:xfrm>
          <a:prstGeom prst="rect">
            <a:avLst/>
          </a:prstGeom>
        </p:spPr>
      </p:pic>
      <p:sp>
        <p:nvSpPr>
          <p:cNvPr id="322" name="T"/>
          <p:cNvSpPr txBox="1"/>
          <p:nvPr/>
        </p:nvSpPr>
        <p:spPr>
          <a:xfrm>
            <a:off x="4550932" y="1627632"/>
            <a:ext cx="105017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12</a:t>
            </a:r>
            <a:endParaRPr lang="id-ID" sz="1700"/>
          </a:p>
        </p:txBody>
      </p:sp>
      <p:sp>
        <p:nvSpPr>
          <p:cNvPr id="323" name="T"/>
          <p:cNvSpPr txBox="1"/>
          <p:nvPr/>
        </p:nvSpPr>
        <p:spPr>
          <a:xfrm>
            <a:off x="4550932" y="1892808"/>
            <a:ext cx="1050170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karhutla</a:t>
            </a:r>
            <a:endParaRPr lang="id-ID" sz="750"/>
          </a:p>
        </p:txBody>
      </p:sp>
      <p:sp>
        <p:nvSpPr>
          <p:cNvPr id="324" name="K"/>
          <p:cNvSpPr/>
          <p:nvPr/>
        </p:nvSpPr>
        <p:spPr>
          <a:xfrm>
            <a:off x="5729118" y="1591056"/>
            <a:ext cx="159881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325" name="K"/>
          <p:cNvSpPr/>
          <p:nvPr/>
        </p:nvSpPr>
        <p:spPr>
          <a:xfrm>
            <a:off x="5838846" y="1682496"/>
            <a:ext cx="329184" cy="329184"/>
          </a:xfrm>
          <a:prstGeom prst="ellipse">
            <a:avLst/>
          </a:prstGeom>
          <a:solidFill>
            <a:srgbClr val="F4ECDC"/>
          </a:solidFill>
          <a:ln>
            <a:noFill/>
          </a:ln>
        </p:spPr>
      </p:sp>
      <p:pic>
        <p:nvPicPr>
          <p:cNvPr id="326" name="G"/>
          <p:cNvPicPr>
            <a:picLocks noChangeAspect="1"/>
          </p:cNvPicPr>
          <p:nvPr/>
        </p:nvPicPr>
        <p:blipFill>
          <a:blip r:embed="rIdM6"/>
          <a:stretch>
            <a:fillRect/>
          </a:stretch>
        </p:blipFill>
        <p:spPr>
          <a:xfrm>
            <a:off x="5911998" y="1755648"/>
            <a:ext cx="182880" cy="182880"/>
          </a:xfrm>
          <a:prstGeom prst="rect">
            <a:avLst/>
          </a:prstGeom>
        </p:spPr>
      </p:pic>
      <p:sp>
        <p:nvSpPr>
          <p:cNvPr id="327" name="T"/>
          <p:cNvSpPr txBox="1"/>
          <p:nvPr/>
        </p:nvSpPr>
        <p:spPr>
          <a:xfrm>
            <a:off x="6241182" y="1627632"/>
            <a:ext cx="105017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B08A3E"/>
                </a:solidFill>
                <a:latin typeface="Roboto"/>
                <a:ea typeface="Roboto"/>
                <a:cs typeface="Roboto"/>
              </a:rPr>
              <a:t>9</a:t>
            </a:r>
            <a:endParaRPr lang="id-ID" sz="1700"/>
          </a:p>
        </p:txBody>
      </p:sp>
      <p:sp>
        <p:nvSpPr>
          <p:cNvPr id="328" name="T"/>
          <p:cNvSpPr txBox="1"/>
          <p:nvPr/>
        </p:nvSpPr>
        <p:spPr>
          <a:xfrm>
            <a:off x="6241182" y="1892808"/>
            <a:ext cx="1050170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kekeringan</a:t>
            </a:r>
            <a:endParaRPr lang="id-ID" sz="750"/>
          </a:p>
        </p:txBody>
      </p:sp>
      <p:sp>
        <p:nvSpPr>
          <p:cNvPr id="329" name="K"/>
          <p:cNvSpPr/>
          <p:nvPr/>
        </p:nvSpPr>
        <p:spPr>
          <a:xfrm>
            <a:off x="7419368" y="1591056"/>
            <a:ext cx="1598810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330" name="K"/>
          <p:cNvSpPr/>
          <p:nvPr/>
        </p:nvSpPr>
        <p:spPr>
          <a:xfrm>
            <a:off x="7529096" y="1682496"/>
            <a:ext cx="329184" cy="329184"/>
          </a:xfrm>
          <a:prstGeom prst="ellipse">
            <a:avLst/>
          </a:prstGeom>
          <a:solidFill>
            <a:srgbClr val="E3EAF1"/>
          </a:solidFill>
          <a:ln>
            <a:noFill/>
          </a:ln>
        </p:spPr>
      </p:sp>
      <p:pic>
        <p:nvPicPr>
          <p:cNvPr id="331" name="G"/>
          <p:cNvPicPr>
            <a:picLocks noChangeAspect="1"/>
          </p:cNvPicPr>
          <p:nvPr/>
        </p:nvPicPr>
        <p:blipFill>
          <a:blip r:embed="rIdM7"/>
          <a:stretch>
            <a:fillRect/>
          </a:stretch>
        </p:blipFill>
        <p:spPr>
          <a:xfrm>
            <a:off x="7602248" y="1755648"/>
            <a:ext cx="182880" cy="182880"/>
          </a:xfrm>
          <a:prstGeom prst="rect">
            <a:avLst/>
          </a:prstGeom>
        </p:spPr>
      </p:pic>
      <p:sp>
        <p:nvSpPr>
          <p:cNvPr id="332" name="T"/>
          <p:cNvSpPr txBox="1"/>
          <p:nvPr/>
        </p:nvSpPr>
        <p:spPr>
          <a:xfrm>
            <a:off x="7931432" y="1627632"/>
            <a:ext cx="105017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2</a:t>
            </a:r>
            <a:endParaRPr lang="id-ID" sz="1700"/>
          </a:p>
        </p:txBody>
      </p:sp>
      <p:sp>
        <p:nvSpPr>
          <p:cNvPr id="333" name="T"/>
          <p:cNvSpPr txBox="1"/>
          <p:nvPr/>
        </p:nvSpPr>
        <p:spPr>
          <a:xfrm>
            <a:off x="7931432" y="1892808"/>
            <a:ext cx="1050170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bencana lainnya</a:t>
            </a:r>
            <a:endParaRPr lang="id-ID" sz="750"/>
          </a:p>
        </p:txBody>
      </p:sp>
      <p:sp>
        <p:nvSpPr>
          <p:cNvPr id="334" name="K"/>
          <p:cNvSpPr/>
          <p:nvPr/>
        </p:nvSpPr>
        <p:spPr>
          <a:xfrm>
            <a:off x="9511955" y="1591056"/>
            <a:ext cx="2021373" cy="512064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335" name="K"/>
          <p:cNvSpPr/>
          <p:nvPr/>
        </p:nvSpPr>
        <p:spPr>
          <a:xfrm>
            <a:off x="9621683" y="1682496"/>
            <a:ext cx="329184" cy="329184"/>
          </a:xfrm>
          <a:prstGeom prst="ellipse">
            <a:avLst/>
          </a:prstGeom>
          <a:solidFill>
            <a:srgbClr val="F8DDE0"/>
          </a:solidFill>
          <a:ln>
            <a:noFill/>
          </a:ln>
        </p:spPr>
      </p:sp>
      <p:pic>
        <p:nvPicPr>
          <p:cNvPr id="336" name="G"/>
          <p:cNvPicPr>
            <a:picLocks noChangeAspect="1"/>
          </p:cNvPicPr>
          <p:nvPr/>
        </p:nvPicPr>
        <p:blipFill>
          <a:blip r:embed="rIdM8"/>
          <a:stretch>
            <a:fillRect/>
          </a:stretch>
        </p:blipFill>
        <p:spPr>
          <a:xfrm>
            <a:off x="9694835" y="1755648"/>
            <a:ext cx="182880" cy="182880"/>
          </a:xfrm>
          <a:prstGeom prst="rect">
            <a:avLst/>
          </a:prstGeom>
        </p:spPr>
      </p:pic>
      <p:sp>
        <p:nvSpPr>
          <p:cNvPr id="337" name="T"/>
          <p:cNvSpPr txBox="1"/>
          <p:nvPr/>
        </p:nvSpPr>
        <p:spPr>
          <a:xfrm>
            <a:off x="10024019" y="1627632"/>
            <a:ext cx="1472733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5</a:t>
            </a:r>
            <a:endParaRPr lang="id-ID" sz="1700"/>
          </a:p>
        </p:txBody>
      </p:sp>
      <p:sp>
        <p:nvSpPr>
          <p:cNvPr id="338" name="T"/>
          <p:cNvSpPr txBox="1"/>
          <p:nvPr/>
        </p:nvSpPr>
        <p:spPr>
          <a:xfrm>
            <a:off x="10024019" y="1892808"/>
            <a:ext cx="1472733" cy="15544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kejadian perlu perhatian</a:t>
            </a:r>
            <a:endParaRPr lang="id-ID" sz="750"/>
          </a:p>
        </p:txBody>
      </p:sp>
      <p:pic>
        <p:nvPicPr>
          <p:cNvPr id="339" name="G"/>
          <p:cNvPicPr>
            <a:picLocks noChangeAspect="1"/>
          </p:cNvPicPr>
          <p:nvPr/>
        </p:nvPicPr>
        <p:blipFill>
          <a:blip r:embed="rIdM9"/>
          <a:stretch>
            <a:fillRect/>
          </a:stretch>
        </p:blipFill>
        <p:spPr>
          <a:xfrm>
            <a:off x="502920" y="2331720"/>
            <a:ext cx="7680960" cy="2880360"/>
          </a:xfrm>
          <a:prstGeom prst="rect">
            <a:avLst/>
          </a:prstGeom>
        </p:spPr>
      </p:pic>
      <p:sp>
        <p:nvSpPr>
          <p:cNvPr id="340" name="K"/>
          <p:cNvSpPr/>
          <p:nvPr/>
        </p:nvSpPr>
        <p:spPr>
          <a:xfrm>
            <a:off x="7871081" y="4351809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41" name="T"/>
          <p:cNvSpPr txBox="1"/>
          <p:nvPr/>
        </p:nvSpPr>
        <p:spPr>
          <a:xfrm>
            <a:off x="7871081" y="4351809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42" name="K"/>
          <p:cNvSpPr/>
          <p:nvPr/>
        </p:nvSpPr>
        <p:spPr>
          <a:xfrm>
            <a:off x="8004400" y="4300785"/>
            <a:ext cx="137160" cy="1371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</a:ln>
        </p:spPr>
      </p:sp>
      <p:sp>
        <p:nvSpPr>
          <p:cNvPr id="343" name="T"/>
          <p:cNvSpPr txBox="1"/>
          <p:nvPr/>
        </p:nvSpPr>
        <p:spPr>
          <a:xfrm>
            <a:off x="8004400" y="4300785"/>
            <a:ext cx="1371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00"/>
          </a:p>
        </p:txBody>
      </p:sp>
      <p:sp>
        <p:nvSpPr>
          <p:cNvPr id="344" name="T"/>
          <p:cNvSpPr txBox="1"/>
          <p:nvPr/>
        </p:nvSpPr>
        <p:spPr>
          <a:xfrm>
            <a:off x="6353177" y="4388385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Papua Selatan</a:t>
            </a:r>
            <a:endParaRPr lang="id-ID" sz="750"/>
          </a:p>
        </p:txBody>
      </p:sp>
      <p:sp>
        <p:nvSpPr>
          <p:cNvPr id="345" name="K"/>
          <p:cNvSpPr/>
          <p:nvPr/>
        </p:nvSpPr>
        <p:spPr>
          <a:xfrm>
            <a:off x="3475300" y="3529117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46" name="T"/>
          <p:cNvSpPr txBox="1"/>
          <p:nvPr/>
        </p:nvSpPr>
        <p:spPr>
          <a:xfrm>
            <a:off x="3475300" y="3529117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47" name="K"/>
          <p:cNvSpPr/>
          <p:nvPr/>
        </p:nvSpPr>
        <p:spPr>
          <a:xfrm>
            <a:off x="3608619" y="3478093"/>
            <a:ext cx="137160" cy="1371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</a:ln>
        </p:spPr>
      </p:sp>
      <p:sp>
        <p:nvSpPr>
          <p:cNvPr id="348" name="T"/>
          <p:cNvSpPr txBox="1"/>
          <p:nvPr/>
        </p:nvSpPr>
        <p:spPr>
          <a:xfrm>
            <a:off x="3608619" y="3478093"/>
            <a:ext cx="1371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00"/>
          </a:p>
        </p:txBody>
      </p:sp>
      <p:sp>
        <p:nvSpPr>
          <p:cNvPr id="349" name="T"/>
          <p:cNvSpPr txBox="1"/>
          <p:nvPr/>
        </p:nvSpPr>
        <p:spPr>
          <a:xfrm>
            <a:off x="3749620" y="3565693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Kal. Tengah</a:t>
            </a:r>
            <a:endParaRPr lang="id-ID" sz="750"/>
          </a:p>
        </p:txBody>
      </p:sp>
      <p:sp>
        <p:nvSpPr>
          <p:cNvPr id="350" name="K"/>
          <p:cNvSpPr/>
          <p:nvPr/>
        </p:nvSpPr>
        <p:spPr>
          <a:xfrm>
            <a:off x="3096361" y="3272093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51" name="T"/>
          <p:cNvSpPr txBox="1"/>
          <p:nvPr/>
        </p:nvSpPr>
        <p:spPr>
          <a:xfrm>
            <a:off x="3096361" y="3272093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52" name="K"/>
          <p:cNvSpPr/>
          <p:nvPr/>
        </p:nvSpPr>
        <p:spPr>
          <a:xfrm>
            <a:off x="3229681" y="3221070"/>
            <a:ext cx="137160" cy="1371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</a:ln>
        </p:spPr>
      </p:sp>
      <p:sp>
        <p:nvSpPr>
          <p:cNvPr id="353" name="T"/>
          <p:cNvSpPr txBox="1"/>
          <p:nvPr/>
        </p:nvSpPr>
        <p:spPr>
          <a:xfrm>
            <a:off x="3229681" y="3221070"/>
            <a:ext cx="1371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00"/>
          </a:p>
        </p:txBody>
      </p:sp>
      <p:sp>
        <p:nvSpPr>
          <p:cNvPr id="354" name="T"/>
          <p:cNvSpPr txBox="1"/>
          <p:nvPr/>
        </p:nvSpPr>
        <p:spPr>
          <a:xfrm>
            <a:off x="1578457" y="3308669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Kal. Barat</a:t>
            </a:r>
            <a:endParaRPr lang="id-ID" sz="750"/>
          </a:p>
        </p:txBody>
      </p:sp>
      <p:sp>
        <p:nvSpPr>
          <p:cNvPr id="355" name="K"/>
          <p:cNvSpPr/>
          <p:nvPr/>
        </p:nvSpPr>
        <p:spPr>
          <a:xfrm>
            <a:off x="3980367" y="3183193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56" name="T"/>
          <p:cNvSpPr txBox="1"/>
          <p:nvPr/>
        </p:nvSpPr>
        <p:spPr>
          <a:xfrm>
            <a:off x="3980367" y="3183193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57" name="K"/>
          <p:cNvSpPr/>
          <p:nvPr/>
        </p:nvSpPr>
        <p:spPr>
          <a:xfrm>
            <a:off x="4113686" y="3132169"/>
            <a:ext cx="137160" cy="1371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</a:ln>
        </p:spPr>
      </p:sp>
      <p:sp>
        <p:nvSpPr>
          <p:cNvPr id="358" name="T"/>
          <p:cNvSpPr txBox="1"/>
          <p:nvPr/>
        </p:nvSpPr>
        <p:spPr>
          <a:xfrm>
            <a:off x="4113686" y="3132169"/>
            <a:ext cx="1371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00"/>
          </a:p>
        </p:txBody>
      </p:sp>
      <p:sp>
        <p:nvSpPr>
          <p:cNvPr id="359" name="T"/>
          <p:cNvSpPr txBox="1"/>
          <p:nvPr/>
        </p:nvSpPr>
        <p:spPr>
          <a:xfrm>
            <a:off x="4254687" y="3219769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Kal. Timur</a:t>
            </a:r>
            <a:endParaRPr lang="id-ID" sz="750"/>
          </a:p>
        </p:txBody>
      </p:sp>
      <p:sp>
        <p:nvSpPr>
          <p:cNvPr id="360" name="K"/>
          <p:cNvSpPr/>
          <p:nvPr/>
        </p:nvSpPr>
        <p:spPr>
          <a:xfrm>
            <a:off x="4602013" y="3996297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61" name="T"/>
          <p:cNvSpPr txBox="1"/>
          <p:nvPr/>
        </p:nvSpPr>
        <p:spPr>
          <a:xfrm>
            <a:off x="4602013" y="3996297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62" name="K"/>
          <p:cNvSpPr/>
          <p:nvPr/>
        </p:nvSpPr>
        <p:spPr>
          <a:xfrm>
            <a:off x="4726188" y="4120473"/>
            <a:ext cx="155448" cy="155448"/>
          </a:xfrm>
          <a:prstGeom prst="ellipse">
            <a:avLst/>
          </a:prstGeom>
          <a:solidFill>
            <a:srgbClr val="B08A3E"/>
          </a:solidFill>
          <a:ln w="12700">
            <a:solidFill>
              <a:srgbClr val="FFFFFF"/>
            </a:solidFill>
          </a:ln>
        </p:spPr>
      </p:sp>
      <p:sp>
        <p:nvSpPr>
          <p:cNvPr id="363" name="T"/>
          <p:cNvSpPr txBox="1"/>
          <p:nvPr/>
        </p:nvSpPr>
        <p:spPr>
          <a:xfrm>
            <a:off x="4726188" y="4120473"/>
            <a:ext cx="155448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650"/>
          </a:p>
        </p:txBody>
      </p:sp>
      <p:sp>
        <p:nvSpPr>
          <p:cNvPr id="364" name="K"/>
          <p:cNvSpPr/>
          <p:nvPr/>
        </p:nvSpPr>
        <p:spPr>
          <a:xfrm>
            <a:off x="4541845" y="4120473"/>
            <a:ext cx="155448" cy="155448"/>
          </a:xfrm>
          <a:prstGeom prst="ellipse">
            <a:avLst/>
          </a:prstGeom>
          <a:solidFill>
            <a:srgbClr val="0E7490"/>
          </a:solidFill>
          <a:ln w="12700">
            <a:solidFill>
              <a:srgbClr val="FFFFFF"/>
            </a:solidFill>
          </a:ln>
        </p:spPr>
      </p:sp>
      <p:sp>
        <p:nvSpPr>
          <p:cNvPr id="365" name="T"/>
          <p:cNvSpPr txBox="1"/>
          <p:nvPr/>
        </p:nvSpPr>
        <p:spPr>
          <a:xfrm>
            <a:off x="4541845" y="4120473"/>
            <a:ext cx="155448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650"/>
          </a:p>
        </p:txBody>
      </p:sp>
      <p:sp>
        <p:nvSpPr>
          <p:cNvPr id="366" name="K"/>
          <p:cNvSpPr/>
          <p:nvPr/>
        </p:nvSpPr>
        <p:spPr>
          <a:xfrm>
            <a:off x="4735332" y="3945274"/>
            <a:ext cx="137160" cy="137160"/>
          </a:xfrm>
          <a:prstGeom prst="ellipse">
            <a:avLst/>
          </a:prstGeom>
          <a:solidFill>
            <a:srgbClr val="C8102E"/>
          </a:solidFill>
          <a:ln w="12700">
            <a:solidFill>
              <a:srgbClr val="FFFFFF"/>
            </a:solidFill>
          </a:ln>
        </p:spPr>
      </p:sp>
      <p:sp>
        <p:nvSpPr>
          <p:cNvPr id="367" name="T"/>
          <p:cNvSpPr txBox="1"/>
          <p:nvPr/>
        </p:nvSpPr>
        <p:spPr>
          <a:xfrm>
            <a:off x="4735332" y="3945274"/>
            <a:ext cx="137160" cy="1371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00"/>
          </a:p>
        </p:txBody>
      </p:sp>
      <p:sp>
        <p:nvSpPr>
          <p:cNvPr id="368" name="T"/>
          <p:cNvSpPr txBox="1"/>
          <p:nvPr/>
        </p:nvSpPr>
        <p:spPr>
          <a:xfrm>
            <a:off x="3980221" y="4294209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Sul. Selatan</a:t>
            </a:r>
            <a:endParaRPr lang="id-ID" sz="750"/>
          </a:p>
        </p:txBody>
      </p:sp>
      <p:sp>
        <p:nvSpPr>
          <p:cNvPr id="369" name="K"/>
          <p:cNvSpPr/>
          <p:nvPr/>
        </p:nvSpPr>
        <p:spPr>
          <a:xfrm>
            <a:off x="4881742" y="3897704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70" name="T"/>
          <p:cNvSpPr txBox="1"/>
          <p:nvPr/>
        </p:nvSpPr>
        <p:spPr>
          <a:xfrm>
            <a:off x="4881742" y="3897704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71" name="T"/>
          <p:cNvSpPr txBox="1"/>
          <p:nvPr/>
        </p:nvSpPr>
        <p:spPr>
          <a:xfrm>
            <a:off x="5156062" y="3934280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Sul. Tenggara</a:t>
            </a:r>
            <a:endParaRPr lang="id-ID" sz="750"/>
          </a:p>
        </p:txBody>
      </p:sp>
      <p:sp>
        <p:nvSpPr>
          <p:cNvPr id="372" name="K"/>
          <p:cNvSpPr/>
          <p:nvPr/>
        </p:nvSpPr>
        <p:spPr>
          <a:xfrm>
            <a:off x="3804910" y="3755423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73" name="T"/>
          <p:cNvSpPr txBox="1"/>
          <p:nvPr/>
        </p:nvSpPr>
        <p:spPr>
          <a:xfrm>
            <a:off x="3804910" y="3755423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74" name="T"/>
          <p:cNvSpPr txBox="1"/>
          <p:nvPr/>
        </p:nvSpPr>
        <p:spPr>
          <a:xfrm>
            <a:off x="3183118" y="4002311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Kal. Selatan</a:t>
            </a:r>
            <a:endParaRPr lang="id-ID" sz="750"/>
          </a:p>
        </p:txBody>
      </p:sp>
      <p:sp>
        <p:nvSpPr>
          <p:cNvPr id="375" name="K"/>
          <p:cNvSpPr/>
          <p:nvPr/>
        </p:nvSpPr>
        <p:spPr>
          <a:xfrm>
            <a:off x="1927738" y="3798728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76" name="T"/>
          <p:cNvSpPr txBox="1"/>
          <p:nvPr/>
        </p:nvSpPr>
        <p:spPr>
          <a:xfrm>
            <a:off x="1927738" y="3798728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77" name="T"/>
          <p:cNvSpPr txBox="1"/>
          <p:nvPr/>
        </p:nvSpPr>
        <p:spPr>
          <a:xfrm>
            <a:off x="409834" y="3835304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Sum. Selatan</a:t>
            </a:r>
            <a:endParaRPr lang="id-ID" sz="750"/>
          </a:p>
        </p:txBody>
      </p:sp>
      <p:sp>
        <p:nvSpPr>
          <p:cNvPr id="378" name="K"/>
          <p:cNvSpPr/>
          <p:nvPr/>
        </p:nvSpPr>
        <p:spPr>
          <a:xfrm>
            <a:off x="1526329" y="3185000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79" name="T"/>
          <p:cNvSpPr txBox="1"/>
          <p:nvPr/>
        </p:nvSpPr>
        <p:spPr>
          <a:xfrm>
            <a:off x="1526329" y="3185000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80" name="T"/>
          <p:cNvSpPr txBox="1"/>
          <p:nvPr/>
        </p:nvSpPr>
        <p:spPr>
          <a:xfrm>
            <a:off x="1800649" y="3221576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Riau</a:t>
            </a:r>
            <a:endParaRPr lang="id-ID" sz="750"/>
          </a:p>
        </p:txBody>
      </p:sp>
      <p:sp>
        <p:nvSpPr>
          <p:cNvPr id="381" name="K"/>
          <p:cNvSpPr/>
          <p:nvPr/>
        </p:nvSpPr>
        <p:spPr>
          <a:xfrm>
            <a:off x="1684296" y="3544753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82" name="T"/>
          <p:cNvSpPr txBox="1"/>
          <p:nvPr/>
        </p:nvSpPr>
        <p:spPr>
          <a:xfrm>
            <a:off x="1684296" y="3544753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83" name="T"/>
          <p:cNvSpPr txBox="1"/>
          <p:nvPr/>
        </p:nvSpPr>
        <p:spPr>
          <a:xfrm>
            <a:off x="166392" y="3581329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Jambi</a:t>
            </a:r>
            <a:endParaRPr lang="id-ID" sz="750"/>
          </a:p>
        </p:txBody>
      </p:sp>
      <p:sp>
        <p:nvSpPr>
          <p:cNvPr id="384" name="K"/>
          <p:cNvSpPr/>
          <p:nvPr/>
        </p:nvSpPr>
        <p:spPr>
          <a:xfrm>
            <a:off x="2069993" y="4083051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85" name="T"/>
          <p:cNvSpPr txBox="1"/>
          <p:nvPr/>
        </p:nvSpPr>
        <p:spPr>
          <a:xfrm>
            <a:off x="2069993" y="4083051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86" name="T"/>
          <p:cNvSpPr txBox="1"/>
          <p:nvPr/>
        </p:nvSpPr>
        <p:spPr>
          <a:xfrm>
            <a:off x="2344313" y="4119627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Lampung</a:t>
            </a:r>
            <a:endParaRPr lang="id-ID" sz="750"/>
          </a:p>
        </p:txBody>
      </p:sp>
      <p:sp>
        <p:nvSpPr>
          <p:cNvPr id="387" name="K"/>
          <p:cNvSpPr/>
          <p:nvPr/>
        </p:nvSpPr>
        <p:spPr>
          <a:xfrm>
            <a:off x="2502218" y="4460676"/>
            <a:ext cx="219456" cy="219456"/>
          </a:xfrm>
          <a:prstGeom prst="ellipse">
            <a:avLst/>
          </a:prstGeom>
          <a:solidFill>
            <a:srgbClr val="D9600B"/>
          </a:solidFill>
          <a:ln w="19050">
            <a:solidFill>
              <a:srgbClr val="FFFFFF"/>
            </a:solidFill>
          </a:ln>
        </p:spPr>
      </p:sp>
      <p:sp>
        <p:nvSpPr>
          <p:cNvPr id="388" name="T"/>
          <p:cNvSpPr txBox="1"/>
          <p:nvPr/>
        </p:nvSpPr>
        <p:spPr>
          <a:xfrm>
            <a:off x="2502218" y="4460676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89" name="K"/>
          <p:cNvSpPr/>
          <p:nvPr/>
        </p:nvSpPr>
        <p:spPr>
          <a:xfrm>
            <a:off x="2626393" y="4584851"/>
            <a:ext cx="155448" cy="155448"/>
          </a:xfrm>
          <a:prstGeom prst="ellipse">
            <a:avLst/>
          </a:prstGeom>
          <a:solidFill>
            <a:srgbClr val="B08A3E"/>
          </a:solidFill>
          <a:ln w="12700">
            <a:solidFill>
              <a:srgbClr val="FFFFFF"/>
            </a:solidFill>
          </a:ln>
        </p:spPr>
      </p:sp>
      <p:sp>
        <p:nvSpPr>
          <p:cNvPr id="390" name="T"/>
          <p:cNvSpPr txBox="1"/>
          <p:nvPr/>
        </p:nvSpPr>
        <p:spPr>
          <a:xfrm>
            <a:off x="2626393" y="4584851"/>
            <a:ext cx="155448" cy="15544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650"/>
          </a:p>
        </p:txBody>
      </p:sp>
      <p:sp>
        <p:nvSpPr>
          <p:cNvPr id="391" name="T"/>
          <p:cNvSpPr txBox="1"/>
          <p:nvPr/>
        </p:nvSpPr>
        <p:spPr>
          <a:xfrm>
            <a:off x="1880426" y="4758587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Jabar</a:t>
            </a:r>
            <a:endParaRPr lang="id-ID" sz="750"/>
          </a:p>
        </p:txBody>
      </p:sp>
      <p:sp>
        <p:nvSpPr>
          <p:cNvPr id="392" name="K"/>
          <p:cNvSpPr/>
          <p:nvPr/>
        </p:nvSpPr>
        <p:spPr>
          <a:xfrm>
            <a:off x="718569" y="2542878"/>
            <a:ext cx="219456" cy="219456"/>
          </a:xfrm>
          <a:prstGeom prst="ellipse">
            <a:avLst/>
          </a:prstGeom>
          <a:solidFill>
            <a:srgbClr val="2F6FB5"/>
          </a:solidFill>
          <a:ln w="19050">
            <a:solidFill>
              <a:srgbClr val="FFFFFF"/>
            </a:solidFill>
          </a:ln>
        </p:spPr>
      </p:sp>
      <p:sp>
        <p:nvSpPr>
          <p:cNvPr id="393" name="T"/>
          <p:cNvSpPr txBox="1"/>
          <p:nvPr/>
        </p:nvSpPr>
        <p:spPr>
          <a:xfrm>
            <a:off x="718569" y="2542878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94" name="T"/>
          <p:cNvSpPr txBox="1"/>
          <p:nvPr/>
        </p:nvSpPr>
        <p:spPr>
          <a:xfrm>
            <a:off x="992889" y="2579454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Aceh</a:t>
            </a:r>
            <a:endParaRPr lang="id-ID" sz="750"/>
          </a:p>
        </p:txBody>
      </p:sp>
      <p:sp>
        <p:nvSpPr>
          <p:cNvPr id="395" name="K"/>
          <p:cNvSpPr/>
          <p:nvPr/>
        </p:nvSpPr>
        <p:spPr>
          <a:xfrm>
            <a:off x="2254417" y="4341097"/>
            <a:ext cx="219456" cy="219456"/>
          </a:xfrm>
          <a:prstGeom prst="ellipse">
            <a:avLst/>
          </a:prstGeom>
          <a:solidFill>
            <a:srgbClr val="B08A3E"/>
          </a:solidFill>
          <a:ln w="19050">
            <a:solidFill>
              <a:srgbClr val="FFFFFF"/>
            </a:solidFill>
          </a:ln>
        </p:spPr>
      </p:sp>
      <p:sp>
        <p:nvSpPr>
          <p:cNvPr id="396" name="T"/>
          <p:cNvSpPr txBox="1"/>
          <p:nvPr/>
        </p:nvSpPr>
        <p:spPr>
          <a:xfrm>
            <a:off x="2254417" y="4341097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397" name="T"/>
          <p:cNvSpPr txBox="1"/>
          <p:nvPr/>
        </p:nvSpPr>
        <p:spPr>
          <a:xfrm>
            <a:off x="736513" y="4377673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Banten</a:t>
            </a:r>
            <a:endParaRPr lang="id-ID" sz="750"/>
          </a:p>
        </p:txBody>
      </p:sp>
      <p:sp>
        <p:nvSpPr>
          <p:cNvPr id="398" name="K"/>
          <p:cNvSpPr/>
          <p:nvPr/>
        </p:nvSpPr>
        <p:spPr>
          <a:xfrm>
            <a:off x="2892040" y="4367775"/>
            <a:ext cx="310896" cy="310896"/>
          </a:xfrm>
          <a:prstGeom prst="ellipse">
            <a:avLst/>
          </a:prstGeom>
          <a:solidFill>
            <a:srgbClr val="B08A3E"/>
          </a:solidFill>
          <a:ln w="19050">
            <a:solidFill>
              <a:srgbClr val="FFFFFF"/>
            </a:solidFill>
          </a:ln>
        </p:spPr>
      </p:sp>
      <p:sp>
        <p:nvSpPr>
          <p:cNvPr id="399" name="T"/>
          <p:cNvSpPr txBox="1"/>
          <p:nvPr/>
        </p:nvSpPr>
        <p:spPr>
          <a:xfrm>
            <a:off x="2892040" y="4367775"/>
            <a:ext cx="310896" cy="31089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4</a:t>
            </a:r>
            <a:endParaRPr lang="id-ID" sz="850"/>
          </a:p>
        </p:txBody>
      </p:sp>
      <p:sp>
        <p:nvSpPr>
          <p:cNvPr id="400" name="T"/>
          <p:cNvSpPr txBox="1"/>
          <p:nvPr/>
        </p:nvSpPr>
        <p:spPr>
          <a:xfrm>
            <a:off x="3257800" y="4450071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Jateng</a:t>
            </a:r>
            <a:endParaRPr lang="id-ID" sz="750"/>
          </a:p>
        </p:txBody>
      </p:sp>
      <p:sp>
        <p:nvSpPr>
          <p:cNvPr id="401" name="K"/>
          <p:cNvSpPr/>
          <p:nvPr/>
        </p:nvSpPr>
        <p:spPr>
          <a:xfrm>
            <a:off x="2977925" y="4582331"/>
            <a:ext cx="219456" cy="219456"/>
          </a:xfrm>
          <a:prstGeom prst="ellipse">
            <a:avLst/>
          </a:prstGeom>
          <a:solidFill>
            <a:srgbClr val="B08A3E"/>
          </a:solidFill>
          <a:ln w="19050">
            <a:solidFill>
              <a:srgbClr val="FFFFFF"/>
            </a:solidFill>
          </a:ln>
        </p:spPr>
      </p:sp>
      <p:sp>
        <p:nvSpPr>
          <p:cNvPr id="402" name="T"/>
          <p:cNvSpPr txBox="1"/>
          <p:nvPr/>
        </p:nvSpPr>
        <p:spPr>
          <a:xfrm>
            <a:off x="2977925" y="4582331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403" name="T"/>
          <p:cNvSpPr txBox="1"/>
          <p:nvPr/>
        </p:nvSpPr>
        <p:spPr>
          <a:xfrm>
            <a:off x="2356133" y="4829219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DIY</a:t>
            </a:r>
            <a:endParaRPr lang="id-ID" sz="750"/>
          </a:p>
        </p:txBody>
      </p:sp>
      <p:sp>
        <p:nvSpPr>
          <p:cNvPr id="404" name="K"/>
          <p:cNvSpPr/>
          <p:nvPr/>
        </p:nvSpPr>
        <p:spPr>
          <a:xfrm>
            <a:off x="3506997" y="4569204"/>
            <a:ext cx="219456" cy="219456"/>
          </a:xfrm>
          <a:prstGeom prst="ellipse">
            <a:avLst/>
          </a:prstGeom>
          <a:solidFill>
            <a:srgbClr val="B08A3E"/>
          </a:solidFill>
          <a:ln w="19050">
            <a:solidFill>
              <a:srgbClr val="FFFFFF"/>
            </a:solidFill>
          </a:ln>
        </p:spPr>
      </p:sp>
      <p:sp>
        <p:nvSpPr>
          <p:cNvPr id="405" name="T"/>
          <p:cNvSpPr txBox="1"/>
          <p:nvPr/>
        </p:nvSpPr>
        <p:spPr>
          <a:xfrm>
            <a:off x="3506997" y="4569204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8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</a:t>
            </a:r>
            <a:endParaRPr lang="id-ID" sz="850"/>
          </a:p>
        </p:txBody>
      </p:sp>
      <p:sp>
        <p:nvSpPr>
          <p:cNvPr id="406" name="T"/>
          <p:cNvSpPr txBox="1"/>
          <p:nvPr/>
        </p:nvSpPr>
        <p:spPr>
          <a:xfrm>
            <a:off x="3781317" y="4605780"/>
            <a:ext cx="1463040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Jatim</a:t>
            </a:r>
            <a:endParaRPr lang="id-ID" sz="750"/>
          </a:p>
        </p:txBody>
      </p:sp>
      <p:sp>
        <p:nvSpPr>
          <p:cNvPr id="407" name="K"/>
          <p:cNvSpPr/>
          <p:nvPr/>
        </p:nvSpPr>
        <p:spPr>
          <a:xfrm>
            <a:off x="1371600" y="5216652"/>
            <a:ext cx="128016" cy="128016"/>
          </a:xfrm>
          <a:prstGeom prst="rect">
            <a:avLst/>
          </a:prstGeom>
          <a:solidFill>
            <a:srgbClr val="D9600B"/>
          </a:solidFill>
          <a:ln>
            <a:noFill/>
          </a:ln>
        </p:spPr>
      </p:sp>
      <p:sp>
        <p:nvSpPr>
          <p:cNvPr id="408" name="T"/>
          <p:cNvSpPr txBox="1"/>
          <p:nvPr/>
        </p:nvSpPr>
        <p:spPr>
          <a:xfrm>
            <a:off x="1554480" y="5184648"/>
            <a:ext cx="110000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karhutla</a:t>
            </a:r>
            <a:endParaRPr lang="id-ID" sz="750"/>
          </a:p>
        </p:txBody>
      </p:sp>
      <p:sp>
        <p:nvSpPr>
          <p:cNvPr id="409" name="K"/>
          <p:cNvSpPr/>
          <p:nvPr/>
        </p:nvSpPr>
        <p:spPr>
          <a:xfrm>
            <a:off x="2199080" y="5207508"/>
            <a:ext cx="146304" cy="146304"/>
          </a:xfrm>
          <a:prstGeom prst="ellipse">
            <a:avLst/>
          </a:prstGeom>
          <a:solidFill>
            <a:srgbClr val="B08A3E"/>
          </a:solidFill>
          <a:ln>
            <a:noFill/>
          </a:ln>
        </p:spPr>
      </p:sp>
      <p:sp>
        <p:nvSpPr>
          <p:cNvPr id="410" name="T"/>
          <p:cNvSpPr txBox="1"/>
          <p:nvPr/>
        </p:nvSpPr>
        <p:spPr>
          <a:xfrm>
            <a:off x="2400248" y="5184648"/>
            <a:ext cx="110000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kekeringan</a:t>
            </a:r>
            <a:endParaRPr lang="id-ID" sz="750"/>
          </a:p>
        </p:txBody>
      </p:sp>
      <p:sp>
        <p:nvSpPr>
          <p:cNvPr id="411" name="K"/>
          <p:cNvSpPr/>
          <p:nvPr/>
        </p:nvSpPr>
        <p:spPr>
          <a:xfrm>
            <a:off x="3148848" y="5207508"/>
            <a:ext cx="146304" cy="146304"/>
          </a:xfrm>
          <a:prstGeom prst="ellipse">
            <a:avLst/>
          </a:prstGeom>
          <a:solidFill>
            <a:srgbClr val="2F6FB5"/>
          </a:solidFill>
          <a:ln>
            <a:noFill/>
          </a:ln>
        </p:spPr>
      </p:sp>
      <p:sp>
        <p:nvSpPr>
          <p:cNvPr id="412" name="T"/>
          <p:cNvSpPr txBox="1"/>
          <p:nvPr/>
        </p:nvSpPr>
        <p:spPr>
          <a:xfrm>
            <a:off x="3350016" y="5184648"/>
            <a:ext cx="110000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banjir</a:t>
            </a:r>
            <a:endParaRPr lang="id-ID" sz="750"/>
          </a:p>
        </p:txBody>
      </p:sp>
      <p:sp>
        <p:nvSpPr>
          <p:cNvPr id="413" name="K"/>
          <p:cNvSpPr/>
          <p:nvPr/>
        </p:nvSpPr>
        <p:spPr>
          <a:xfrm>
            <a:off x="3890616" y="5207508"/>
            <a:ext cx="146304" cy="146304"/>
          </a:xfrm>
          <a:prstGeom prst="ellipse">
            <a:avLst/>
          </a:prstGeom>
          <a:solidFill>
            <a:srgbClr val="0E7490"/>
          </a:solidFill>
          <a:ln>
            <a:noFill/>
          </a:ln>
        </p:spPr>
      </p:sp>
      <p:sp>
        <p:nvSpPr>
          <p:cNvPr id="414" name="T"/>
          <p:cNvSpPr txBox="1"/>
          <p:nvPr/>
        </p:nvSpPr>
        <p:spPr>
          <a:xfrm>
            <a:off x="4091784" y="5184648"/>
            <a:ext cx="110000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angin kencang</a:t>
            </a:r>
            <a:endParaRPr lang="id-ID" sz="750"/>
          </a:p>
        </p:txBody>
      </p:sp>
      <p:sp>
        <p:nvSpPr>
          <p:cNvPr id="415" name="K"/>
          <p:cNvSpPr/>
          <p:nvPr/>
        </p:nvSpPr>
        <p:spPr>
          <a:xfrm>
            <a:off x="4996384" y="5207508"/>
            <a:ext cx="146304" cy="146304"/>
          </a:xfrm>
          <a:prstGeom prst="ellipse">
            <a:avLst/>
          </a:prstGeom>
          <a:solidFill>
            <a:srgbClr val="C8102E"/>
          </a:solidFill>
          <a:ln>
            <a:noFill/>
          </a:ln>
        </p:spPr>
      </p:sp>
      <p:sp>
        <p:nvSpPr>
          <p:cNvPr id="416" name="T"/>
          <p:cNvSpPr txBox="1"/>
          <p:nvPr/>
        </p:nvSpPr>
        <p:spPr>
          <a:xfrm>
            <a:off x="4996384" y="5207508"/>
            <a:ext cx="146304" cy="14630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750"/>
          </a:p>
        </p:txBody>
      </p:sp>
      <p:sp>
        <p:nvSpPr>
          <p:cNvPr id="417" name="T"/>
          <p:cNvSpPr txBox="1"/>
          <p:nvPr/>
        </p:nvSpPr>
        <p:spPr>
          <a:xfrm>
            <a:off x="5197552" y="5184648"/>
            <a:ext cx="1100000" cy="192024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perlu perhatian</a:t>
            </a:r>
            <a:endParaRPr lang="id-ID" sz="750"/>
          </a:p>
        </p:txBody>
      </p:sp>
      <p:sp>
        <p:nvSpPr>
          <p:cNvPr id="418" name="K"/>
          <p:cNvSpPr/>
          <p:nvPr/>
        </p:nvSpPr>
        <p:spPr>
          <a:xfrm>
            <a:off x="8503920" y="2331720"/>
            <a:ext cx="3139135" cy="301752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419" name="T"/>
          <p:cNvSpPr txBox="1"/>
          <p:nvPr/>
        </p:nvSpPr>
        <p:spPr>
          <a:xfrm>
            <a:off x="8668512" y="2441448"/>
            <a:ext cx="2864815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b="1" spc="100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STATUS PENANGANAN</a:t>
            </a:r>
            <a:endParaRPr lang="id-ID" sz="750"/>
          </a:p>
        </p:txBody>
      </p:sp>
      <p:sp>
        <p:nvSpPr>
          <p:cNvPr id="420" name="K"/>
          <p:cNvSpPr/>
          <p:nvPr/>
        </p:nvSpPr>
        <p:spPr>
          <a:xfrm>
            <a:off x="8668512" y="2697480"/>
            <a:ext cx="488687" cy="201168"/>
          </a:xfrm>
          <a:prstGeom prst="rect">
            <a:avLst/>
          </a:prstGeom>
          <a:solidFill>
            <a:srgbClr val="051C2C"/>
          </a:solidFill>
          <a:ln>
            <a:noFill/>
          </a:ln>
        </p:spPr>
      </p:sp>
      <p:sp>
        <p:nvSpPr>
          <p:cNvPr id="421" name="T"/>
          <p:cNvSpPr txBox="1"/>
          <p:nvPr/>
        </p:nvSpPr>
        <p:spPr>
          <a:xfrm>
            <a:off x="8668512" y="2697480"/>
            <a:ext cx="488687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17%</a:t>
            </a:r>
            <a:endParaRPr lang="id-ID" sz="750"/>
          </a:p>
        </p:txBody>
      </p:sp>
      <p:sp>
        <p:nvSpPr>
          <p:cNvPr id="422" name="K"/>
          <p:cNvSpPr/>
          <p:nvPr/>
        </p:nvSpPr>
        <p:spPr>
          <a:xfrm>
            <a:off x="9157199" y="2697480"/>
            <a:ext cx="2321264" cy="201168"/>
          </a:xfrm>
          <a:prstGeom prst="rect">
            <a:avLst/>
          </a:prstGeom>
          <a:solidFill>
            <a:srgbClr val="D9600B"/>
          </a:solidFill>
          <a:ln>
            <a:noFill/>
          </a:ln>
        </p:spPr>
      </p:sp>
      <p:sp>
        <p:nvSpPr>
          <p:cNvPr id="423" name="T"/>
          <p:cNvSpPr txBox="1"/>
          <p:nvPr/>
        </p:nvSpPr>
        <p:spPr>
          <a:xfrm>
            <a:off x="9157199" y="2697480"/>
            <a:ext cx="2321264" cy="20116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5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83%</a:t>
            </a:r>
            <a:endParaRPr lang="id-ID" sz="750"/>
          </a:p>
        </p:txBody>
      </p:sp>
      <p:sp>
        <p:nvSpPr>
          <p:cNvPr id="424" name="K"/>
          <p:cNvSpPr/>
          <p:nvPr/>
        </p:nvSpPr>
        <p:spPr>
          <a:xfrm>
            <a:off x="8668512" y="2971800"/>
            <a:ext cx="1368400" cy="512064"/>
          </a:xfrm>
          <a:prstGeom prst="roundRect">
            <a:avLst>
              <a:gd name="adj" fmla="val 9000"/>
            </a:avLst>
          </a:prstGeom>
          <a:solidFill>
            <a:srgbClr val="E6EAF0"/>
          </a:solidFill>
          <a:ln>
            <a:noFill/>
          </a:ln>
        </p:spPr>
      </p:sp>
      <p:sp>
        <p:nvSpPr>
          <p:cNvPr id="425" name="K"/>
          <p:cNvSpPr/>
          <p:nvPr/>
        </p:nvSpPr>
        <p:spPr>
          <a:xfrm>
            <a:off x="8778240" y="3063240"/>
            <a:ext cx="329184" cy="329184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426" name="G"/>
          <p:cNvPicPr>
            <a:picLocks noChangeAspect="1"/>
          </p:cNvPicPr>
          <p:nvPr/>
        </p:nvPicPr>
        <p:blipFill>
          <a:blip r:embed="rIdM10"/>
          <a:stretch>
            <a:fillRect/>
          </a:stretch>
        </p:blipFill>
        <p:spPr>
          <a:xfrm>
            <a:off x="8860536" y="3145536"/>
            <a:ext cx="164592" cy="164592"/>
          </a:xfrm>
          <a:prstGeom prst="rect">
            <a:avLst/>
          </a:prstGeom>
        </p:spPr>
      </p:pic>
      <p:sp>
        <p:nvSpPr>
          <p:cNvPr id="427" name="T"/>
          <p:cNvSpPr txBox="1"/>
          <p:nvPr/>
        </p:nvSpPr>
        <p:spPr>
          <a:xfrm>
            <a:off x="9180576" y="2990088"/>
            <a:ext cx="81976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4</a:t>
            </a:r>
            <a:r>
              <a:rPr lang="id-ID" sz="17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  / 23</a:t>
            </a:r>
            <a:endParaRPr lang="id-ID" sz="1700"/>
          </a:p>
        </p:txBody>
      </p:sp>
      <p:sp>
        <p:nvSpPr>
          <p:cNvPr id="428" name="T"/>
          <p:cNvSpPr txBox="1"/>
          <p:nvPr/>
        </p:nvSpPr>
        <p:spPr>
          <a:xfrm>
            <a:off x="9180576" y="3273552"/>
            <a:ext cx="8400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00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selesai</a:t>
            </a:r>
            <a:endParaRPr lang="id-ID" sz="680"/>
          </a:p>
        </p:txBody>
      </p:sp>
      <p:sp>
        <p:nvSpPr>
          <p:cNvPr id="429" name="K"/>
          <p:cNvSpPr/>
          <p:nvPr/>
        </p:nvSpPr>
        <p:spPr>
          <a:xfrm>
            <a:off x="10110064" y="2971800"/>
            <a:ext cx="1368400" cy="512064"/>
          </a:xfrm>
          <a:prstGeom prst="roundRect">
            <a:avLst>
              <a:gd name="adj" fmla="val 9000"/>
            </a:avLst>
          </a:prstGeom>
          <a:solidFill>
            <a:srgbClr val="FBE7D6"/>
          </a:solidFill>
          <a:ln>
            <a:noFill/>
          </a:ln>
        </p:spPr>
      </p:sp>
      <p:sp>
        <p:nvSpPr>
          <p:cNvPr id="430" name="K"/>
          <p:cNvSpPr/>
          <p:nvPr/>
        </p:nvSpPr>
        <p:spPr>
          <a:xfrm>
            <a:off x="10219792" y="3063240"/>
            <a:ext cx="329184" cy="32918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31" name="G"/>
          <p:cNvPicPr>
            <a:picLocks noChangeAspect="1"/>
          </p:cNvPicPr>
          <p:nvPr/>
        </p:nvPicPr>
        <p:blipFill>
          <a:blip r:embed="rIdM11"/>
          <a:stretch>
            <a:fillRect/>
          </a:stretch>
        </p:blipFill>
        <p:spPr>
          <a:xfrm>
            <a:off x="10302088" y="3145536"/>
            <a:ext cx="164592" cy="164592"/>
          </a:xfrm>
          <a:prstGeom prst="rect">
            <a:avLst/>
          </a:prstGeom>
        </p:spPr>
      </p:pic>
      <p:sp>
        <p:nvSpPr>
          <p:cNvPr id="432" name="T"/>
          <p:cNvSpPr txBox="1"/>
          <p:nvPr/>
        </p:nvSpPr>
        <p:spPr>
          <a:xfrm>
            <a:off x="10622128" y="2990088"/>
            <a:ext cx="819760" cy="292608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7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19</a:t>
            </a:r>
            <a:r>
              <a:rPr lang="id-ID" sz="17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  / 23</a:t>
            </a:r>
            <a:endParaRPr lang="id-ID" sz="1700"/>
          </a:p>
        </p:txBody>
      </p:sp>
      <p:sp>
        <p:nvSpPr>
          <p:cNvPr id="433" name="T"/>
          <p:cNvSpPr txBox="1"/>
          <p:nvPr/>
        </p:nvSpPr>
        <p:spPr>
          <a:xfrm>
            <a:off x="10622128" y="3273552"/>
            <a:ext cx="84000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dalam penanganan</a:t>
            </a:r>
            <a:endParaRPr lang="id-ID" sz="680"/>
          </a:p>
        </p:txBody>
      </p:sp>
      <p:cxnSp>
        <p:nvCxnSpPr>
          <p:cNvPr id="434" name="L"/>
          <p:cNvCxnSpPr/>
          <p:nvPr/>
        </p:nvCxnSpPr>
        <p:spPr>
          <a:xfrm>
            <a:off x="8668512" y="3557016"/>
            <a:ext cx="2809951" cy="0"/>
          </a:xfrm>
          <a:prstGeom prst="line">
            <a:avLst/>
          </a:prstGeom>
          <a:ln w="9525">
            <a:solidFill>
              <a:srgbClr val="E5E7EB"/>
            </a:solidFill>
          </a:ln>
        </p:spPr>
      </p:cxnSp>
      <p:sp>
        <p:nvSpPr>
          <p:cNvPr id="435" name="T"/>
          <p:cNvSpPr txBox="1"/>
          <p:nvPr/>
        </p:nvSpPr>
        <p:spPr>
          <a:xfrm>
            <a:off x="8668512" y="3621024"/>
            <a:ext cx="2864815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b="1" spc="100" dirty="0">
                <a:solidFill>
                  <a:srgbClr val="C8102E"/>
                </a:solidFill>
                <a:latin typeface="Roboto"/>
                <a:ea typeface="Roboto"/>
                <a:cs typeface="Roboto"/>
              </a:rPr>
              <a:t>BENCANA DALAM PENANGANAN (19)</a:t>
            </a:r>
            <a:endParaRPr lang="id-ID" sz="750"/>
          </a:p>
        </p:txBody>
      </p:sp>
      <p:sp>
        <p:nvSpPr>
          <p:cNvPr id="436" name="K"/>
          <p:cNvSpPr/>
          <p:nvPr/>
        </p:nvSpPr>
        <p:spPr>
          <a:xfrm>
            <a:off x="8668512" y="3840480"/>
            <a:ext cx="106146" cy="10614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37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88679" y="3860647"/>
            <a:ext cx="65810" cy="65810"/>
          </a:xfrm>
          <a:prstGeom prst="rect">
            <a:avLst/>
          </a:prstGeom>
        </p:spPr>
      </p:pic>
      <p:sp>
        <p:nvSpPr>
          <p:cNvPr id="438" name="K"/>
          <p:cNvSpPr/>
          <p:nvPr/>
        </p:nvSpPr>
        <p:spPr>
          <a:xfrm>
            <a:off x="8742814" y="3819250"/>
            <a:ext cx="58380" cy="58380"/>
          </a:xfrm>
          <a:prstGeom prst="ellipse">
            <a:avLst/>
          </a:prstGeom>
          <a:solidFill>
            <a:srgbClr val="C8102E"/>
          </a:solidFill>
          <a:ln w="6350">
            <a:solidFill>
              <a:srgbClr val="FFFFFF"/>
            </a:solidFill>
          </a:ln>
        </p:spPr>
      </p:sp>
      <p:sp>
        <p:nvSpPr>
          <p:cNvPr id="439" name="T"/>
          <p:cNvSpPr txBox="1"/>
          <p:nvPr/>
        </p:nvSpPr>
        <p:spPr>
          <a:xfrm>
            <a:off x="8742814" y="3819250"/>
            <a:ext cx="58380" cy="583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500"/>
          </a:p>
        </p:txBody>
      </p:sp>
      <p:sp>
        <p:nvSpPr>
          <p:cNvPr id="440" name="T"/>
          <p:cNvSpPr txBox="1"/>
          <p:nvPr/>
        </p:nvSpPr>
        <p:spPr>
          <a:xfrm>
            <a:off x="8869680" y="3811257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Papua Selatan</a:t>
            </a:r>
            <a:endParaRPr lang="id-ID" sz="760"/>
          </a:p>
        </p:txBody>
      </p:sp>
      <p:sp>
        <p:nvSpPr>
          <p:cNvPr id="441" name="K"/>
          <p:cNvSpPr/>
          <p:nvPr/>
        </p:nvSpPr>
        <p:spPr>
          <a:xfrm>
            <a:off x="10470000" y="3840480"/>
            <a:ext cx="1070000" cy="106146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42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520000" y="3857463"/>
            <a:ext cx="72179" cy="72179"/>
          </a:xfrm>
          <a:prstGeom prst="rect">
            <a:avLst/>
          </a:prstGeom>
        </p:spPr>
      </p:pic>
      <p:sp>
        <p:nvSpPr>
          <p:cNvPr id="443" name="T"/>
          <p:cNvSpPr txBox="1"/>
          <p:nvPr/>
        </p:nvSpPr>
        <p:spPr>
          <a:xfrm>
            <a:off x="10650000" y="3840480"/>
            <a:ext cx="26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720"/>
          </a:p>
        </p:txBody>
      </p:sp>
      <p:sp>
        <p:nvSpPr>
          <p:cNvPr id="444" name="T"/>
          <p:cNvSpPr txBox="1"/>
          <p:nvPr/>
        </p:nvSpPr>
        <p:spPr>
          <a:xfrm>
            <a:off x="10800000" y="3840480"/>
            <a:ext cx="38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1.162</a:t>
            </a:r>
            <a:endParaRPr lang="id-ID" sz="720"/>
          </a:p>
        </p:txBody>
      </p:sp>
      <p:sp>
        <p:nvSpPr>
          <p:cNvPr id="445" name="T"/>
          <p:cNvSpPr txBox="1"/>
          <p:nvPr/>
        </p:nvSpPr>
        <p:spPr>
          <a:xfrm>
            <a:off x="11201600" y="3840480"/>
            <a:ext cx="20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720"/>
          </a:p>
        </p:txBody>
      </p:sp>
      <p:cxnSp>
        <p:nvCxnSpPr>
          <p:cNvPr id="446" name="L"/>
          <p:cNvCxnSpPr/>
          <p:nvPr/>
        </p:nvCxnSpPr>
        <p:spPr>
          <a:xfrm>
            <a:off x="8668512" y="3959895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447" name="K"/>
          <p:cNvSpPr/>
          <p:nvPr/>
        </p:nvSpPr>
        <p:spPr>
          <a:xfrm>
            <a:off x="8668512" y="3973163"/>
            <a:ext cx="106146" cy="10614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48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88679" y="3993330"/>
            <a:ext cx="65810" cy="65810"/>
          </a:xfrm>
          <a:prstGeom prst="rect">
            <a:avLst/>
          </a:prstGeom>
        </p:spPr>
      </p:pic>
      <p:sp>
        <p:nvSpPr>
          <p:cNvPr id="449" name="K"/>
          <p:cNvSpPr/>
          <p:nvPr/>
        </p:nvSpPr>
        <p:spPr>
          <a:xfrm>
            <a:off x="8742814" y="3951933"/>
            <a:ext cx="58380" cy="58380"/>
          </a:xfrm>
          <a:prstGeom prst="ellipse">
            <a:avLst/>
          </a:prstGeom>
          <a:solidFill>
            <a:srgbClr val="C8102E"/>
          </a:solidFill>
          <a:ln w="6350">
            <a:solidFill>
              <a:srgbClr val="FFFFFF"/>
            </a:solidFill>
          </a:ln>
        </p:spPr>
      </p:sp>
      <p:sp>
        <p:nvSpPr>
          <p:cNvPr id="450" name="T"/>
          <p:cNvSpPr txBox="1"/>
          <p:nvPr/>
        </p:nvSpPr>
        <p:spPr>
          <a:xfrm>
            <a:off x="8742814" y="3951933"/>
            <a:ext cx="58380" cy="583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500"/>
          </a:p>
        </p:txBody>
      </p:sp>
      <p:sp>
        <p:nvSpPr>
          <p:cNvPr id="451" name="T"/>
          <p:cNvSpPr txBox="1"/>
          <p:nvPr/>
        </p:nvSpPr>
        <p:spPr>
          <a:xfrm>
            <a:off x="8869680" y="3943940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Tengah</a:t>
            </a:r>
            <a:endParaRPr lang="id-ID" sz="760"/>
          </a:p>
        </p:txBody>
      </p:sp>
      <p:sp>
        <p:nvSpPr>
          <p:cNvPr id="452" name="K"/>
          <p:cNvSpPr/>
          <p:nvPr/>
        </p:nvSpPr>
        <p:spPr>
          <a:xfrm>
            <a:off x="10470000" y="3973163"/>
            <a:ext cx="1070000" cy="106146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53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520000" y="3990146"/>
            <a:ext cx="72179" cy="72179"/>
          </a:xfrm>
          <a:prstGeom prst="rect">
            <a:avLst/>
          </a:prstGeom>
        </p:spPr>
      </p:pic>
      <p:sp>
        <p:nvSpPr>
          <p:cNvPr id="454" name="T"/>
          <p:cNvSpPr txBox="1"/>
          <p:nvPr/>
        </p:nvSpPr>
        <p:spPr>
          <a:xfrm>
            <a:off x="10650000" y="3973163"/>
            <a:ext cx="26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720"/>
          </a:p>
        </p:txBody>
      </p:sp>
      <p:sp>
        <p:nvSpPr>
          <p:cNvPr id="455" name="T"/>
          <p:cNvSpPr txBox="1"/>
          <p:nvPr/>
        </p:nvSpPr>
        <p:spPr>
          <a:xfrm>
            <a:off x="10800000" y="3973163"/>
            <a:ext cx="38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1.140</a:t>
            </a:r>
            <a:endParaRPr lang="id-ID" sz="720"/>
          </a:p>
        </p:txBody>
      </p:sp>
      <p:sp>
        <p:nvSpPr>
          <p:cNvPr id="456" name="T"/>
          <p:cNvSpPr txBox="1"/>
          <p:nvPr/>
        </p:nvSpPr>
        <p:spPr>
          <a:xfrm>
            <a:off x="11201600" y="3973163"/>
            <a:ext cx="20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720"/>
          </a:p>
        </p:txBody>
      </p:sp>
      <p:cxnSp>
        <p:nvCxnSpPr>
          <p:cNvPr id="457" name="L"/>
          <p:cNvCxnSpPr/>
          <p:nvPr/>
        </p:nvCxnSpPr>
        <p:spPr>
          <a:xfrm>
            <a:off x="8668512" y="4092578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458" name="K"/>
          <p:cNvSpPr/>
          <p:nvPr/>
        </p:nvSpPr>
        <p:spPr>
          <a:xfrm>
            <a:off x="8668512" y="4105846"/>
            <a:ext cx="106146" cy="10614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59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88679" y="4126013"/>
            <a:ext cx="65810" cy="65810"/>
          </a:xfrm>
          <a:prstGeom prst="rect">
            <a:avLst/>
          </a:prstGeom>
        </p:spPr>
      </p:pic>
      <p:sp>
        <p:nvSpPr>
          <p:cNvPr id="460" name="K"/>
          <p:cNvSpPr/>
          <p:nvPr/>
        </p:nvSpPr>
        <p:spPr>
          <a:xfrm>
            <a:off x="8742814" y="4084616"/>
            <a:ext cx="58380" cy="58380"/>
          </a:xfrm>
          <a:prstGeom prst="ellipse">
            <a:avLst/>
          </a:prstGeom>
          <a:solidFill>
            <a:srgbClr val="C8102E"/>
          </a:solidFill>
          <a:ln w="6350">
            <a:solidFill>
              <a:srgbClr val="FFFFFF"/>
            </a:solidFill>
          </a:ln>
        </p:spPr>
      </p:sp>
      <p:sp>
        <p:nvSpPr>
          <p:cNvPr id="461" name="T"/>
          <p:cNvSpPr txBox="1"/>
          <p:nvPr/>
        </p:nvSpPr>
        <p:spPr>
          <a:xfrm>
            <a:off x="8742814" y="4084616"/>
            <a:ext cx="58380" cy="583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500"/>
          </a:p>
        </p:txBody>
      </p:sp>
      <p:sp>
        <p:nvSpPr>
          <p:cNvPr id="462" name="T"/>
          <p:cNvSpPr txBox="1"/>
          <p:nvPr/>
        </p:nvSpPr>
        <p:spPr>
          <a:xfrm>
            <a:off x="8869680" y="4076623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Barat</a:t>
            </a:r>
            <a:endParaRPr lang="id-ID" sz="760"/>
          </a:p>
        </p:txBody>
      </p:sp>
      <p:sp>
        <p:nvSpPr>
          <p:cNvPr id="463" name="K"/>
          <p:cNvSpPr/>
          <p:nvPr/>
        </p:nvSpPr>
        <p:spPr>
          <a:xfrm>
            <a:off x="10470000" y="4105846"/>
            <a:ext cx="1070000" cy="106146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64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520000" y="4122829"/>
            <a:ext cx="72179" cy="72179"/>
          </a:xfrm>
          <a:prstGeom prst="rect">
            <a:avLst/>
          </a:prstGeom>
        </p:spPr>
      </p:pic>
      <p:sp>
        <p:nvSpPr>
          <p:cNvPr id="465" name="T"/>
          <p:cNvSpPr txBox="1"/>
          <p:nvPr/>
        </p:nvSpPr>
        <p:spPr>
          <a:xfrm>
            <a:off x="10650000" y="4105846"/>
            <a:ext cx="26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720"/>
          </a:p>
        </p:txBody>
      </p:sp>
      <p:sp>
        <p:nvSpPr>
          <p:cNvPr id="466" name="T"/>
          <p:cNvSpPr txBox="1"/>
          <p:nvPr/>
        </p:nvSpPr>
        <p:spPr>
          <a:xfrm>
            <a:off x="10800000" y="4105846"/>
            <a:ext cx="38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391</a:t>
            </a:r>
            <a:endParaRPr lang="id-ID" sz="720"/>
          </a:p>
        </p:txBody>
      </p:sp>
      <p:sp>
        <p:nvSpPr>
          <p:cNvPr id="467" name="T"/>
          <p:cNvSpPr txBox="1"/>
          <p:nvPr/>
        </p:nvSpPr>
        <p:spPr>
          <a:xfrm>
            <a:off x="11201600" y="4105846"/>
            <a:ext cx="20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720"/>
          </a:p>
        </p:txBody>
      </p:sp>
      <p:cxnSp>
        <p:nvCxnSpPr>
          <p:cNvPr id="468" name="L"/>
          <p:cNvCxnSpPr/>
          <p:nvPr/>
        </p:nvCxnSpPr>
        <p:spPr>
          <a:xfrm>
            <a:off x="8668512" y="4225261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469" name="K"/>
          <p:cNvSpPr/>
          <p:nvPr/>
        </p:nvSpPr>
        <p:spPr>
          <a:xfrm>
            <a:off x="8668512" y="4238529"/>
            <a:ext cx="106146" cy="10614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70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88679" y="4258696"/>
            <a:ext cx="65810" cy="65810"/>
          </a:xfrm>
          <a:prstGeom prst="rect">
            <a:avLst/>
          </a:prstGeom>
        </p:spPr>
      </p:pic>
      <p:sp>
        <p:nvSpPr>
          <p:cNvPr id="471" name="K"/>
          <p:cNvSpPr/>
          <p:nvPr/>
        </p:nvSpPr>
        <p:spPr>
          <a:xfrm>
            <a:off x="8742814" y="4217299"/>
            <a:ext cx="58380" cy="58380"/>
          </a:xfrm>
          <a:prstGeom prst="ellipse">
            <a:avLst/>
          </a:prstGeom>
          <a:solidFill>
            <a:srgbClr val="C8102E"/>
          </a:solidFill>
          <a:ln w="6350">
            <a:solidFill>
              <a:srgbClr val="FFFFFF"/>
            </a:solidFill>
          </a:ln>
        </p:spPr>
      </p:sp>
      <p:sp>
        <p:nvSpPr>
          <p:cNvPr id="472" name="T"/>
          <p:cNvSpPr txBox="1"/>
          <p:nvPr/>
        </p:nvSpPr>
        <p:spPr>
          <a:xfrm>
            <a:off x="8742814" y="4217299"/>
            <a:ext cx="58380" cy="583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500"/>
          </a:p>
        </p:txBody>
      </p:sp>
      <p:sp>
        <p:nvSpPr>
          <p:cNvPr id="473" name="T"/>
          <p:cNvSpPr txBox="1"/>
          <p:nvPr/>
        </p:nvSpPr>
        <p:spPr>
          <a:xfrm>
            <a:off x="8869680" y="4209306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Timur</a:t>
            </a:r>
            <a:endParaRPr lang="id-ID" sz="760"/>
          </a:p>
        </p:txBody>
      </p:sp>
      <p:sp>
        <p:nvSpPr>
          <p:cNvPr id="474" name="K"/>
          <p:cNvSpPr/>
          <p:nvPr/>
        </p:nvSpPr>
        <p:spPr>
          <a:xfrm>
            <a:off x="10470000" y="4238529"/>
            <a:ext cx="1070000" cy="106146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75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520000" y="4255512"/>
            <a:ext cx="72179" cy="72179"/>
          </a:xfrm>
          <a:prstGeom prst="rect">
            <a:avLst/>
          </a:prstGeom>
        </p:spPr>
      </p:pic>
      <p:sp>
        <p:nvSpPr>
          <p:cNvPr id="476" name="T"/>
          <p:cNvSpPr txBox="1"/>
          <p:nvPr/>
        </p:nvSpPr>
        <p:spPr>
          <a:xfrm>
            <a:off x="10650000" y="4238529"/>
            <a:ext cx="26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720"/>
          </a:p>
        </p:txBody>
      </p:sp>
      <p:sp>
        <p:nvSpPr>
          <p:cNvPr id="477" name="T"/>
          <p:cNvSpPr txBox="1"/>
          <p:nvPr/>
        </p:nvSpPr>
        <p:spPr>
          <a:xfrm>
            <a:off x="10800000" y="4238529"/>
            <a:ext cx="38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244</a:t>
            </a:r>
            <a:endParaRPr lang="id-ID" sz="720"/>
          </a:p>
        </p:txBody>
      </p:sp>
      <p:sp>
        <p:nvSpPr>
          <p:cNvPr id="478" name="T"/>
          <p:cNvSpPr txBox="1"/>
          <p:nvPr/>
        </p:nvSpPr>
        <p:spPr>
          <a:xfrm>
            <a:off x="11201600" y="4238529"/>
            <a:ext cx="20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720"/>
          </a:p>
        </p:txBody>
      </p:sp>
      <p:cxnSp>
        <p:nvCxnSpPr>
          <p:cNvPr id="479" name="L"/>
          <p:cNvCxnSpPr/>
          <p:nvPr/>
        </p:nvCxnSpPr>
        <p:spPr>
          <a:xfrm>
            <a:off x="8668512" y="4357944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480" name="K"/>
          <p:cNvSpPr/>
          <p:nvPr/>
        </p:nvSpPr>
        <p:spPr>
          <a:xfrm>
            <a:off x="8668512" y="4371212"/>
            <a:ext cx="106146" cy="10614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81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88679" y="4391379"/>
            <a:ext cx="65810" cy="65810"/>
          </a:xfrm>
          <a:prstGeom prst="rect">
            <a:avLst/>
          </a:prstGeom>
        </p:spPr>
      </p:pic>
      <p:sp>
        <p:nvSpPr>
          <p:cNvPr id="482" name="K"/>
          <p:cNvSpPr/>
          <p:nvPr/>
        </p:nvSpPr>
        <p:spPr>
          <a:xfrm>
            <a:off x="8742814" y="4349982"/>
            <a:ext cx="58380" cy="58380"/>
          </a:xfrm>
          <a:prstGeom prst="ellipse">
            <a:avLst/>
          </a:prstGeom>
          <a:solidFill>
            <a:srgbClr val="C8102E"/>
          </a:solidFill>
          <a:ln w="6350">
            <a:solidFill>
              <a:srgbClr val="FFFFFF"/>
            </a:solidFill>
          </a:ln>
        </p:spPr>
      </p:sp>
      <p:sp>
        <p:nvSpPr>
          <p:cNvPr id="483" name="T"/>
          <p:cNvSpPr txBox="1"/>
          <p:nvPr/>
        </p:nvSpPr>
        <p:spPr>
          <a:xfrm>
            <a:off x="8742814" y="4349982"/>
            <a:ext cx="58380" cy="583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FFFFFF"/>
                </a:solidFill>
                <a:latin typeface="Roboto"/>
                <a:ea typeface="Roboto"/>
                <a:cs typeface="Roboto"/>
              </a:rPr>
              <a:t>!</a:t>
            </a:r>
            <a:endParaRPr lang="id-ID" sz="500"/>
          </a:p>
        </p:txBody>
      </p:sp>
      <p:sp>
        <p:nvSpPr>
          <p:cNvPr id="484" name="T"/>
          <p:cNvSpPr txBox="1"/>
          <p:nvPr/>
        </p:nvSpPr>
        <p:spPr>
          <a:xfrm>
            <a:off x="8869680" y="4341989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Selatan</a:t>
            </a:r>
            <a:endParaRPr lang="id-ID" sz="760"/>
          </a:p>
        </p:txBody>
      </p:sp>
      <p:sp>
        <p:nvSpPr>
          <p:cNvPr id="485" name="K"/>
          <p:cNvSpPr/>
          <p:nvPr/>
        </p:nvSpPr>
        <p:spPr>
          <a:xfrm>
            <a:off x="10470000" y="4371212"/>
            <a:ext cx="1070000" cy="106146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86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520000" y="4388195"/>
            <a:ext cx="72179" cy="72179"/>
          </a:xfrm>
          <a:prstGeom prst="rect">
            <a:avLst/>
          </a:prstGeom>
        </p:spPr>
      </p:pic>
      <p:sp>
        <p:nvSpPr>
          <p:cNvPr id="487" name="T"/>
          <p:cNvSpPr txBox="1"/>
          <p:nvPr/>
        </p:nvSpPr>
        <p:spPr>
          <a:xfrm>
            <a:off x="10650000" y="4371212"/>
            <a:ext cx="26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720"/>
          </a:p>
        </p:txBody>
      </p:sp>
      <p:sp>
        <p:nvSpPr>
          <p:cNvPr id="488" name="T"/>
          <p:cNvSpPr txBox="1"/>
          <p:nvPr/>
        </p:nvSpPr>
        <p:spPr>
          <a:xfrm>
            <a:off x="10800000" y="4371212"/>
            <a:ext cx="38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118</a:t>
            </a:r>
            <a:endParaRPr lang="id-ID" sz="720"/>
          </a:p>
        </p:txBody>
      </p:sp>
      <p:sp>
        <p:nvSpPr>
          <p:cNvPr id="489" name="T"/>
          <p:cNvSpPr txBox="1"/>
          <p:nvPr/>
        </p:nvSpPr>
        <p:spPr>
          <a:xfrm>
            <a:off x="11201600" y="4371212"/>
            <a:ext cx="20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720"/>
          </a:p>
        </p:txBody>
      </p:sp>
      <p:cxnSp>
        <p:nvCxnSpPr>
          <p:cNvPr id="490" name="L"/>
          <p:cNvCxnSpPr/>
          <p:nvPr/>
        </p:nvCxnSpPr>
        <p:spPr>
          <a:xfrm>
            <a:off x="8668512" y="4490627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491" name="K"/>
          <p:cNvSpPr/>
          <p:nvPr/>
        </p:nvSpPr>
        <p:spPr>
          <a:xfrm>
            <a:off x="8668512" y="4503895"/>
            <a:ext cx="106146" cy="10614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92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88679" y="4524062"/>
            <a:ext cx="65810" cy="65810"/>
          </a:xfrm>
          <a:prstGeom prst="rect">
            <a:avLst/>
          </a:prstGeom>
        </p:spPr>
      </p:pic>
      <p:sp>
        <p:nvSpPr>
          <p:cNvPr id="493" name="T"/>
          <p:cNvSpPr txBox="1"/>
          <p:nvPr/>
        </p:nvSpPr>
        <p:spPr>
          <a:xfrm>
            <a:off x="8869680" y="4474672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Tenggara</a:t>
            </a:r>
            <a:endParaRPr lang="id-ID" sz="760"/>
          </a:p>
        </p:txBody>
      </p:sp>
      <p:sp>
        <p:nvSpPr>
          <p:cNvPr id="494" name="K"/>
          <p:cNvSpPr/>
          <p:nvPr/>
        </p:nvSpPr>
        <p:spPr>
          <a:xfrm>
            <a:off x="10470000" y="4503895"/>
            <a:ext cx="1070000" cy="106146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95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520000" y="4520878"/>
            <a:ext cx="72179" cy="72179"/>
          </a:xfrm>
          <a:prstGeom prst="rect">
            <a:avLst/>
          </a:prstGeom>
        </p:spPr>
      </p:pic>
      <p:sp>
        <p:nvSpPr>
          <p:cNvPr id="496" name="T"/>
          <p:cNvSpPr txBox="1"/>
          <p:nvPr/>
        </p:nvSpPr>
        <p:spPr>
          <a:xfrm>
            <a:off x="10650000" y="4503895"/>
            <a:ext cx="26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720"/>
          </a:p>
        </p:txBody>
      </p:sp>
      <p:sp>
        <p:nvSpPr>
          <p:cNvPr id="497" name="T"/>
          <p:cNvSpPr txBox="1"/>
          <p:nvPr/>
        </p:nvSpPr>
        <p:spPr>
          <a:xfrm>
            <a:off x="10800000" y="4503895"/>
            <a:ext cx="38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95</a:t>
            </a:r>
            <a:endParaRPr lang="id-ID" sz="720"/>
          </a:p>
        </p:txBody>
      </p:sp>
      <p:sp>
        <p:nvSpPr>
          <p:cNvPr id="498" name="T"/>
          <p:cNvSpPr txBox="1"/>
          <p:nvPr/>
        </p:nvSpPr>
        <p:spPr>
          <a:xfrm>
            <a:off x="11201600" y="4503895"/>
            <a:ext cx="20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720"/>
          </a:p>
        </p:txBody>
      </p:sp>
      <p:cxnSp>
        <p:nvCxnSpPr>
          <p:cNvPr id="499" name="L"/>
          <p:cNvCxnSpPr/>
          <p:nvPr/>
        </p:nvCxnSpPr>
        <p:spPr>
          <a:xfrm>
            <a:off x="8668512" y="4623310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500" name="K"/>
          <p:cNvSpPr/>
          <p:nvPr/>
        </p:nvSpPr>
        <p:spPr>
          <a:xfrm>
            <a:off x="8668512" y="4636578"/>
            <a:ext cx="106146" cy="10614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01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88679" y="4656745"/>
            <a:ext cx="65810" cy="65810"/>
          </a:xfrm>
          <a:prstGeom prst="rect">
            <a:avLst/>
          </a:prstGeom>
        </p:spPr>
      </p:pic>
      <p:sp>
        <p:nvSpPr>
          <p:cNvPr id="502" name="T"/>
          <p:cNvSpPr txBox="1"/>
          <p:nvPr/>
        </p:nvSpPr>
        <p:spPr>
          <a:xfrm>
            <a:off x="8869680" y="4607355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Selatan</a:t>
            </a:r>
            <a:endParaRPr lang="id-ID" sz="760"/>
          </a:p>
        </p:txBody>
      </p:sp>
      <p:sp>
        <p:nvSpPr>
          <p:cNvPr id="503" name="K"/>
          <p:cNvSpPr/>
          <p:nvPr/>
        </p:nvSpPr>
        <p:spPr>
          <a:xfrm>
            <a:off x="10470000" y="4636578"/>
            <a:ext cx="1070000" cy="106146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504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520000" y="4653561"/>
            <a:ext cx="72179" cy="72179"/>
          </a:xfrm>
          <a:prstGeom prst="rect">
            <a:avLst/>
          </a:prstGeom>
        </p:spPr>
      </p:pic>
      <p:sp>
        <p:nvSpPr>
          <p:cNvPr id="505" name="T"/>
          <p:cNvSpPr txBox="1"/>
          <p:nvPr/>
        </p:nvSpPr>
        <p:spPr>
          <a:xfrm>
            <a:off x="10650000" y="4636578"/>
            <a:ext cx="26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720"/>
          </a:p>
        </p:txBody>
      </p:sp>
      <p:sp>
        <p:nvSpPr>
          <p:cNvPr id="506" name="T"/>
          <p:cNvSpPr txBox="1"/>
          <p:nvPr/>
        </p:nvSpPr>
        <p:spPr>
          <a:xfrm>
            <a:off x="10800000" y="4636578"/>
            <a:ext cx="38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35</a:t>
            </a:r>
            <a:endParaRPr lang="id-ID" sz="720"/>
          </a:p>
        </p:txBody>
      </p:sp>
      <p:sp>
        <p:nvSpPr>
          <p:cNvPr id="507" name="T"/>
          <p:cNvSpPr txBox="1"/>
          <p:nvPr/>
        </p:nvSpPr>
        <p:spPr>
          <a:xfrm>
            <a:off x="11201600" y="4636578"/>
            <a:ext cx="20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720"/>
          </a:p>
        </p:txBody>
      </p:sp>
      <p:cxnSp>
        <p:nvCxnSpPr>
          <p:cNvPr id="508" name="L"/>
          <p:cNvCxnSpPr/>
          <p:nvPr/>
        </p:nvCxnSpPr>
        <p:spPr>
          <a:xfrm>
            <a:off x="8668512" y="4755993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509" name="K"/>
          <p:cNvSpPr/>
          <p:nvPr/>
        </p:nvSpPr>
        <p:spPr>
          <a:xfrm>
            <a:off x="8668512" y="4769261"/>
            <a:ext cx="106146" cy="106146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10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8688679" y="4789428"/>
            <a:ext cx="65810" cy="65810"/>
          </a:xfrm>
          <a:prstGeom prst="rect">
            <a:avLst/>
          </a:prstGeom>
        </p:spPr>
      </p:pic>
      <p:sp>
        <p:nvSpPr>
          <p:cNvPr id="511" name="T"/>
          <p:cNvSpPr txBox="1"/>
          <p:nvPr/>
        </p:nvSpPr>
        <p:spPr>
          <a:xfrm>
            <a:off x="8869680" y="4740038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Sumatera Selatan</a:t>
            </a:r>
            <a:endParaRPr lang="id-ID" sz="760"/>
          </a:p>
        </p:txBody>
      </p:sp>
      <p:sp>
        <p:nvSpPr>
          <p:cNvPr id="512" name="K"/>
          <p:cNvSpPr/>
          <p:nvPr/>
        </p:nvSpPr>
        <p:spPr>
          <a:xfrm>
            <a:off x="10470000" y="4769261"/>
            <a:ext cx="1070000" cy="106146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513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10520000" y="4786244"/>
            <a:ext cx="72179" cy="72179"/>
          </a:xfrm>
          <a:prstGeom prst="rect">
            <a:avLst/>
          </a:prstGeom>
        </p:spPr>
      </p:pic>
      <p:sp>
        <p:nvSpPr>
          <p:cNvPr id="514" name="T"/>
          <p:cNvSpPr txBox="1"/>
          <p:nvPr/>
        </p:nvSpPr>
        <p:spPr>
          <a:xfrm>
            <a:off x="10650000" y="4769261"/>
            <a:ext cx="26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720"/>
          </a:p>
        </p:txBody>
      </p:sp>
      <p:sp>
        <p:nvSpPr>
          <p:cNvPr id="515" name="T"/>
          <p:cNvSpPr txBox="1"/>
          <p:nvPr/>
        </p:nvSpPr>
        <p:spPr>
          <a:xfrm>
            <a:off x="10800000" y="4769261"/>
            <a:ext cx="38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23</a:t>
            </a:r>
            <a:endParaRPr lang="id-ID" sz="720"/>
          </a:p>
        </p:txBody>
      </p:sp>
      <p:sp>
        <p:nvSpPr>
          <p:cNvPr id="516" name="T"/>
          <p:cNvSpPr txBox="1"/>
          <p:nvPr/>
        </p:nvSpPr>
        <p:spPr>
          <a:xfrm>
            <a:off x="11201600" y="4769261"/>
            <a:ext cx="20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720"/>
          </a:p>
        </p:txBody>
      </p:sp>
      <p:cxnSp>
        <p:nvCxnSpPr>
          <p:cNvPr id="517" name="L"/>
          <p:cNvCxnSpPr/>
          <p:nvPr/>
        </p:nvCxnSpPr>
        <p:spPr>
          <a:xfrm>
            <a:off x="8668512" y="4888676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518" name="K"/>
          <p:cNvSpPr/>
          <p:nvPr/>
        </p:nvSpPr>
        <p:spPr>
          <a:xfrm>
            <a:off x="8668512" y="4901944"/>
            <a:ext cx="106146" cy="106146"/>
          </a:xfrm>
          <a:prstGeom prst="ellipse">
            <a:avLst/>
          </a:prstGeom>
          <a:solidFill>
            <a:srgbClr val="B08A3E"/>
          </a:solidFill>
          <a:ln>
            <a:noFill/>
          </a:ln>
        </p:spPr>
      </p:sp>
      <p:pic>
        <p:nvPicPr>
          <p:cNvPr id="519" name="G"/>
          <p:cNvPicPr>
            <a:picLocks noChangeAspect="1"/>
          </p:cNvPicPr>
          <p:nvPr/>
        </p:nvPicPr>
        <p:blipFill>
          <a:blip r:embed="rIdM14"/>
          <a:stretch>
            <a:fillRect/>
          </a:stretch>
        </p:blipFill>
        <p:spPr>
          <a:xfrm>
            <a:off x="8688679" y="4922111"/>
            <a:ext cx="65810" cy="65810"/>
          </a:xfrm>
          <a:prstGeom prst="rect">
            <a:avLst/>
          </a:prstGeom>
        </p:spPr>
      </p:pic>
      <p:sp>
        <p:nvSpPr>
          <p:cNvPr id="520" name="T"/>
          <p:cNvSpPr txBox="1"/>
          <p:nvPr/>
        </p:nvSpPr>
        <p:spPr>
          <a:xfrm>
            <a:off x="8869680" y="4872721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Kekeringan</a:t>
            </a:r>
            <a:r>
              <a:rPr lang="id-ID" sz="76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, 9 kab/kota di 6 provinsi</a:t>
            </a:r>
            <a:endParaRPr lang="id-ID" sz="760"/>
          </a:p>
        </p:txBody>
      </p:sp>
      <p:sp>
        <p:nvSpPr>
          <p:cNvPr id="521" name="K"/>
          <p:cNvSpPr/>
          <p:nvPr/>
        </p:nvSpPr>
        <p:spPr>
          <a:xfrm>
            <a:off x="10470000" y="4901944"/>
            <a:ext cx="1070000" cy="106146"/>
          </a:xfrm>
          <a:prstGeom prst="roundRect">
            <a:avLst>
              <a:gd name="adj" fmla="val 50000"/>
            </a:avLst>
          </a:prstGeom>
          <a:solidFill>
            <a:srgbClr val="F4ECDC"/>
          </a:solidFill>
          <a:ln>
            <a:noFill/>
          </a:ln>
        </p:spPr>
      </p:sp>
      <p:pic>
        <p:nvPicPr>
          <p:cNvPr id="522" name="G"/>
          <p:cNvPicPr>
            <a:picLocks noChangeAspect="1"/>
          </p:cNvPicPr>
          <p:nvPr/>
        </p:nvPicPr>
        <p:blipFill>
          <a:blip r:embed="rIdM15"/>
          <a:stretch>
            <a:fillRect/>
          </a:stretch>
        </p:blipFill>
        <p:spPr>
          <a:xfrm>
            <a:off x="10520000" y="4918927"/>
            <a:ext cx="72179" cy="72179"/>
          </a:xfrm>
          <a:prstGeom prst="rect">
            <a:avLst/>
          </a:prstGeom>
        </p:spPr>
      </p:pic>
      <p:sp>
        <p:nvSpPr>
          <p:cNvPr id="523" name="T"/>
          <p:cNvSpPr txBox="1"/>
          <p:nvPr/>
        </p:nvSpPr>
        <p:spPr>
          <a:xfrm>
            <a:off x="10680000" y="4901944"/>
            <a:ext cx="50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8A6A2E"/>
                </a:solidFill>
                <a:latin typeface="Roboto"/>
                <a:ea typeface="Roboto"/>
                <a:cs typeface="Roboto"/>
              </a:rPr>
              <a:t>77.555</a:t>
            </a:r>
            <a:endParaRPr lang="id-ID" sz="720"/>
          </a:p>
        </p:txBody>
      </p:sp>
      <p:sp>
        <p:nvSpPr>
          <p:cNvPr id="524" name="T"/>
          <p:cNvSpPr txBox="1"/>
          <p:nvPr/>
        </p:nvSpPr>
        <p:spPr>
          <a:xfrm>
            <a:off x="11201600" y="4901944"/>
            <a:ext cx="30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8A6A2E"/>
                </a:solidFill>
                <a:latin typeface="Roboto"/>
                <a:ea typeface="Roboto"/>
                <a:cs typeface="Roboto"/>
              </a:rPr>
              <a:t>KK</a:t>
            </a:r>
            <a:endParaRPr lang="id-ID" sz="720"/>
          </a:p>
        </p:txBody>
      </p:sp>
      <p:cxnSp>
        <p:nvCxnSpPr>
          <p:cNvPr id="525" name="L"/>
          <p:cNvCxnSpPr/>
          <p:nvPr/>
        </p:nvCxnSpPr>
        <p:spPr>
          <a:xfrm>
            <a:off x="8668512" y="5021359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526" name="K"/>
          <p:cNvSpPr/>
          <p:nvPr/>
        </p:nvSpPr>
        <p:spPr>
          <a:xfrm>
            <a:off x="8668512" y="5034627"/>
            <a:ext cx="106146" cy="106146"/>
          </a:xfrm>
          <a:prstGeom prst="ellipse">
            <a:avLst/>
          </a:prstGeom>
          <a:solidFill>
            <a:srgbClr val="2F6FB5"/>
          </a:solidFill>
          <a:ln>
            <a:noFill/>
          </a:ln>
        </p:spPr>
      </p:sp>
      <p:pic>
        <p:nvPicPr>
          <p:cNvPr id="527" name="G"/>
          <p:cNvPicPr>
            <a:picLocks noChangeAspect="1"/>
          </p:cNvPicPr>
          <p:nvPr/>
        </p:nvPicPr>
        <p:blipFill>
          <a:blip r:embed="rIdM16"/>
          <a:stretch>
            <a:fillRect/>
          </a:stretch>
        </p:blipFill>
        <p:spPr>
          <a:xfrm>
            <a:off x="8688679" y="5054794"/>
            <a:ext cx="65810" cy="65810"/>
          </a:xfrm>
          <a:prstGeom prst="rect">
            <a:avLst/>
          </a:prstGeom>
        </p:spPr>
      </p:pic>
      <p:sp>
        <p:nvSpPr>
          <p:cNvPr id="528" name="T"/>
          <p:cNvSpPr txBox="1"/>
          <p:nvPr/>
        </p:nvSpPr>
        <p:spPr>
          <a:xfrm>
            <a:off x="8869680" y="5005404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Aceh</a:t>
            </a:r>
            <a:r>
              <a:rPr lang="id-ID" sz="76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, Subulussalam</a:t>
            </a:r>
            <a:endParaRPr lang="id-ID" sz="760"/>
          </a:p>
        </p:txBody>
      </p:sp>
      <p:sp>
        <p:nvSpPr>
          <p:cNvPr id="529" name="K"/>
          <p:cNvSpPr/>
          <p:nvPr/>
        </p:nvSpPr>
        <p:spPr>
          <a:xfrm>
            <a:off x="10470000" y="5034627"/>
            <a:ext cx="1070000" cy="106146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>
            <a:noFill/>
          </a:ln>
        </p:spPr>
      </p:sp>
      <p:pic>
        <p:nvPicPr>
          <p:cNvPr id="530" name="G"/>
          <p:cNvPicPr>
            <a:picLocks noChangeAspect="1"/>
          </p:cNvPicPr>
          <p:nvPr/>
        </p:nvPicPr>
        <p:blipFill>
          <a:blip r:embed="rIdM17"/>
          <a:stretch>
            <a:fillRect/>
          </a:stretch>
        </p:blipFill>
        <p:spPr>
          <a:xfrm>
            <a:off x="10520000" y="5051610"/>
            <a:ext cx="72179" cy="72179"/>
          </a:xfrm>
          <a:prstGeom prst="rect">
            <a:avLst/>
          </a:prstGeom>
        </p:spPr>
      </p:pic>
      <p:sp>
        <p:nvSpPr>
          <p:cNvPr id="531" name="T"/>
          <p:cNvSpPr txBox="1"/>
          <p:nvPr/>
        </p:nvSpPr>
        <p:spPr>
          <a:xfrm>
            <a:off x="10680000" y="5034627"/>
            <a:ext cx="50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2F6FB5"/>
                </a:solidFill>
                <a:latin typeface="Roboto"/>
                <a:ea typeface="Roboto"/>
                <a:cs typeface="Roboto"/>
              </a:rPr>
              <a:t>342</a:t>
            </a:r>
            <a:endParaRPr lang="id-ID" sz="720"/>
          </a:p>
        </p:txBody>
      </p:sp>
      <p:sp>
        <p:nvSpPr>
          <p:cNvPr id="532" name="T"/>
          <p:cNvSpPr txBox="1"/>
          <p:nvPr/>
        </p:nvSpPr>
        <p:spPr>
          <a:xfrm>
            <a:off x="11201600" y="5034627"/>
            <a:ext cx="30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2F6FB5"/>
                </a:solidFill>
                <a:latin typeface="Roboto"/>
                <a:ea typeface="Roboto"/>
                <a:cs typeface="Roboto"/>
              </a:rPr>
              <a:t>KK</a:t>
            </a:r>
            <a:endParaRPr lang="id-ID" sz="720"/>
          </a:p>
        </p:txBody>
      </p:sp>
      <p:cxnSp>
        <p:nvCxnSpPr>
          <p:cNvPr id="533" name="L"/>
          <p:cNvCxnSpPr/>
          <p:nvPr/>
        </p:nvCxnSpPr>
        <p:spPr>
          <a:xfrm>
            <a:off x="8668512" y="5154042"/>
            <a:ext cx="2809951" cy="0"/>
          </a:xfrm>
          <a:prstGeom prst="line">
            <a:avLst/>
          </a:prstGeom>
          <a:ln w="9525">
            <a:solidFill>
              <a:srgbClr val="F1F2F4"/>
            </a:solidFill>
          </a:ln>
        </p:spPr>
      </p:cxnSp>
      <p:sp>
        <p:nvSpPr>
          <p:cNvPr id="534" name="K"/>
          <p:cNvSpPr/>
          <p:nvPr/>
        </p:nvSpPr>
        <p:spPr>
          <a:xfrm>
            <a:off x="8668512" y="5167310"/>
            <a:ext cx="106146" cy="106146"/>
          </a:xfrm>
          <a:prstGeom prst="ellipse">
            <a:avLst/>
          </a:prstGeom>
          <a:solidFill>
            <a:srgbClr val="0E7490"/>
          </a:solidFill>
          <a:ln>
            <a:noFill/>
          </a:ln>
        </p:spPr>
      </p:sp>
      <p:pic>
        <p:nvPicPr>
          <p:cNvPr id="535" name="G"/>
          <p:cNvPicPr>
            <a:picLocks noChangeAspect="1"/>
          </p:cNvPicPr>
          <p:nvPr/>
        </p:nvPicPr>
        <p:blipFill>
          <a:blip r:embed="rIdM18"/>
          <a:stretch>
            <a:fillRect/>
          </a:stretch>
        </p:blipFill>
        <p:spPr>
          <a:xfrm>
            <a:off x="8688679" y="5187477"/>
            <a:ext cx="65810" cy="65810"/>
          </a:xfrm>
          <a:prstGeom prst="rect">
            <a:avLst/>
          </a:prstGeom>
        </p:spPr>
      </p:pic>
      <p:sp>
        <p:nvSpPr>
          <p:cNvPr id="536" name="T"/>
          <p:cNvSpPr txBox="1"/>
          <p:nvPr/>
        </p:nvSpPr>
        <p:spPr>
          <a:xfrm>
            <a:off x="8869680" y="5138087"/>
            <a:ext cx="1758391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Selatan</a:t>
            </a:r>
            <a:r>
              <a:rPr lang="id-ID" sz="76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, Enrekang</a:t>
            </a:r>
            <a:endParaRPr lang="id-ID" sz="760"/>
          </a:p>
        </p:txBody>
      </p:sp>
      <p:sp>
        <p:nvSpPr>
          <p:cNvPr id="537" name="K"/>
          <p:cNvSpPr/>
          <p:nvPr/>
        </p:nvSpPr>
        <p:spPr>
          <a:xfrm>
            <a:off x="10470000" y="5167310"/>
            <a:ext cx="1070000" cy="106146"/>
          </a:xfrm>
          <a:prstGeom prst="roundRect">
            <a:avLst>
              <a:gd name="adj" fmla="val 50000"/>
            </a:avLst>
          </a:prstGeom>
          <a:solidFill>
            <a:srgbClr val="D5EEF2"/>
          </a:solidFill>
          <a:ln>
            <a:noFill/>
          </a:ln>
        </p:spPr>
      </p:sp>
      <p:pic>
        <p:nvPicPr>
          <p:cNvPr id="538" name="G"/>
          <p:cNvPicPr>
            <a:picLocks noChangeAspect="1"/>
          </p:cNvPicPr>
          <p:nvPr/>
        </p:nvPicPr>
        <p:blipFill>
          <a:blip r:embed="rIdM19"/>
          <a:stretch>
            <a:fillRect/>
          </a:stretch>
        </p:blipFill>
        <p:spPr>
          <a:xfrm>
            <a:off x="10520000" y="5184293"/>
            <a:ext cx="72179" cy="72179"/>
          </a:xfrm>
          <a:prstGeom prst="rect">
            <a:avLst/>
          </a:prstGeom>
        </p:spPr>
      </p:pic>
      <p:sp>
        <p:nvSpPr>
          <p:cNvPr id="539" name="T"/>
          <p:cNvSpPr txBox="1"/>
          <p:nvPr/>
        </p:nvSpPr>
        <p:spPr>
          <a:xfrm>
            <a:off x="10680000" y="5167310"/>
            <a:ext cx="50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0E7490"/>
                </a:solidFill>
                <a:latin typeface="Roboto"/>
                <a:ea typeface="Roboto"/>
                <a:cs typeface="Roboto"/>
              </a:rPr>
              <a:t>31</a:t>
            </a:r>
            <a:endParaRPr lang="id-ID" sz="720"/>
          </a:p>
        </p:txBody>
      </p:sp>
      <p:sp>
        <p:nvSpPr>
          <p:cNvPr id="540" name="T"/>
          <p:cNvSpPr txBox="1"/>
          <p:nvPr/>
        </p:nvSpPr>
        <p:spPr>
          <a:xfrm>
            <a:off x="11201600" y="5167310"/>
            <a:ext cx="300000" cy="10614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0E7490"/>
                </a:solidFill>
                <a:latin typeface="Roboto"/>
                <a:ea typeface="Roboto"/>
                <a:cs typeface="Roboto"/>
              </a:rPr>
              <a:t>rumah</a:t>
            </a:r>
            <a:endParaRPr lang="id-ID" sz="720"/>
          </a:p>
        </p:txBody>
      </p:sp>
      <p:sp>
        <p:nvSpPr>
          <p:cNvPr id="541" name="K"/>
          <p:cNvSpPr/>
          <p:nvPr/>
        </p:nvSpPr>
        <p:spPr>
          <a:xfrm>
            <a:off x="548640" y="5468112"/>
            <a:ext cx="11094415" cy="822960"/>
          </a:xfrm>
          <a:prstGeom prst="roundRect">
            <a:avLst>
              <a:gd name="adj" fmla="val 8889"/>
            </a:avLst>
          </a:prstGeom>
          <a:solidFill>
            <a:srgbClr val="FDF4EC"/>
          </a:solidFill>
          <a:ln>
            <a:noFill/>
          </a:ln>
        </p:spPr>
      </p:sp>
      <p:sp>
        <p:nvSpPr>
          <p:cNvPr id="542" name="T"/>
          <p:cNvSpPr txBox="1"/>
          <p:nvPr/>
        </p:nvSpPr>
        <p:spPr>
          <a:xfrm>
            <a:off x="694944" y="5541264"/>
            <a:ext cx="3657600" cy="182880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50" b="1" spc="100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YANG AKAN DILAKUKAN BNPB</a:t>
            </a:r>
            <a:endParaRPr lang="id-ID" sz="750"/>
          </a:p>
        </p:txBody>
      </p:sp>
      <p:sp>
        <p:nvSpPr>
          <p:cNvPr id="543" name="K"/>
          <p:cNvSpPr/>
          <p:nvPr/>
        </p:nvSpPr>
        <p:spPr>
          <a:xfrm>
            <a:off x="694944" y="5806440"/>
            <a:ext cx="365760" cy="36576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44" name="G"/>
          <p:cNvPicPr>
            <a:picLocks noChangeAspect="1"/>
          </p:cNvPicPr>
          <p:nvPr/>
        </p:nvPicPr>
        <p:blipFill>
          <a:blip r:embed="rIdM20"/>
          <a:stretch>
            <a:fillRect/>
          </a:stretch>
        </p:blipFill>
        <p:spPr>
          <a:xfrm>
            <a:off x="777240" y="5888736"/>
            <a:ext cx="201168" cy="201168"/>
          </a:xfrm>
          <a:prstGeom prst="rect">
            <a:avLst/>
          </a:prstGeom>
        </p:spPr>
      </p:pic>
      <p:sp>
        <p:nvSpPr>
          <p:cNvPr id="545" name="T"/>
          <p:cNvSpPr txBox="1"/>
          <p:nvPr/>
        </p:nvSpPr>
        <p:spPr>
          <a:xfrm>
            <a:off x="1152144" y="5733288"/>
            <a:ext cx="301447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9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Pemadaman prioritas</a:t>
            </a:r>
            <a:endParaRPr lang="id-ID" sz="950"/>
          </a:p>
        </p:txBody>
      </p:sp>
      <p:sp>
        <p:nvSpPr>
          <p:cNvPr id="546" name="T"/>
          <p:cNvSpPr txBox="1"/>
          <p:nvPr/>
        </p:nvSpPr>
        <p:spPr>
          <a:xfrm>
            <a:off x="1152144" y="5952744"/>
            <a:ext cx="3014472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id-ID" sz="82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•  Papua Selatan sisa ±1.162 ha belum padam</a:t>
            </a:r>
            <a:endParaRPr lang="id-ID" sz="820"/>
          </a:p>
          <a:p>
            <a:pPr algn="l">
              <a:buNone/>
            </a:pPr>
            <a:r>
              <a:rPr lang="id-ID" sz="82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•  Kalimantan Tengah sisa ±1.140 ha belum padam</a:t>
            </a:r>
            <a:endParaRPr lang="id-ID" sz="820"/>
          </a:p>
        </p:txBody>
      </p:sp>
      <p:cxnSp>
        <p:nvCxnSpPr>
          <p:cNvPr id="547" name="L"/>
          <p:cNvCxnSpPr/>
          <p:nvPr/>
        </p:nvCxnSpPr>
        <p:spPr>
          <a:xfrm>
            <a:off x="4222394" y="5797296"/>
            <a:ext cx="0" cy="457200"/>
          </a:xfrm>
          <a:prstGeom prst="line">
            <a:avLst/>
          </a:prstGeom>
          <a:ln w="9525">
            <a:solidFill>
              <a:srgbClr val="F2D3BA"/>
            </a:solidFill>
          </a:ln>
        </p:spPr>
      </p:cxnSp>
      <p:sp>
        <p:nvSpPr>
          <p:cNvPr id="548" name="K"/>
          <p:cNvSpPr/>
          <p:nvPr/>
        </p:nvSpPr>
        <p:spPr>
          <a:xfrm>
            <a:off x="4295546" y="5806440"/>
            <a:ext cx="365760" cy="36576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49" name="G"/>
          <p:cNvPicPr>
            <a:picLocks noChangeAspect="1"/>
          </p:cNvPicPr>
          <p:nvPr/>
        </p:nvPicPr>
        <p:blipFill>
          <a:blip r:embed="rIdM21"/>
          <a:stretch>
            <a:fillRect/>
          </a:stretch>
        </p:blipFill>
        <p:spPr>
          <a:xfrm>
            <a:off x="4377842" y="5888736"/>
            <a:ext cx="201168" cy="201168"/>
          </a:xfrm>
          <a:prstGeom prst="rect">
            <a:avLst/>
          </a:prstGeom>
        </p:spPr>
      </p:pic>
      <p:sp>
        <p:nvSpPr>
          <p:cNvPr id="550" name="T"/>
          <p:cNvSpPr txBox="1"/>
          <p:nvPr/>
        </p:nvSpPr>
        <p:spPr>
          <a:xfrm>
            <a:off x="4752746" y="5733288"/>
            <a:ext cx="301447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9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Keselamatan warga</a:t>
            </a:r>
            <a:endParaRPr lang="id-ID" sz="950"/>
          </a:p>
        </p:txBody>
      </p:sp>
      <p:sp>
        <p:nvSpPr>
          <p:cNvPr id="551" name="T"/>
          <p:cNvSpPr txBox="1"/>
          <p:nvPr/>
        </p:nvSpPr>
        <p:spPr>
          <a:xfrm>
            <a:off x="4752746" y="5952744"/>
            <a:ext cx="3014472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id-ID" sz="82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•  Masker dan layanan ISPA: Pekanbaru, Palangka Raya</a:t>
            </a:r>
            <a:endParaRPr lang="id-ID" sz="820"/>
          </a:p>
          <a:p>
            <a:pPr algn="l">
              <a:buNone/>
            </a:pPr>
            <a:r>
              <a:rPr lang="id-ID" sz="82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•  PM2.5 tingkat Berbahaya (BMKG)</a:t>
            </a:r>
            <a:endParaRPr lang="id-ID" sz="820"/>
          </a:p>
        </p:txBody>
      </p:sp>
      <p:cxnSp>
        <p:nvCxnSpPr>
          <p:cNvPr id="552" name="L"/>
          <p:cNvCxnSpPr/>
          <p:nvPr/>
        </p:nvCxnSpPr>
        <p:spPr>
          <a:xfrm>
            <a:off x="7822996" y="5797296"/>
            <a:ext cx="0" cy="457200"/>
          </a:xfrm>
          <a:prstGeom prst="line">
            <a:avLst/>
          </a:prstGeom>
          <a:ln w="9525">
            <a:solidFill>
              <a:srgbClr val="F2D3BA"/>
            </a:solidFill>
          </a:ln>
        </p:spPr>
      </p:cxnSp>
      <p:sp>
        <p:nvSpPr>
          <p:cNvPr id="553" name="K"/>
          <p:cNvSpPr/>
          <p:nvPr/>
        </p:nvSpPr>
        <p:spPr>
          <a:xfrm>
            <a:off x="7896148" y="5806440"/>
            <a:ext cx="365760" cy="365760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54" name="G"/>
          <p:cNvPicPr>
            <a:picLocks noChangeAspect="1"/>
          </p:cNvPicPr>
          <p:nvPr/>
        </p:nvPicPr>
        <p:blipFill>
          <a:blip r:embed="rIdM14"/>
          <a:stretch>
            <a:fillRect/>
          </a:stretch>
        </p:blipFill>
        <p:spPr>
          <a:xfrm>
            <a:off x="7978444" y="5888736"/>
            <a:ext cx="201168" cy="201168"/>
          </a:xfrm>
          <a:prstGeom prst="rect">
            <a:avLst/>
          </a:prstGeom>
        </p:spPr>
      </p:pic>
      <p:sp>
        <p:nvSpPr>
          <p:cNvPr id="555" name="T"/>
          <p:cNvSpPr txBox="1"/>
          <p:nvPr/>
        </p:nvSpPr>
        <p:spPr>
          <a:xfrm>
            <a:off x="8353348" y="5733288"/>
            <a:ext cx="3014472" cy="201168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9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Air bersih</a:t>
            </a:r>
            <a:endParaRPr lang="id-ID" sz="950"/>
          </a:p>
        </p:txBody>
      </p:sp>
      <p:sp>
        <p:nvSpPr>
          <p:cNvPr id="556" name="T"/>
          <p:cNvSpPr txBox="1"/>
          <p:nvPr/>
        </p:nvSpPr>
        <p:spPr>
          <a:xfrm>
            <a:off x="8353348" y="5952744"/>
            <a:ext cx="3014472" cy="320040"/>
          </a:xfrm>
          <a:prstGeom prst="rect">
            <a:avLst/>
          </a:prstGeom>
          <a:noFill/>
        </p:spPr>
        <p:txBody>
          <a:bodyPr wrap="none" lIns="0" tIns="0" rIns="0" bIns="0" anchor="t"/>
          <a:lstStyle/>
          <a:p>
            <a:pPr algn="l">
              <a:buNone/>
            </a:pPr>
            <a:r>
              <a:rPr lang="id-ID" sz="82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•  Air bersih untuk ±77.555 KK di 9 kab/kota, 6 provinsi</a:t>
            </a:r>
            <a:endParaRPr lang="id-ID" sz="820"/>
          </a:p>
          <a:p>
            <a:pPr algn="l">
              <a:buNone/>
            </a:pPr>
            <a:r>
              <a:rPr lang="id-ID" sz="82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•  Tersalur 3.021.700 liter, 55 tangki</a:t>
            </a:r>
            <a:endParaRPr lang="id-ID" sz="82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548640" y="1207008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48640" y="6446520"/>
            <a:ext cx="11094415" cy="0"/>
          </a:xfrm>
          <a:prstGeom prst="line">
            <a:avLst/>
          </a:prstGeom>
          <a:noFill/>
          <a:ln w="9525">
            <a:solidFill>
              <a:srgbClr val="1A1A1A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95583" y="365760"/>
            <a:ext cx="347472" cy="43891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510528"/>
            <a:ext cx="5486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  |  Copyright 2026</a:t>
            </a:r>
            <a:endParaRPr lang="en-US" sz="850" dirty="0"/>
          </a:p>
        </p:txBody>
      </p:sp>
      <p:sp>
        <p:nvSpPr>
          <p:cNvPr id="7" name="Text 4"/>
          <p:cNvSpPr txBox="1"/>
          <p:nvPr/>
        </p:nvSpPr>
        <p:spPr>
          <a:xfrm>
            <a:off x="10728655" y="65105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3</a:t>
            </a:r>
            <a:endParaRPr lang="en-US" sz="850" dirty="0"/>
          </a:p>
        </p:txBody>
      </p:sp>
      <p:sp>
        <p:nvSpPr>
          <p:cNvPr id="652" name="T"/>
          <p:cNvSpPr txBox="1"/>
          <p:nvPr/>
        </p:nvSpPr>
        <p:spPr>
          <a:xfrm>
            <a:off x="548640" y="292608"/>
            <a:ext cx="10454335" cy="822960"/>
          </a:xfrm>
          <a:prstGeom prst="rect">
            <a:avLst/>
          </a:prstGeom>
          <a:noFill/>
        </p:spPr>
        <p:txBody>
          <a:bodyPr wrap="square" lIns="0" tIns="0" rIns="0" bIns="0" anchor="b"/>
          <a:lstStyle/>
          <a:p>
            <a:pPr algn="l">
              <a:buNone/>
            </a:pP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Rincian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23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kejadian menonjol: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12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karhutla,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9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kekeringan di 6 provinsi, dan </a:t>
            </a:r>
            <a:r>
              <a:rPr lang="id-ID" sz="22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2</a:t>
            </a:r>
            <a:r>
              <a:rPr lang="id-ID" sz="22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 bencana lainnya</a:t>
            </a:r>
            <a:endParaRPr lang="id-ID" sz="2200"/>
          </a:p>
        </p:txBody>
      </p:sp>
      <p:sp>
        <p:nvSpPr>
          <p:cNvPr id="301" name="K"/>
          <p:cNvSpPr/>
          <p:nvPr/>
        </p:nvSpPr>
        <p:spPr>
          <a:xfrm>
            <a:off x="548640" y="1325880"/>
            <a:ext cx="6720840" cy="50292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302" name="K"/>
          <p:cNvSpPr/>
          <p:nvPr/>
        </p:nvSpPr>
        <p:spPr>
          <a:xfrm>
            <a:off x="548640" y="1325880"/>
            <a:ext cx="6720840" cy="457200"/>
          </a:xfrm>
          <a:prstGeom prst="roundRect">
            <a:avLst>
              <a:gd name="adj" fmla="val 16000"/>
            </a:avLst>
          </a:prstGeom>
          <a:solidFill>
            <a:srgbClr val="FBE7D6"/>
          </a:solidFill>
          <a:ln>
            <a:noFill/>
          </a:ln>
        </p:spPr>
      </p:sp>
      <p:sp>
        <p:nvSpPr>
          <p:cNvPr id="303" name="K"/>
          <p:cNvSpPr/>
          <p:nvPr/>
        </p:nvSpPr>
        <p:spPr>
          <a:xfrm>
            <a:off x="548640" y="1600200"/>
            <a:ext cx="6720840" cy="182880"/>
          </a:xfrm>
          <a:prstGeom prst="rect">
            <a:avLst/>
          </a:prstGeom>
          <a:solidFill>
            <a:srgbClr val="FBE7D6"/>
          </a:solidFill>
          <a:ln>
            <a:noFill/>
          </a:ln>
        </p:spPr>
      </p:sp>
      <p:sp>
        <p:nvSpPr>
          <p:cNvPr id="304" name="K"/>
          <p:cNvSpPr/>
          <p:nvPr/>
        </p:nvSpPr>
        <p:spPr>
          <a:xfrm>
            <a:off x="676656" y="1408176"/>
            <a:ext cx="292608" cy="292608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305" name="G"/>
          <p:cNvPicPr>
            <a:picLocks noChangeAspect="1"/>
          </p:cNvPicPr>
          <p:nvPr/>
        </p:nvPicPr>
        <p:blipFill>
          <a:blip r:embed="rIdM1"/>
          <a:stretch>
            <a:fillRect/>
          </a:stretch>
        </p:blipFill>
        <p:spPr>
          <a:xfrm>
            <a:off x="731520" y="1463040"/>
            <a:ext cx="182880" cy="182880"/>
          </a:xfrm>
          <a:prstGeom prst="rect">
            <a:avLst/>
          </a:prstGeom>
        </p:spPr>
      </p:pic>
      <p:sp>
        <p:nvSpPr>
          <p:cNvPr id="306" name="T"/>
          <p:cNvSpPr txBox="1"/>
          <p:nvPr/>
        </p:nvSpPr>
        <p:spPr>
          <a:xfrm>
            <a:off x="1051560" y="1325880"/>
            <a:ext cx="5620840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1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Karhutla</a:t>
            </a:r>
            <a:endParaRPr lang="id-ID" sz="1100"/>
          </a:p>
        </p:txBody>
      </p:sp>
      <p:sp>
        <p:nvSpPr>
          <p:cNvPr id="307" name="T"/>
          <p:cNvSpPr txBox="1"/>
          <p:nvPr/>
        </p:nvSpPr>
        <p:spPr>
          <a:xfrm>
            <a:off x="6629400" y="1325880"/>
            <a:ext cx="51206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8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12</a:t>
            </a:r>
            <a:endParaRPr lang="id-ID" sz="1800"/>
          </a:p>
        </p:txBody>
      </p:sp>
      <p:sp>
        <p:nvSpPr>
          <p:cNvPr id="308" name="T"/>
          <p:cNvSpPr txBox="1"/>
          <p:nvPr/>
        </p:nvSpPr>
        <p:spPr>
          <a:xfrm>
            <a:off x="676656" y="1856232"/>
            <a:ext cx="21945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00" b="1" spc="6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LOKASI</a:t>
            </a:r>
            <a:endParaRPr lang="id-ID" sz="650"/>
          </a:p>
        </p:txBody>
      </p:sp>
      <p:sp>
        <p:nvSpPr>
          <p:cNvPr id="309" name="T"/>
          <p:cNvSpPr txBox="1"/>
          <p:nvPr/>
        </p:nvSpPr>
        <p:spPr>
          <a:xfrm>
            <a:off x="3291840" y="1856232"/>
            <a:ext cx="1280160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00" b="1" spc="6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TERBAKAR 1 JAN–26 OKT</a:t>
            </a:r>
            <a:endParaRPr lang="id-ID" sz="650"/>
          </a:p>
        </p:txBody>
      </p:sp>
      <p:sp>
        <p:nvSpPr>
          <p:cNvPr id="310" name="T"/>
          <p:cNvSpPr txBox="1"/>
          <p:nvPr/>
        </p:nvSpPr>
        <p:spPr>
          <a:xfrm>
            <a:off x="4617720" y="1856232"/>
            <a:ext cx="2523744" cy="164592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ctr">
              <a:buNone/>
            </a:pPr>
            <a:r>
              <a:rPr lang="id-ID" sz="700" b="1" spc="6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FIRESPOT DAN SISA 26 OKT</a:t>
            </a:r>
            <a:endParaRPr lang="id-ID" sz="650"/>
          </a:p>
        </p:txBody>
      </p:sp>
      <p:cxnSp>
        <p:nvCxnSpPr>
          <p:cNvPr id="311" name="L"/>
          <p:cNvCxnSpPr/>
          <p:nvPr/>
        </p:nvCxnSpPr>
        <p:spPr>
          <a:xfrm>
            <a:off x="676656" y="2039112"/>
            <a:ext cx="6464808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312" name="K"/>
          <p:cNvSpPr/>
          <p:nvPr/>
        </p:nvSpPr>
        <p:spPr>
          <a:xfrm>
            <a:off x="676656" y="2127443"/>
            <a:ext cx="210129" cy="210129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313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14479" y="2165266"/>
            <a:ext cx="134482" cy="134482"/>
          </a:xfrm>
          <a:prstGeom prst="rect">
            <a:avLst/>
          </a:prstGeom>
        </p:spPr>
      </p:pic>
      <p:sp>
        <p:nvSpPr>
          <p:cNvPr id="314" name="T"/>
          <p:cNvSpPr txBox="1"/>
          <p:nvPr/>
        </p:nvSpPr>
        <p:spPr>
          <a:xfrm>
            <a:off x="990000" y="2057400"/>
            <a:ext cx="207324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58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Papua Selatan</a:t>
            </a:r>
            <a:endParaRPr lang="id-ID" sz="1058"/>
          </a:p>
        </p:txBody>
      </p:sp>
      <p:sp>
        <p:nvSpPr>
          <p:cNvPr id="315" name="T"/>
          <p:cNvSpPr txBox="1"/>
          <p:nvPr/>
        </p:nvSpPr>
        <p:spPr>
          <a:xfrm>
            <a:off x="3291840" y="2057400"/>
            <a:ext cx="82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290.389</a:t>
            </a:r>
            <a:endParaRPr lang="id-ID" sz="1036"/>
          </a:p>
        </p:txBody>
      </p:sp>
      <p:sp>
        <p:nvSpPr>
          <p:cNvPr id="316" name="T"/>
          <p:cNvSpPr txBox="1"/>
          <p:nvPr/>
        </p:nvSpPr>
        <p:spPr>
          <a:xfrm>
            <a:off x="4142920" y="2057400"/>
            <a:ext cx="90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ha</a:t>
            </a:r>
            <a:endParaRPr lang="id-ID" sz="1036"/>
          </a:p>
        </p:txBody>
      </p:sp>
      <p:sp>
        <p:nvSpPr>
          <p:cNvPr id="317" name="K"/>
          <p:cNvSpPr/>
          <p:nvPr/>
        </p:nvSpPr>
        <p:spPr>
          <a:xfrm>
            <a:off x="4739006" y="2116937"/>
            <a:ext cx="1152584" cy="23114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318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2160854"/>
            <a:ext cx="143308" cy="143308"/>
          </a:xfrm>
          <a:prstGeom prst="rect">
            <a:avLst/>
          </a:prstGeom>
        </p:spPr>
      </p:pic>
      <p:sp>
        <p:nvSpPr>
          <p:cNvPr id="319" name="T"/>
          <p:cNvSpPr txBox="1"/>
          <p:nvPr/>
        </p:nvSpPr>
        <p:spPr>
          <a:xfrm>
            <a:off x="4995894" y="2116937"/>
            <a:ext cx="36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73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264</a:t>
            </a:r>
            <a:endParaRPr lang="id-ID" sz="873"/>
          </a:p>
        </p:txBody>
      </p:sp>
      <p:sp>
        <p:nvSpPr>
          <p:cNvPr id="320" name="T"/>
          <p:cNvSpPr txBox="1"/>
          <p:nvPr/>
        </p:nvSpPr>
        <p:spPr>
          <a:xfrm>
            <a:off x="5382084" y="2116937"/>
            <a:ext cx="48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firespot</a:t>
            </a:r>
            <a:endParaRPr lang="id-ID" sz="873"/>
          </a:p>
        </p:txBody>
      </p:sp>
      <p:sp>
        <p:nvSpPr>
          <p:cNvPr id="321" name="K"/>
          <p:cNvSpPr/>
          <p:nvPr/>
        </p:nvSpPr>
        <p:spPr>
          <a:xfrm>
            <a:off x="5964742" y="2116937"/>
            <a:ext cx="1155436" cy="23114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322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6037894" y="2160854"/>
            <a:ext cx="143308" cy="143308"/>
          </a:xfrm>
          <a:prstGeom prst="rect">
            <a:avLst/>
          </a:prstGeom>
        </p:spPr>
      </p:pic>
      <p:sp>
        <p:nvSpPr>
          <p:cNvPr id="323" name="T"/>
          <p:cNvSpPr txBox="1"/>
          <p:nvPr/>
        </p:nvSpPr>
        <p:spPr>
          <a:xfrm>
            <a:off x="6211630" y="2116937"/>
            <a:ext cx="26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873"/>
          </a:p>
        </p:txBody>
      </p:sp>
      <p:sp>
        <p:nvSpPr>
          <p:cNvPr id="324" name="T"/>
          <p:cNvSpPr txBox="1"/>
          <p:nvPr/>
        </p:nvSpPr>
        <p:spPr>
          <a:xfrm>
            <a:off x="6481630" y="2116937"/>
            <a:ext cx="42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1.162</a:t>
            </a:r>
            <a:endParaRPr lang="id-ID" sz="873"/>
          </a:p>
        </p:txBody>
      </p:sp>
      <p:sp>
        <p:nvSpPr>
          <p:cNvPr id="325" name="T"/>
          <p:cNvSpPr txBox="1"/>
          <p:nvPr/>
        </p:nvSpPr>
        <p:spPr>
          <a:xfrm>
            <a:off x="6927820" y="2116937"/>
            <a:ext cx="18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873"/>
          </a:p>
        </p:txBody>
      </p:sp>
      <p:cxnSp>
        <p:nvCxnSpPr>
          <p:cNvPr id="326" name="L"/>
          <p:cNvCxnSpPr/>
          <p:nvPr/>
        </p:nvCxnSpPr>
        <p:spPr>
          <a:xfrm>
            <a:off x="676656" y="2407616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327" name="K"/>
          <p:cNvSpPr/>
          <p:nvPr/>
        </p:nvSpPr>
        <p:spPr>
          <a:xfrm>
            <a:off x="676656" y="2477659"/>
            <a:ext cx="210129" cy="210129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328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14479" y="2515482"/>
            <a:ext cx="134482" cy="134482"/>
          </a:xfrm>
          <a:prstGeom prst="rect">
            <a:avLst/>
          </a:prstGeom>
        </p:spPr>
      </p:pic>
      <p:sp>
        <p:nvSpPr>
          <p:cNvPr id="329" name="T"/>
          <p:cNvSpPr txBox="1"/>
          <p:nvPr/>
        </p:nvSpPr>
        <p:spPr>
          <a:xfrm>
            <a:off x="990000" y="2407616"/>
            <a:ext cx="207324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58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Tengah</a:t>
            </a:r>
            <a:endParaRPr lang="id-ID" sz="1058"/>
          </a:p>
        </p:txBody>
      </p:sp>
      <p:sp>
        <p:nvSpPr>
          <p:cNvPr id="330" name="T"/>
          <p:cNvSpPr txBox="1"/>
          <p:nvPr/>
        </p:nvSpPr>
        <p:spPr>
          <a:xfrm>
            <a:off x="3291840" y="2407616"/>
            <a:ext cx="82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687.772</a:t>
            </a:r>
            <a:endParaRPr lang="id-ID" sz="1036"/>
          </a:p>
        </p:txBody>
      </p:sp>
      <p:sp>
        <p:nvSpPr>
          <p:cNvPr id="331" name="T"/>
          <p:cNvSpPr txBox="1"/>
          <p:nvPr/>
        </p:nvSpPr>
        <p:spPr>
          <a:xfrm>
            <a:off x="4142920" y="2407616"/>
            <a:ext cx="90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ha</a:t>
            </a:r>
            <a:endParaRPr lang="id-ID" sz="1036"/>
          </a:p>
        </p:txBody>
      </p:sp>
      <p:sp>
        <p:nvSpPr>
          <p:cNvPr id="332" name="K"/>
          <p:cNvSpPr/>
          <p:nvPr/>
        </p:nvSpPr>
        <p:spPr>
          <a:xfrm>
            <a:off x="4739006" y="2467153"/>
            <a:ext cx="1152584" cy="23114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333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2511070"/>
            <a:ext cx="143308" cy="143308"/>
          </a:xfrm>
          <a:prstGeom prst="rect">
            <a:avLst/>
          </a:prstGeom>
        </p:spPr>
      </p:pic>
      <p:sp>
        <p:nvSpPr>
          <p:cNvPr id="334" name="T"/>
          <p:cNvSpPr txBox="1"/>
          <p:nvPr/>
        </p:nvSpPr>
        <p:spPr>
          <a:xfrm>
            <a:off x="4995894" y="2467153"/>
            <a:ext cx="36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73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1.086</a:t>
            </a:r>
            <a:endParaRPr lang="id-ID" sz="873"/>
          </a:p>
        </p:txBody>
      </p:sp>
      <p:sp>
        <p:nvSpPr>
          <p:cNvPr id="335" name="T"/>
          <p:cNvSpPr txBox="1"/>
          <p:nvPr/>
        </p:nvSpPr>
        <p:spPr>
          <a:xfrm>
            <a:off x="5382084" y="2467153"/>
            <a:ext cx="48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firespot</a:t>
            </a:r>
            <a:endParaRPr lang="id-ID" sz="873"/>
          </a:p>
        </p:txBody>
      </p:sp>
      <p:sp>
        <p:nvSpPr>
          <p:cNvPr id="336" name="K"/>
          <p:cNvSpPr/>
          <p:nvPr/>
        </p:nvSpPr>
        <p:spPr>
          <a:xfrm>
            <a:off x="5964742" y="2467153"/>
            <a:ext cx="1155436" cy="23114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337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6037894" y="2511070"/>
            <a:ext cx="143308" cy="143308"/>
          </a:xfrm>
          <a:prstGeom prst="rect">
            <a:avLst/>
          </a:prstGeom>
        </p:spPr>
      </p:pic>
      <p:sp>
        <p:nvSpPr>
          <p:cNvPr id="338" name="T"/>
          <p:cNvSpPr txBox="1"/>
          <p:nvPr/>
        </p:nvSpPr>
        <p:spPr>
          <a:xfrm>
            <a:off x="6211630" y="2467153"/>
            <a:ext cx="26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873"/>
          </a:p>
        </p:txBody>
      </p:sp>
      <p:sp>
        <p:nvSpPr>
          <p:cNvPr id="339" name="T"/>
          <p:cNvSpPr txBox="1"/>
          <p:nvPr/>
        </p:nvSpPr>
        <p:spPr>
          <a:xfrm>
            <a:off x="6481630" y="2467153"/>
            <a:ext cx="42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1.140</a:t>
            </a:r>
            <a:endParaRPr lang="id-ID" sz="873"/>
          </a:p>
        </p:txBody>
      </p:sp>
      <p:sp>
        <p:nvSpPr>
          <p:cNvPr id="340" name="T"/>
          <p:cNvSpPr txBox="1"/>
          <p:nvPr/>
        </p:nvSpPr>
        <p:spPr>
          <a:xfrm>
            <a:off x="6927820" y="2467153"/>
            <a:ext cx="18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873"/>
          </a:p>
        </p:txBody>
      </p:sp>
      <p:cxnSp>
        <p:nvCxnSpPr>
          <p:cNvPr id="341" name="L"/>
          <p:cNvCxnSpPr/>
          <p:nvPr/>
        </p:nvCxnSpPr>
        <p:spPr>
          <a:xfrm>
            <a:off x="676656" y="2757832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342" name="K"/>
          <p:cNvSpPr/>
          <p:nvPr/>
        </p:nvSpPr>
        <p:spPr>
          <a:xfrm>
            <a:off x="676656" y="2827875"/>
            <a:ext cx="210129" cy="210129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343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14479" y="2865698"/>
            <a:ext cx="134482" cy="134482"/>
          </a:xfrm>
          <a:prstGeom prst="rect">
            <a:avLst/>
          </a:prstGeom>
        </p:spPr>
      </p:pic>
      <p:sp>
        <p:nvSpPr>
          <p:cNvPr id="344" name="T"/>
          <p:cNvSpPr txBox="1"/>
          <p:nvPr/>
        </p:nvSpPr>
        <p:spPr>
          <a:xfrm>
            <a:off x="990000" y="2757832"/>
            <a:ext cx="207324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58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Barat</a:t>
            </a:r>
            <a:endParaRPr lang="id-ID" sz="1058"/>
          </a:p>
        </p:txBody>
      </p:sp>
      <p:sp>
        <p:nvSpPr>
          <p:cNvPr id="345" name="T"/>
          <p:cNvSpPr txBox="1"/>
          <p:nvPr/>
        </p:nvSpPr>
        <p:spPr>
          <a:xfrm>
            <a:off x="3291840" y="2757832"/>
            <a:ext cx="82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326.217</a:t>
            </a:r>
            <a:endParaRPr lang="id-ID" sz="1036"/>
          </a:p>
        </p:txBody>
      </p:sp>
      <p:sp>
        <p:nvSpPr>
          <p:cNvPr id="346" name="T"/>
          <p:cNvSpPr txBox="1"/>
          <p:nvPr/>
        </p:nvSpPr>
        <p:spPr>
          <a:xfrm>
            <a:off x="4142920" y="2757832"/>
            <a:ext cx="90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ha</a:t>
            </a:r>
            <a:endParaRPr lang="id-ID" sz="1036"/>
          </a:p>
        </p:txBody>
      </p:sp>
      <p:sp>
        <p:nvSpPr>
          <p:cNvPr id="347" name="K"/>
          <p:cNvSpPr/>
          <p:nvPr/>
        </p:nvSpPr>
        <p:spPr>
          <a:xfrm>
            <a:off x="4739006" y="2817369"/>
            <a:ext cx="1152584" cy="23114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348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2861286"/>
            <a:ext cx="143308" cy="143308"/>
          </a:xfrm>
          <a:prstGeom prst="rect">
            <a:avLst/>
          </a:prstGeom>
        </p:spPr>
      </p:pic>
      <p:sp>
        <p:nvSpPr>
          <p:cNvPr id="349" name="T"/>
          <p:cNvSpPr txBox="1"/>
          <p:nvPr/>
        </p:nvSpPr>
        <p:spPr>
          <a:xfrm>
            <a:off x="4995894" y="2817369"/>
            <a:ext cx="36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73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203</a:t>
            </a:r>
            <a:endParaRPr lang="id-ID" sz="873"/>
          </a:p>
        </p:txBody>
      </p:sp>
      <p:sp>
        <p:nvSpPr>
          <p:cNvPr id="350" name="T"/>
          <p:cNvSpPr txBox="1"/>
          <p:nvPr/>
        </p:nvSpPr>
        <p:spPr>
          <a:xfrm>
            <a:off x="5382084" y="2817369"/>
            <a:ext cx="48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firespot</a:t>
            </a:r>
            <a:endParaRPr lang="id-ID" sz="873"/>
          </a:p>
        </p:txBody>
      </p:sp>
      <p:sp>
        <p:nvSpPr>
          <p:cNvPr id="351" name="K"/>
          <p:cNvSpPr/>
          <p:nvPr/>
        </p:nvSpPr>
        <p:spPr>
          <a:xfrm>
            <a:off x="5964742" y="2817369"/>
            <a:ext cx="1155436" cy="23114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352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6037894" y="2861286"/>
            <a:ext cx="143308" cy="143308"/>
          </a:xfrm>
          <a:prstGeom prst="rect">
            <a:avLst/>
          </a:prstGeom>
        </p:spPr>
      </p:pic>
      <p:sp>
        <p:nvSpPr>
          <p:cNvPr id="353" name="T"/>
          <p:cNvSpPr txBox="1"/>
          <p:nvPr/>
        </p:nvSpPr>
        <p:spPr>
          <a:xfrm>
            <a:off x="6211630" y="2817369"/>
            <a:ext cx="26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873"/>
          </a:p>
        </p:txBody>
      </p:sp>
      <p:sp>
        <p:nvSpPr>
          <p:cNvPr id="354" name="T"/>
          <p:cNvSpPr txBox="1"/>
          <p:nvPr/>
        </p:nvSpPr>
        <p:spPr>
          <a:xfrm>
            <a:off x="6481630" y="2817369"/>
            <a:ext cx="42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391</a:t>
            </a:r>
            <a:endParaRPr lang="id-ID" sz="873"/>
          </a:p>
        </p:txBody>
      </p:sp>
      <p:sp>
        <p:nvSpPr>
          <p:cNvPr id="355" name="T"/>
          <p:cNvSpPr txBox="1"/>
          <p:nvPr/>
        </p:nvSpPr>
        <p:spPr>
          <a:xfrm>
            <a:off x="6927820" y="2817369"/>
            <a:ext cx="18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873"/>
          </a:p>
        </p:txBody>
      </p:sp>
      <p:cxnSp>
        <p:nvCxnSpPr>
          <p:cNvPr id="356" name="L"/>
          <p:cNvCxnSpPr/>
          <p:nvPr/>
        </p:nvCxnSpPr>
        <p:spPr>
          <a:xfrm>
            <a:off x="676656" y="3108048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357" name="K"/>
          <p:cNvSpPr/>
          <p:nvPr/>
        </p:nvSpPr>
        <p:spPr>
          <a:xfrm>
            <a:off x="676656" y="3178091"/>
            <a:ext cx="210129" cy="210129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358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14479" y="3215914"/>
            <a:ext cx="134482" cy="134482"/>
          </a:xfrm>
          <a:prstGeom prst="rect">
            <a:avLst/>
          </a:prstGeom>
        </p:spPr>
      </p:pic>
      <p:sp>
        <p:nvSpPr>
          <p:cNvPr id="359" name="T"/>
          <p:cNvSpPr txBox="1"/>
          <p:nvPr/>
        </p:nvSpPr>
        <p:spPr>
          <a:xfrm>
            <a:off x="990000" y="3108048"/>
            <a:ext cx="207324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58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Timur</a:t>
            </a:r>
            <a:endParaRPr lang="id-ID" sz="1058"/>
          </a:p>
        </p:txBody>
      </p:sp>
      <p:sp>
        <p:nvSpPr>
          <p:cNvPr id="360" name="T"/>
          <p:cNvSpPr txBox="1"/>
          <p:nvPr/>
        </p:nvSpPr>
        <p:spPr>
          <a:xfrm>
            <a:off x="3291840" y="3108048"/>
            <a:ext cx="82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123.912</a:t>
            </a:r>
            <a:endParaRPr lang="id-ID" sz="1036"/>
          </a:p>
        </p:txBody>
      </p:sp>
      <p:sp>
        <p:nvSpPr>
          <p:cNvPr id="361" name="T"/>
          <p:cNvSpPr txBox="1"/>
          <p:nvPr/>
        </p:nvSpPr>
        <p:spPr>
          <a:xfrm>
            <a:off x="4142920" y="3108048"/>
            <a:ext cx="90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ha</a:t>
            </a:r>
            <a:endParaRPr lang="id-ID" sz="1036"/>
          </a:p>
        </p:txBody>
      </p:sp>
      <p:sp>
        <p:nvSpPr>
          <p:cNvPr id="362" name="K"/>
          <p:cNvSpPr/>
          <p:nvPr/>
        </p:nvSpPr>
        <p:spPr>
          <a:xfrm>
            <a:off x="4739006" y="3167585"/>
            <a:ext cx="1152584" cy="23114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363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3211502"/>
            <a:ext cx="143308" cy="143308"/>
          </a:xfrm>
          <a:prstGeom prst="rect">
            <a:avLst/>
          </a:prstGeom>
        </p:spPr>
      </p:pic>
      <p:sp>
        <p:nvSpPr>
          <p:cNvPr id="364" name="T"/>
          <p:cNvSpPr txBox="1"/>
          <p:nvPr/>
        </p:nvSpPr>
        <p:spPr>
          <a:xfrm>
            <a:off x="4995894" y="3167585"/>
            <a:ext cx="36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73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391</a:t>
            </a:r>
            <a:endParaRPr lang="id-ID" sz="873"/>
          </a:p>
        </p:txBody>
      </p:sp>
      <p:sp>
        <p:nvSpPr>
          <p:cNvPr id="365" name="T"/>
          <p:cNvSpPr txBox="1"/>
          <p:nvPr/>
        </p:nvSpPr>
        <p:spPr>
          <a:xfrm>
            <a:off x="5382084" y="3167585"/>
            <a:ext cx="48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firespot</a:t>
            </a:r>
            <a:endParaRPr lang="id-ID" sz="873"/>
          </a:p>
        </p:txBody>
      </p:sp>
      <p:sp>
        <p:nvSpPr>
          <p:cNvPr id="366" name="K"/>
          <p:cNvSpPr/>
          <p:nvPr/>
        </p:nvSpPr>
        <p:spPr>
          <a:xfrm>
            <a:off x="5964742" y="3167585"/>
            <a:ext cx="1155436" cy="23114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367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6037894" y="3211502"/>
            <a:ext cx="143308" cy="143308"/>
          </a:xfrm>
          <a:prstGeom prst="rect">
            <a:avLst/>
          </a:prstGeom>
        </p:spPr>
      </p:pic>
      <p:sp>
        <p:nvSpPr>
          <p:cNvPr id="368" name="T"/>
          <p:cNvSpPr txBox="1"/>
          <p:nvPr/>
        </p:nvSpPr>
        <p:spPr>
          <a:xfrm>
            <a:off x="6211630" y="3167585"/>
            <a:ext cx="26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873"/>
          </a:p>
        </p:txBody>
      </p:sp>
      <p:sp>
        <p:nvSpPr>
          <p:cNvPr id="369" name="T"/>
          <p:cNvSpPr txBox="1"/>
          <p:nvPr/>
        </p:nvSpPr>
        <p:spPr>
          <a:xfrm>
            <a:off x="6481630" y="3167585"/>
            <a:ext cx="42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244</a:t>
            </a:r>
            <a:endParaRPr lang="id-ID" sz="873"/>
          </a:p>
        </p:txBody>
      </p:sp>
      <p:sp>
        <p:nvSpPr>
          <p:cNvPr id="370" name="T"/>
          <p:cNvSpPr txBox="1"/>
          <p:nvPr/>
        </p:nvSpPr>
        <p:spPr>
          <a:xfrm>
            <a:off x="6927820" y="3167585"/>
            <a:ext cx="18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873"/>
          </a:p>
        </p:txBody>
      </p:sp>
      <p:cxnSp>
        <p:nvCxnSpPr>
          <p:cNvPr id="371" name="L"/>
          <p:cNvCxnSpPr/>
          <p:nvPr/>
        </p:nvCxnSpPr>
        <p:spPr>
          <a:xfrm>
            <a:off x="676656" y="3458264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372" name="K"/>
          <p:cNvSpPr/>
          <p:nvPr/>
        </p:nvSpPr>
        <p:spPr>
          <a:xfrm>
            <a:off x="676656" y="3528307"/>
            <a:ext cx="210129" cy="210129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373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14479" y="3566130"/>
            <a:ext cx="134482" cy="134482"/>
          </a:xfrm>
          <a:prstGeom prst="rect">
            <a:avLst/>
          </a:prstGeom>
        </p:spPr>
      </p:pic>
      <p:sp>
        <p:nvSpPr>
          <p:cNvPr id="374" name="T"/>
          <p:cNvSpPr txBox="1"/>
          <p:nvPr/>
        </p:nvSpPr>
        <p:spPr>
          <a:xfrm>
            <a:off x="990000" y="3458264"/>
            <a:ext cx="207324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58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Selatan</a:t>
            </a:r>
            <a:endParaRPr lang="id-ID" sz="1058"/>
          </a:p>
        </p:txBody>
      </p:sp>
      <p:sp>
        <p:nvSpPr>
          <p:cNvPr id="375" name="T"/>
          <p:cNvSpPr txBox="1"/>
          <p:nvPr/>
        </p:nvSpPr>
        <p:spPr>
          <a:xfrm>
            <a:off x="3291840" y="3458264"/>
            <a:ext cx="82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32.830</a:t>
            </a:r>
            <a:endParaRPr lang="id-ID" sz="1036"/>
          </a:p>
        </p:txBody>
      </p:sp>
      <p:sp>
        <p:nvSpPr>
          <p:cNvPr id="376" name="T"/>
          <p:cNvSpPr txBox="1"/>
          <p:nvPr/>
        </p:nvSpPr>
        <p:spPr>
          <a:xfrm>
            <a:off x="4142920" y="3458264"/>
            <a:ext cx="90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ha</a:t>
            </a:r>
            <a:endParaRPr lang="id-ID" sz="1036"/>
          </a:p>
        </p:txBody>
      </p:sp>
      <p:sp>
        <p:nvSpPr>
          <p:cNvPr id="377" name="K"/>
          <p:cNvSpPr/>
          <p:nvPr/>
        </p:nvSpPr>
        <p:spPr>
          <a:xfrm>
            <a:off x="4739006" y="3517801"/>
            <a:ext cx="1152584" cy="23114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378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3561718"/>
            <a:ext cx="143308" cy="143308"/>
          </a:xfrm>
          <a:prstGeom prst="rect">
            <a:avLst/>
          </a:prstGeom>
        </p:spPr>
      </p:pic>
      <p:sp>
        <p:nvSpPr>
          <p:cNvPr id="379" name="T"/>
          <p:cNvSpPr txBox="1"/>
          <p:nvPr/>
        </p:nvSpPr>
        <p:spPr>
          <a:xfrm>
            <a:off x="4995894" y="3517801"/>
            <a:ext cx="36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73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42</a:t>
            </a:r>
            <a:endParaRPr lang="id-ID" sz="873"/>
          </a:p>
        </p:txBody>
      </p:sp>
      <p:sp>
        <p:nvSpPr>
          <p:cNvPr id="380" name="T"/>
          <p:cNvSpPr txBox="1"/>
          <p:nvPr/>
        </p:nvSpPr>
        <p:spPr>
          <a:xfrm>
            <a:off x="5382084" y="3517801"/>
            <a:ext cx="48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firespot</a:t>
            </a:r>
            <a:endParaRPr lang="id-ID" sz="873"/>
          </a:p>
        </p:txBody>
      </p:sp>
      <p:sp>
        <p:nvSpPr>
          <p:cNvPr id="381" name="K"/>
          <p:cNvSpPr/>
          <p:nvPr/>
        </p:nvSpPr>
        <p:spPr>
          <a:xfrm>
            <a:off x="5964742" y="3517801"/>
            <a:ext cx="1155436" cy="23114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382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6037894" y="3561718"/>
            <a:ext cx="143308" cy="143308"/>
          </a:xfrm>
          <a:prstGeom prst="rect">
            <a:avLst/>
          </a:prstGeom>
        </p:spPr>
      </p:pic>
      <p:sp>
        <p:nvSpPr>
          <p:cNvPr id="383" name="T"/>
          <p:cNvSpPr txBox="1"/>
          <p:nvPr/>
        </p:nvSpPr>
        <p:spPr>
          <a:xfrm>
            <a:off x="6211630" y="3517801"/>
            <a:ext cx="26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873"/>
          </a:p>
        </p:txBody>
      </p:sp>
      <p:sp>
        <p:nvSpPr>
          <p:cNvPr id="384" name="T"/>
          <p:cNvSpPr txBox="1"/>
          <p:nvPr/>
        </p:nvSpPr>
        <p:spPr>
          <a:xfrm>
            <a:off x="6481630" y="3517801"/>
            <a:ext cx="42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118</a:t>
            </a:r>
            <a:endParaRPr lang="id-ID" sz="873"/>
          </a:p>
        </p:txBody>
      </p:sp>
      <p:sp>
        <p:nvSpPr>
          <p:cNvPr id="385" name="T"/>
          <p:cNvSpPr txBox="1"/>
          <p:nvPr/>
        </p:nvSpPr>
        <p:spPr>
          <a:xfrm>
            <a:off x="6927820" y="3517801"/>
            <a:ext cx="18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873"/>
          </a:p>
        </p:txBody>
      </p:sp>
      <p:cxnSp>
        <p:nvCxnSpPr>
          <p:cNvPr id="386" name="L"/>
          <p:cNvCxnSpPr/>
          <p:nvPr/>
        </p:nvCxnSpPr>
        <p:spPr>
          <a:xfrm>
            <a:off x="676656" y="3808480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387" name="K"/>
          <p:cNvSpPr/>
          <p:nvPr/>
        </p:nvSpPr>
        <p:spPr>
          <a:xfrm>
            <a:off x="676656" y="3878523"/>
            <a:ext cx="210129" cy="210129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388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14479" y="3916346"/>
            <a:ext cx="134482" cy="134482"/>
          </a:xfrm>
          <a:prstGeom prst="rect">
            <a:avLst/>
          </a:prstGeom>
        </p:spPr>
      </p:pic>
      <p:sp>
        <p:nvSpPr>
          <p:cNvPr id="389" name="T"/>
          <p:cNvSpPr txBox="1"/>
          <p:nvPr/>
        </p:nvSpPr>
        <p:spPr>
          <a:xfrm>
            <a:off x="990000" y="3808480"/>
            <a:ext cx="207324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58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Tenggara</a:t>
            </a:r>
            <a:endParaRPr lang="id-ID" sz="1058"/>
          </a:p>
        </p:txBody>
      </p:sp>
      <p:sp>
        <p:nvSpPr>
          <p:cNvPr id="390" name="T"/>
          <p:cNvSpPr txBox="1"/>
          <p:nvPr/>
        </p:nvSpPr>
        <p:spPr>
          <a:xfrm>
            <a:off x="3291840" y="3808480"/>
            <a:ext cx="82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27.200</a:t>
            </a:r>
            <a:endParaRPr lang="id-ID" sz="1036"/>
          </a:p>
        </p:txBody>
      </p:sp>
      <p:sp>
        <p:nvSpPr>
          <p:cNvPr id="391" name="T"/>
          <p:cNvSpPr txBox="1"/>
          <p:nvPr/>
        </p:nvSpPr>
        <p:spPr>
          <a:xfrm>
            <a:off x="4142920" y="3808480"/>
            <a:ext cx="90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ha</a:t>
            </a:r>
            <a:endParaRPr lang="id-ID" sz="1036"/>
          </a:p>
        </p:txBody>
      </p:sp>
      <p:sp>
        <p:nvSpPr>
          <p:cNvPr id="392" name="K"/>
          <p:cNvSpPr/>
          <p:nvPr/>
        </p:nvSpPr>
        <p:spPr>
          <a:xfrm>
            <a:off x="4739006" y="3868017"/>
            <a:ext cx="1152584" cy="23114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393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3911934"/>
            <a:ext cx="143308" cy="143308"/>
          </a:xfrm>
          <a:prstGeom prst="rect">
            <a:avLst/>
          </a:prstGeom>
        </p:spPr>
      </p:pic>
      <p:sp>
        <p:nvSpPr>
          <p:cNvPr id="394" name="T"/>
          <p:cNvSpPr txBox="1"/>
          <p:nvPr/>
        </p:nvSpPr>
        <p:spPr>
          <a:xfrm>
            <a:off x="4995894" y="3868017"/>
            <a:ext cx="36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73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67</a:t>
            </a:r>
            <a:endParaRPr lang="id-ID" sz="873"/>
          </a:p>
        </p:txBody>
      </p:sp>
      <p:sp>
        <p:nvSpPr>
          <p:cNvPr id="395" name="T"/>
          <p:cNvSpPr txBox="1"/>
          <p:nvPr/>
        </p:nvSpPr>
        <p:spPr>
          <a:xfrm>
            <a:off x="5382084" y="3868017"/>
            <a:ext cx="48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firespot</a:t>
            </a:r>
            <a:endParaRPr lang="id-ID" sz="873"/>
          </a:p>
        </p:txBody>
      </p:sp>
      <p:sp>
        <p:nvSpPr>
          <p:cNvPr id="396" name="K"/>
          <p:cNvSpPr/>
          <p:nvPr/>
        </p:nvSpPr>
        <p:spPr>
          <a:xfrm>
            <a:off x="5964742" y="3868017"/>
            <a:ext cx="1155436" cy="23114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397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6037894" y="3911934"/>
            <a:ext cx="143308" cy="143308"/>
          </a:xfrm>
          <a:prstGeom prst="rect">
            <a:avLst/>
          </a:prstGeom>
        </p:spPr>
      </p:pic>
      <p:sp>
        <p:nvSpPr>
          <p:cNvPr id="398" name="T"/>
          <p:cNvSpPr txBox="1"/>
          <p:nvPr/>
        </p:nvSpPr>
        <p:spPr>
          <a:xfrm>
            <a:off x="6211630" y="3868017"/>
            <a:ext cx="26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873"/>
          </a:p>
        </p:txBody>
      </p:sp>
      <p:sp>
        <p:nvSpPr>
          <p:cNvPr id="399" name="T"/>
          <p:cNvSpPr txBox="1"/>
          <p:nvPr/>
        </p:nvSpPr>
        <p:spPr>
          <a:xfrm>
            <a:off x="6481630" y="3868017"/>
            <a:ext cx="42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95</a:t>
            </a:r>
            <a:endParaRPr lang="id-ID" sz="873"/>
          </a:p>
        </p:txBody>
      </p:sp>
      <p:sp>
        <p:nvSpPr>
          <p:cNvPr id="400" name="T"/>
          <p:cNvSpPr txBox="1"/>
          <p:nvPr/>
        </p:nvSpPr>
        <p:spPr>
          <a:xfrm>
            <a:off x="6927820" y="3868017"/>
            <a:ext cx="18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873"/>
          </a:p>
        </p:txBody>
      </p:sp>
      <p:cxnSp>
        <p:nvCxnSpPr>
          <p:cNvPr id="401" name="L"/>
          <p:cNvCxnSpPr/>
          <p:nvPr/>
        </p:nvCxnSpPr>
        <p:spPr>
          <a:xfrm>
            <a:off x="676656" y="4158696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402" name="K"/>
          <p:cNvSpPr/>
          <p:nvPr/>
        </p:nvSpPr>
        <p:spPr>
          <a:xfrm>
            <a:off x="676656" y="4228739"/>
            <a:ext cx="210129" cy="210129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03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14479" y="4266562"/>
            <a:ext cx="134482" cy="134482"/>
          </a:xfrm>
          <a:prstGeom prst="rect">
            <a:avLst/>
          </a:prstGeom>
        </p:spPr>
      </p:pic>
      <p:sp>
        <p:nvSpPr>
          <p:cNvPr id="404" name="T"/>
          <p:cNvSpPr txBox="1"/>
          <p:nvPr/>
        </p:nvSpPr>
        <p:spPr>
          <a:xfrm>
            <a:off x="990000" y="4158696"/>
            <a:ext cx="207324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58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Kalimantan Selatan</a:t>
            </a:r>
            <a:endParaRPr lang="id-ID" sz="1058"/>
          </a:p>
        </p:txBody>
      </p:sp>
      <p:sp>
        <p:nvSpPr>
          <p:cNvPr id="405" name="T"/>
          <p:cNvSpPr txBox="1"/>
          <p:nvPr/>
        </p:nvSpPr>
        <p:spPr>
          <a:xfrm>
            <a:off x="3291840" y="4158696"/>
            <a:ext cx="82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104.947</a:t>
            </a:r>
            <a:endParaRPr lang="id-ID" sz="1036"/>
          </a:p>
        </p:txBody>
      </p:sp>
      <p:sp>
        <p:nvSpPr>
          <p:cNvPr id="406" name="T"/>
          <p:cNvSpPr txBox="1"/>
          <p:nvPr/>
        </p:nvSpPr>
        <p:spPr>
          <a:xfrm>
            <a:off x="4142920" y="4158696"/>
            <a:ext cx="90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ha</a:t>
            </a:r>
            <a:endParaRPr lang="id-ID" sz="1036"/>
          </a:p>
        </p:txBody>
      </p:sp>
      <p:sp>
        <p:nvSpPr>
          <p:cNvPr id="407" name="K"/>
          <p:cNvSpPr/>
          <p:nvPr/>
        </p:nvSpPr>
        <p:spPr>
          <a:xfrm>
            <a:off x="4739006" y="4218233"/>
            <a:ext cx="1152584" cy="23114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408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4262150"/>
            <a:ext cx="143308" cy="143308"/>
          </a:xfrm>
          <a:prstGeom prst="rect">
            <a:avLst/>
          </a:prstGeom>
        </p:spPr>
      </p:pic>
      <p:sp>
        <p:nvSpPr>
          <p:cNvPr id="409" name="T"/>
          <p:cNvSpPr txBox="1"/>
          <p:nvPr/>
        </p:nvSpPr>
        <p:spPr>
          <a:xfrm>
            <a:off x="4995894" y="4218233"/>
            <a:ext cx="36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73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69</a:t>
            </a:r>
            <a:endParaRPr lang="id-ID" sz="873"/>
          </a:p>
        </p:txBody>
      </p:sp>
      <p:sp>
        <p:nvSpPr>
          <p:cNvPr id="410" name="T"/>
          <p:cNvSpPr txBox="1"/>
          <p:nvPr/>
        </p:nvSpPr>
        <p:spPr>
          <a:xfrm>
            <a:off x="5382084" y="4218233"/>
            <a:ext cx="48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firespot</a:t>
            </a:r>
            <a:endParaRPr lang="id-ID" sz="873"/>
          </a:p>
        </p:txBody>
      </p:sp>
      <p:sp>
        <p:nvSpPr>
          <p:cNvPr id="411" name="K"/>
          <p:cNvSpPr/>
          <p:nvPr/>
        </p:nvSpPr>
        <p:spPr>
          <a:xfrm>
            <a:off x="5964742" y="4218233"/>
            <a:ext cx="1155436" cy="23114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12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6037894" y="4262150"/>
            <a:ext cx="143308" cy="143308"/>
          </a:xfrm>
          <a:prstGeom prst="rect">
            <a:avLst/>
          </a:prstGeom>
        </p:spPr>
      </p:pic>
      <p:sp>
        <p:nvSpPr>
          <p:cNvPr id="413" name="T"/>
          <p:cNvSpPr txBox="1"/>
          <p:nvPr/>
        </p:nvSpPr>
        <p:spPr>
          <a:xfrm>
            <a:off x="6211630" y="4218233"/>
            <a:ext cx="26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873"/>
          </a:p>
        </p:txBody>
      </p:sp>
      <p:sp>
        <p:nvSpPr>
          <p:cNvPr id="414" name="T"/>
          <p:cNvSpPr txBox="1"/>
          <p:nvPr/>
        </p:nvSpPr>
        <p:spPr>
          <a:xfrm>
            <a:off x="6481630" y="4218233"/>
            <a:ext cx="42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35</a:t>
            </a:r>
            <a:endParaRPr lang="id-ID" sz="873"/>
          </a:p>
        </p:txBody>
      </p:sp>
      <p:sp>
        <p:nvSpPr>
          <p:cNvPr id="415" name="T"/>
          <p:cNvSpPr txBox="1"/>
          <p:nvPr/>
        </p:nvSpPr>
        <p:spPr>
          <a:xfrm>
            <a:off x="6927820" y="4218233"/>
            <a:ext cx="18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873"/>
          </a:p>
        </p:txBody>
      </p:sp>
      <p:cxnSp>
        <p:nvCxnSpPr>
          <p:cNvPr id="416" name="L"/>
          <p:cNvCxnSpPr/>
          <p:nvPr/>
        </p:nvCxnSpPr>
        <p:spPr>
          <a:xfrm>
            <a:off x="676656" y="4508912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417" name="K"/>
          <p:cNvSpPr/>
          <p:nvPr/>
        </p:nvSpPr>
        <p:spPr>
          <a:xfrm>
            <a:off x="676656" y="4578955"/>
            <a:ext cx="210129" cy="210129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18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14479" y="4616778"/>
            <a:ext cx="134482" cy="134482"/>
          </a:xfrm>
          <a:prstGeom prst="rect">
            <a:avLst/>
          </a:prstGeom>
        </p:spPr>
      </p:pic>
      <p:sp>
        <p:nvSpPr>
          <p:cNvPr id="419" name="T"/>
          <p:cNvSpPr txBox="1"/>
          <p:nvPr/>
        </p:nvSpPr>
        <p:spPr>
          <a:xfrm>
            <a:off x="990000" y="4508912"/>
            <a:ext cx="207324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58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Sumatera Selatan</a:t>
            </a:r>
            <a:endParaRPr lang="id-ID" sz="1058"/>
          </a:p>
        </p:txBody>
      </p:sp>
      <p:sp>
        <p:nvSpPr>
          <p:cNvPr id="420" name="T"/>
          <p:cNvSpPr txBox="1"/>
          <p:nvPr/>
        </p:nvSpPr>
        <p:spPr>
          <a:xfrm>
            <a:off x="3291840" y="4508912"/>
            <a:ext cx="82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212.464</a:t>
            </a:r>
            <a:endParaRPr lang="id-ID" sz="1036"/>
          </a:p>
        </p:txBody>
      </p:sp>
      <p:sp>
        <p:nvSpPr>
          <p:cNvPr id="421" name="T"/>
          <p:cNvSpPr txBox="1"/>
          <p:nvPr/>
        </p:nvSpPr>
        <p:spPr>
          <a:xfrm>
            <a:off x="4142920" y="4508912"/>
            <a:ext cx="90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ha</a:t>
            </a:r>
            <a:endParaRPr lang="id-ID" sz="1036"/>
          </a:p>
        </p:txBody>
      </p:sp>
      <p:sp>
        <p:nvSpPr>
          <p:cNvPr id="422" name="K"/>
          <p:cNvSpPr/>
          <p:nvPr/>
        </p:nvSpPr>
        <p:spPr>
          <a:xfrm>
            <a:off x="4739006" y="4568449"/>
            <a:ext cx="1152584" cy="231142"/>
          </a:xfrm>
          <a:prstGeom prst="roundRect">
            <a:avLst>
              <a:gd name="adj" fmla="val 50000"/>
            </a:avLst>
          </a:prstGeom>
          <a:solidFill>
            <a:srgbClr val="E6EAF0"/>
          </a:solidFill>
          <a:ln>
            <a:noFill/>
          </a:ln>
        </p:spPr>
      </p:sp>
      <p:pic>
        <p:nvPicPr>
          <p:cNvPr id="423" name="G"/>
          <p:cNvPicPr>
            <a:picLocks noChangeAspect="1"/>
          </p:cNvPicPr>
          <p:nvPr/>
        </p:nvPicPr>
        <p:blipFill>
          <a:blip r:embed="rIdM3"/>
          <a:stretch>
            <a:fillRect/>
          </a:stretch>
        </p:blipFill>
        <p:spPr>
          <a:xfrm>
            <a:off x="4812158" y="4612366"/>
            <a:ext cx="143308" cy="143308"/>
          </a:xfrm>
          <a:prstGeom prst="rect">
            <a:avLst/>
          </a:prstGeom>
        </p:spPr>
      </p:pic>
      <p:sp>
        <p:nvSpPr>
          <p:cNvPr id="424" name="T"/>
          <p:cNvSpPr txBox="1"/>
          <p:nvPr/>
        </p:nvSpPr>
        <p:spPr>
          <a:xfrm>
            <a:off x="4995894" y="4568449"/>
            <a:ext cx="36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73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51</a:t>
            </a:r>
            <a:endParaRPr lang="id-ID" sz="873"/>
          </a:p>
        </p:txBody>
      </p:sp>
      <p:sp>
        <p:nvSpPr>
          <p:cNvPr id="425" name="T"/>
          <p:cNvSpPr txBox="1"/>
          <p:nvPr/>
        </p:nvSpPr>
        <p:spPr>
          <a:xfrm>
            <a:off x="5382084" y="4568449"/>
            <a:ext cx="48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051C2C"/>
                </a:solidFill>
                <a:latin typeface="Roboto"/>
                <a:ea typeface="Roboto"/>
                <a:cs typeface="Roboto"/>
              </a:rPr>
              <a:t>firespot</a:t>
            </a:r>
            <a:endParaRPr lang="id-ID" sz="873"/>
          </a:p>
        </p:txBody>
      </p:sp>
      <p:sp>
        <p:nvSpPr>
          <p:cNvPr id="426" name="K"/>
          <p:cNvSpPr/>
          <p:nvPr/>
        </p:nvSpPr>
        <p:spPr>
          <a:xfrm>
            <a:off x="5964742" y="4568449"/>
            <a:ext cx="1155436" cy="23114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27" name="G"/>
          <p:cNvPicPr>
            <a:picLocks noChangeAspect="1"/>
          </p:cNvPicPr>
          <p:nvPr/>
        </p:nvPicPr>
        <p:blipFill>
          <a:blip r:embed="rIdM4"/>
          <a:stretch>
            <a:fillRect/>
          </a:stretch>
        </p:blipFill>
        <p:spPr>
          <a:xfrm>
            <a:off x="6037894" y="4612366"/>
            <a:ext cx="143308" cy="143308"/>
          </a:xfrm>
          <a:prstGeom prst="rect">
            <a:avLst/>
          </a:prstGeom>
        </p:spPr>
      </p:pic>
      <p:sp>
        <p:nvSpPr>
          <p:cNvPr id="428" name="T"/>
          <p:cNvSpPr txBox="1"/>
          <p:nvPr/>
        </p:nvSpPr>
        <p:spPr>
          <a:xfrm>
            <a:off x="6211630" y="4568449"/>
            <a:ext cx="26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sisa</a:t>
            </a:r>
            <a:endParaRPr lang="id-ID" sz="873"/>
          </a:p>
        </p:txBody>
      </p:sp>
      <p:sp>
        <p:nvSpPr>
          <p:cNvPr id="429" name="T"/>
          <p:cNvSpPr txBox="1"/>
          <p:nvPr/>
        </p:nvSpPr>
        <p:spPr>
          <a:xfrm>
            <a:off x="6481630" y="4568449"/>
            <a:ext cx="42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± 23</a:t>
            </a:r>
            <a:endParaRPr lang="id-ID" sz="873"/>
          </a:p>
        </p:txBody>
      </p:sp>
      <p:sp>
        <p:nvSpPr>
          <p:cNvPr id="430" name="T"/>
          <p:cNvSpPr txBox="1"/>
          <p:nvPr/>
        </p:nvSpPr>
        <p:spPr>
          <a:xfrm>
            <a:off x="6927820" y="4568449"/>
            <a:ext cx="180000" cy="23114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73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ha</a:t>
            </a:r>
            <a:endParaRPr lang="id-ID" sz="873"/>
          </a:p>
        </p:txBody>
      </p:sp>
      <p:cxnSp>
        <p:nvCxnSpPr>
          <p:cNvPr id="431" name="L"/>
          <p:cNvCxnSpPr/>
          <p:nvPr/>
        </p:nvCxnSpPr>
        <p:spPr>
          <a:xfrm>
            <a:off x="676656" y="4859128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432" name="K"/>
          <p:cNvSpPr/>
          <p:nvPr/>
        </p:nvSpPr>
        <p:spPr>
          <a:xfrm>
            <a:off x="676656" y="4929171"/>
            <a:ext cx="210129" cy="21012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433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714479" y="4966994"/>
            <a:ext cx="134482" cy="134482"/>
          </a:xfrm>
          <a:prstGeom prst="rect">
            <a:avLst/>
          </a:prstGeom>
        </p:spPr>
      </p:pic>
      <p:sp>
        <p:nvSpPr>
          <p:cNvPr id="434" name="T"/>
          <p:cNvSpPr txBox="1"/>
          <p:nvPr/>
        </p:nvSpPr>
        <p:spPr>
          <a:xfrm>
            <a:off x="990000" y="4859128"/>
            <a:ext cx="207324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58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Riau</a:t>
            </a:r>
            <a:endParaRPr lang="id-ID" sz="1058"/>
          </a:p>
        </p:txBody>
      </p:sp>
      <p:sp>
        <p:nvSpPr>
          <p:cNvPr id="435" name="T"/>
          <p:cNvSpPr txBox="1"/>
          <p:nvPr/>
        </p:nvSpPr>
        <p:spPr>
          <a:xfrm>
            <a:off x="3291840" y="4859128"/>
            <a:ext cx="82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26.943</a:t>
            </a:r>
            <a:endParaRPr lang="id-ID" sz="1036"/>
          </a:p>
        </p:txBody>
      </p:sp>
      <p:sp>
        <p:nvSpPr>
          <p:cNvPr id="436" name="T"/>
          <p:cNvSpPr txBox="1"/>
          <p:nvPr/>
        </p:nvSpPr>
        <p:spPr>
          <a:xfrm>
            <a:off x="4142920" y="4859128"/>
            <a:ext cx="90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ha</a:t>
            </a:r>
            <a:endParaRPr lang="id-ID" sz="1036"/>
          </a:p>
        </p:txBody>
      </p:sp>
      <p:cxnSp>
        <p:nvCxnSpPr>
          <p:cNvPr id="437" name="L"/>
          <p:cNvCxnSpPr/>
          <p:nvPr/>
        </p:nvCxnSpPr>
        <p:spPr>
          <a:xfrm>
            <a:off x="676656" y="5209344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438" name="K"/>
          <p:cNvSpPr/>
          <p:nvPr/>
        </p:nvSpPr>
        <p:spPr>
          <a:xfrm>
            <a:off x="676656" y="5279387"/>
            <a:ext cx="210129" cy="21012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439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714479" y="5317210"/>
            <a:ext cx="134482" cy="134482"/>
          </a:xfrm>
          <a:prstGeom prst="rect">
            <a:avLst/>
          </a:prstGeom>
        </p:spPr>
      </p:pic>
      <p:sp>
        <p:nvSpPr>
          <p:cNvPr id="440" name="T"/>
          <p:cNvSpPr txBox="1"/>
          <p:nvPr/>
        </p:nvSpPr>
        <p:spPr>
          <a:xfrm>
            <a:off x="990000" y="5209344"/>
            <a:ext cx="207324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58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Jambi</a:t>
            </a:r>
            <a:endParaRPr lang="id-ID" sz="1058"/>
          </a:p>
        </p:txBody>
      </p:sp>
      <p:sp>
        <p:nvSpPr>
          <p:cNvPr id="441" name="T"/>
          <p:cNvSpPr txBox="1"/>
          <p:nvPr/>
        </p:nvSpPr>
        <p:spPr>
          <a:xfrm>
            <a:off x="3291840" y="5209344"/>
            <a:ext cx="82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35.198</a:t>
            </a:r>
            <a:endParaRPr lang="id-ID" sz="1036"/>
          </a:p>
        </p:txBody>
      </p:sp>
      <p:sp>
        <p:nvSpPr>
          <p:cNvPr id="442" name="T"/>
          <p:cNvSpPr txBox="1"/>
          <p:nvPr/>
        </p:nvSpPr>
        <p:spPr>
          <a:xfrm>
            <a:off x="4142920" y="5209344"/>
            <a:ext cx="90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ha</a:t>
            </a:r>
            <a:endParaRPr lang="id-ID" sz="1036"/>
          </a:p>
        </p:txBody>
      </p:sp>
      <p:cxnSp>
        <p:nvCxnSpPr>
          <p:cNvPr id="443" name="L"/>
          <p:cNvCxnSpPr/>
          <p:nvPr/>
        </p:nvCxnSpPr>
        <p:spPr>
          <a:xfrm>
            <a:off x="676656" y="5559560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444" name="K"/>
          <p:cNvSpPr/>
          <p:nvPr/>
        </p:nvSpPr>
        <p:spPr>
          <a:xfrm>
            <a:off x="676656" y="5629603"/>
            <a:ext cx="210129" cy="21012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445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714479" y="5667426"/>
            <a:ext cx="134482" cy="134482"/>
          </a:xfrm>
          <a:prstGeom prst="rect">
            <a:avLst/>
          </a:prstGeom>
        </p:spPr>
      </p:pic>
      <p:sp>
        <p:nvSpPr>
          <p:cNvPr id="446" name="T"/>
          <p:cNvSpPr txBox="1"/>
          <p:nvPr/>
        </p:nvSpPr>
        <p:spPr>
          <a:xfrm>
            <a:off x="990000" y="5559560"/>
            <a:ext cx="207324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58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Lampung</a:t>
            </a:r>
            <a:r>
              <a:rPr lang="id-ID" sz="1058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, TN Way Kambas</a:t>
            </a:r>
            <a:endParaRPr lang="id-ID" sz="1058"/>
          </a:p>
        </p:txBody>
      </p:sp>
      <p:sp>
        <p:nvSpPr>
          <p:cNvPr id="447" name="T"/>
          <p:cNvSpPr txBox="1"/>
          <p:nvPr/>
        </p:nvSpPr>
        <p:spPr>
          <a:xfrm>
            <a:off x="3291840" y="5559560"/>
            <a:ext cx="82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2.304</a:t>
            </a:r>
            <a:endParaRPr lang="id-ID" sz="1036"/>
          </a:p>
        </p:txBody>
      </p:sp>
      <p:sp>
        <p:nvSpPr>
          <p:cNvPr id="448" name="T"/>
          <p:cNvSpPr txBox="1"/>
          <p:nvPr/>
        </p:nvSpPr>
        <p:spPr>
          <a:xfrm>
            <a:off x="4142920" y="5559560"/>
            <a:ext cx="90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ha</a:t>
            </a:r>
            <a:endParaRPr lang="id-ID" sz="1036"/>
          </a:p>
        </p:txBody>
      </p:sp>
      <p:cxnSp>
        <p:nvCxnSpPr>
          <p:cNvPr id="449" name="L"/>
          <p:cNvCxnSpPr/>
          <p:nvPr/>
        </p:nvCxnSpPr>
        <p:spPr>
          <a:xfrm>
            <a:off x="676656" y="5909776"/>
            <a:ext cx="6464808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450" name="K"/>
          <p:cNvSpPr/>
          <p:nvPr/>
        </p:nvSpPr>
        <p:spPr>
          <a:xfrm>
            <a:off x="676656" y="5979819"/>
            <a:ext cx="210129" cy="210129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451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714479" y="6017642"/>
            <a:ext cx="134482" cy="134482"/>
          </a:xfrm>
          <a:prstGeom prst="rect">
            <a:avLst/>
          </a:prstGeom>
        </p:spPr>
      </p:pic>
      <p:sp>
        <p:nvSpPr>
          <p:cNvPr id="452" name="T"/>
          <p:cNvSpPr txBox="1"/>
          <p:nvPr/>
        </p:nvSpPr>
        <p:spPr>
          <a:xfrm>
            <a:off x="990000" y="5909776"/>
            <a:ext cx="207324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58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Jawa Barat</a:t>
            </a:r>
            <a:r>
              <a:rPr lang="id-ID" sz="1058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, Kuningan</a:t>
            </a:r>
            <a:endParaRPr lang="id-ID" sz="1058"/>
          </a:p>
        </p:txBody>
      </p:sp>
      <p:sp>
        <p:nvSpPr>
          <p:cNvPr id="453" name="T"/>
          <p:cNvSpPr txBox="1"/>
          <p:nvPr/>
        </p:nvSpPr>
        <p:spPr>
          <a:xfrm>
            <a:off x="3291840" y="5909776"/>
            <a:ext cx="82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± 251</a:t>
            </a:r>
            <a:endParaRPr lang="id-ID" sz="1036"/>
          </a:p>
        </p:txBody>
      </p:sp>
      <p:sp>
        <p:nvSpPr>
          <p:cNvPr id="454" name="T"/>
          <p:cNvSpPr txBox="1"/>
          <p:nvPr/>
        </p:nvSpPr>
        <p:spPr>
          <a:xfrm>
            <a:off x="4142920" y="5909776"/>
            <a:ext cx="900000" cy="3502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1036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ha</a:t>
            </a:r>
            <a:endParaRPr lang="id-ID" sz="1036"/>
          </a:p>
        </p:txBody>
      </p:sp>
      <p:sp>
        <p:nvSpPr>
          <p:cNvPr id="489" name="K"/>
          <p:cNvSpPr/>
          <p:nvPr/>
        </p:nvSpPr>
        <p:spPr>
          <a:xfrm>
            <a:off x="7406640" y="1325880"/>
            <a:ext cx="4236415" cy="2916936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490" name="K"/>
          <p:cNvSpPr/>
          <p:nvPr/>
        </p:nvSpPr>
        <p:spPr>
          <a:xfrm>
            <a:off x="7406640" y="1325880"/>
            <a:ext cx="4236415" cy="457200"/>
          </a:xfrm>
          <a:prstGeom prst="roundRect">
            <a:avLst>
              <a:gd name="adj" fmla="val 16000"/>
            </a:avLst>
          </a:prstGeom>
          <a:solidFill>
            <a:srgbClr val="F4ECDC"/>
          </a:solidFill>
          <a:ln>
            <a:noFill/>
          </a:ln>
        </p:spPr>
      </p:sp>
      <p:sp>
        <p:nvSpPr>
          <p:cNvPr id="491" name="K"/>
          <p:cNvSpPr/>
          <p:nvPr/>
        </p:nvSpPr>
        <p:spPr>
          <a:xfrm>
            <a:off x="7406640" y="1600200"/>
            <a:ext cx="4236415" cy="182880"/>
          </a:xfrm>
          <a:prstGeom prst="rect">
            <a:avLst/>
          </a:prstGeom>
          <a:solidFill>
            <a:srgbClr val="F4ECDC"/>
          </a:solidFill>
          <a:ln>
            <a:noFill/>
          </a:ln>
        </p:spPr>
      </p:sp>
      <p:sp>
        <p:nvSpPr>
          <p:cNvPr id="492" name="K"/>
          <p:cNvSpPr/>
          <p:nvPr/>
        </p:nvSpPr>
        <p:spPr>
          <a:xfrm>
            <a:off x="7534656" y="1408176"/>
            <a:ext cx="292608" cy="292608"/>
          </a:xfrm>
          <a:prstGeom prst="ellipse">
            <a:avLst/>
          </a:prstGeom>
          <a:solidFill>
            <a:srgbClr val="B08A3E"/>
          </a:solidFill>
          <a:ln>
            <a:noFill/>
          </a:ln>
        </p:spPr>
      </p:sp>
      <p:pic>
        <p:nvPicPr>
          <p:cNvPr id="493" name="G"/>
          <p:cNvPicPr>
            <a:picLocks noChangeAspect="1"/>
          </p:cNvPicPr>
          <p:nvPr/>
        </p:nvPicPr>
        <p:blipFill>
          <a:blip r:embed="rIdM13"/>
          <a:stretch>
            <a:fillRect/>
          </a:stretch>
        </p:blipFill>
        <p:spPr>
          <a:xfrm>
            <a:off x="7589520" y="1463040"/>
            <a:ext cx="182880" cy="182880"/>
          </a:xfrm>
          <a:prstGeom prst="rect">
            <a:avLst/>
          </a:prstGeom>
        </p:spPr>
      </p:pic>
      <p:sp>
        <p:nvSpPr>
          <p:cNvPr id="494" name="T"/>
          <p:cNvSpPr txBox="1"/>
          <p:nvPr/>
        </p:nvSpPr>
        <p:spPr>
          <a:xfrm>
            <a:off x="7909560" y="1325880"/>
            <a:ext cx="3136415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1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Kekeringan</a:t>
            </a:r>
            <a:endParaRPr lang="id-ID" sz="1100"/>
          </a:p>
        </p:txBody>
      </p:sp>
      <p:sp>
        <p:nvSpPr>
          <p:cNvPr id="495" name="T"/>
          <p:cNvSpPr txBox="1"/>
          <p:nvPr/>
        </p:nvSpPr>
        <p:spPr>
          <a:xfrm>
            <a:off x="11002975" y="1325880"/>
            <a:ext cx="512064" cy="45720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800" b="1" dirty="0">
                <a:solidFill>
                  <a:srgbClr val="B08A3E"/>
                </a:solidFill>
                <a:latin typeface="Roboto"/>
                <a:ea typeface="Roboto"/>
                <a:cs typeface="Roboto"/>
              </a:rPr>
              <a:t>9</a:t>
            </a:r>
            <a:endParaRPr lang="id-ID" sz="1800"/>
          </a:p>
        </p:txBody>
      </p:sp>
      <p:sp>
        <p:nvSpPr>
          <p:cNvPr id="496" name="T"/>
          <p:cNvSpPr txBox="1"/>
          <p:nvPr/>
        </p:nvSpPr>
        <p:spPr>
          <a:xfrm>
            <a:off x="7571232" y="1856232"/>
            <a:ext cx="1200000" cy="146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00" b="1" spc="6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LOKASI</a:t>
            </a:r>
            <a:endParaRPr lang="id-ID" sz="620"/>
          </a:p>
        </p:txBody>
      </p:sp>
      <p:sp>
        <p:nvSpPr>
          <p:cNvPr id="497" name="T"/>
          <p:cNvSpPr txBox="1"/>
          <p:nvPr/>
        </p:nvSpPr>
        <p:spPr>
          <a:xfrm>
            <a:off x="8650000" y="1856232"/>
            <a:ext cx="1200000" cy="146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00" b="1" spc="6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TERDAMPAK</a:t>
            </a:r>
            <a:endParaRPr lang="id-ID" sz="620"/>
          </a:p>
        </p:txBody>
      </p:sp>
      <p:sp>
        <p:nvSpPr>
          <p:cNvPr id="498" name="T"/>
          <p:cNvSpPr txBox="1"/>
          <p:nvPr/>
        </p:nvSpPr>
        <p:spPr>
          <a:xfrm>
            <a:off x="9930000" y="1856232"/>
            <a:ext cx="1200000" cy="146304"/>
          </a:xfrm>
          <a:prstGeom prst="rect">
            <a:avLst/>
          </a:prstGeom>
          <a:noFill/>
        </p:spPr>
        <p:txBody>
          <a:bodyPr wrap="square" lIns="0" tIns="0" rIns="0" bIns="0" anchor="t"/>
          <a:lstStyle/>
          <a:p>
            <a:pPr algn="l">
              <a:buNone/>
            </a:pPr>
            <a:r>
              <a:rPr lang="id-ID" sz="700" b="1" spc="6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BANTUAN AIR</a:t>
            </a:r>
            <a:endParaRPr lang="id-ID" sz="620"/>
          </a:p>
        </p:txBody>
      </p:sp>
      <p:cxnSp>
        <p:nvCxnSpPr>
          <p:cNvPr id="499" name="L"/>
          <p:cNvCxnSpPr/>
          <p:nvPr/>
        </p:nvCxnSpPr>
        <p:spPr>
          <a:xfrm>
            <a:off x="7571232" y="2020824"/>
            <a:ext cx="3907231" cy="0"/>
          </a:xfrm>
          <a:prstGeom prst="line">
            <a:avLst/>
          </a:prstGeom>
          <a:ln w="9525">
            <a:solidFill>
              <a:srgbClr val="1A1A1A"/>
            </a:solidFill>
          </a:ln>
        </p:spPr>
      </p:cxnSp>
      <p:sp>
        <p:nvSpPr>
          <p:cNvPr id="500" name="K"/>
          <p:cNvSpPr/>
          <p:nvPr/>
        </p:nvSpPr>
        <p:spPr>
          <a:xfrm>
            <a:off x="7571232" y="2056010"/>
            <a:ext cx="3907231" cy="177429"/>
          </a:xfrm>
          <a:prstGeom prst="roundRect">
            <a:avLst>
              <a:gd name="adj" fmla="val 12000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501" name="T"/>
          <p:cNvSpPr txBox="1"/>
          <p:nvPr/>
        </p:nvSpPr>
        <p:spPr>
          <a:xfrm>
            <a:off x="7662672" y="2039112"/>
            <a:ext cx="1000000" cy="2112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0" b="1" spc="60" dirty="0">
                <a:solidFill>
                  <a:srgbClr val="6B7280"/>
                </a:solidFill>
                <a:latin typeface="Roboto"/>
                <a:ea typeface="Roboto"/>
                <a:cs typeface="Roboto"/>
              </a:rPr>
              <a:t>TOTAL</a:t>
            </a:r>
            <a:endParaRPr lang="id-ID" sz="700"/>
          </a:p>
        </p:txBody>
      </p:sp>
      <p:sp>
        <p:nvSpPr>
          <p:cNvPr id="502" name="T"/>
          <p:cNvSpPr txBox="1"/>
          <p:nvPr/>
        </p:nvSpPr>
        <p:spPr>
          <a:xfrm>
            <a:off x="8620000" y="2039112"/>
            <a:ext cx="38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77.555</a:t>
            </a:r>
            <a:endParaRPr lang="id-ID" sz="800"/>
          </a:p>
        </p:txBody>
      </p:sp>
      <p:sp>
        <p:nvSpPr>
          <p:cNvPr id="503" name="T"/>
          <p:cNvSpPr txBox="1"/>
          <p:nvPr/>
        </p:nvSpPr>
        <p:spPr>
          <a:xfrm>
            <a:off x="9024000" y="2039112"/>
            <a:ext cx="20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KK</a:t>
            </a:r>
            <a:endParaRPr lang="id-ID" sz="800"/>
          </a:p>
        </p:txBody>
      </p:sp>
      <p:sp>
        <p:nvSpPr>
          <p:cNvPr id="504" name="T"/>
          <p:cNvSpPr txBox="1"/>
          <p:nvPr/>
        </p:nvSpPr>
        <p:spPr>
          <a:xfrm>
            <a:off x="9240000" y="2039112"/>
            <a:ext cx="40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267.913</a:t>
            </a:r>
            <a:endParaRPr lang="id-ID" sz="800"/>
          </a:p>
        </p:txBody>
      </p:sp>
      <p:sp>
        <p:nvSpPr>
          <p:cNvPr id="505" name="T"/>
          <p:cNvSpPr txBox="1"/>
          <p:nvPr/>
        </p:nvSpPr>
        <p:spPr>
          <a:xfrm>
            <a:off x="9664000" y="2039112"/>
            <a:ext cx="26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jiwa</a:t>
            </a:r>
            <a:endParaRPr lang="id-ID" sz="800"/>
          </a:p>
        </p:txBody>
      </p:sp>
      <p:sp>
        <p:nvSpPr>
          <p:cNvPr id="506" name="K"/>
          <p:cNvSpPr/>
          <p:nvPr/>
        </p:nvSpPr>
        <p:spPr>
          <a:xfrm>
            <a:off x="9930000" y="2062429"/>
            <a:ext cx="88000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8A3E"/>
            </a:solidFill>
          </a:ln>
        </p:spPr>
      </p:sp>
      <p:pic>
        <p:nvPicPr>
          <p:cNvPr id="507" name="G"/>
          <p:cNvPicPr>
            <a:picLocks noChangeAspect="1"/>
          </p:cNvPicPr>
          <p:nvPr/>
        </p:nvPicPr>
        <p:blipFill>
          <a:blip r:embed="rIdM14"/>
          <a:stretch>
            <a:fillRect/>
          </a:stretch>
        </p:blipFill>
        <p:spPr>
          <a:xfrm>
            <a:off x="9985000" y="2094429"/>
            <a:ext cx="100584" cy="100584"/>
          </a:xfrm>
          <a:prstGeom prst="rect">
            <a:avLst/>
          </a:prstGeom>
        </p:spPr>
      </p:pic>
      <p:sp>
        <p:nvSpPr>
          <p:cNvPr id="508" name="T"/>
          <p:cNvSpPr txBox="1"/>
          <p:nvPr/>
        </p:nvSpPr>
        <p:spPr>
          <a:xfrm>
            <a:off x="10120000" y="2062429"/>
            <a:ext cx="43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8A6A2E"/>
                </a:solidFill>
                <a:latin typeface="Roboto"/>
                <a:ea typeface="Roboto"/>
                <a:cs typeface="Roboto"/>
              </a:rPr>
              <a:t>3.021.700</a:t>
            </a:r>
            <a:endParaRPr lang="id-ID" sz="720"/>
          </a:p>
        </p:txBody>
      </p:sp>
      <p:sp>
        <p:nvSpPr>
          <p:cNvPr id="509" name="T"/>
          <p:cNvSpPr txBox="1"/>
          <p:nvPr/>
        </p:nvSpPr>
        <p:spPr>
          <a:xfrm>
            <a:off x="10571600" y="2062429"/>
            <a:ext cx="2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8A6A2E"/>
                </a:solidFill>
                <a:latin typeface="Roboto"/>
                <a:ea typeface="Roboto"/>
                <a:cs typeface="Roboto"/>
              </a:rPr>
              <a:t>liter</a:t>
            </a:r>
            <a:endParaRPr lang="id-ID" sz="720"/>
          </a:p>
        </p:txBody>
      </p:sp>
      <p:sp>
        <p:nvSpPr>
          <p:cNvPr id="510" name="K"/>
          <p:cNvSpPr/>
          <p:nvPr/>
        </p:nvSpPr>
        <p:spPr>
          <a:xfrm>
            <a:off x="10870000" y="2062429"/>
            <a:ext cx="608463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B08A3E"/>
            </a:solidFill>
          </a:ln>
        </p:spPr>
      </p:sp>
      <p:pic>
        <p:nvPicPr>
          <p:cNvPr id="511" name="G"/>
          <p:cNvPicPr>
            <a:picLocks noChangeAspect="1"/>
          </p:cNvPicPr>
          <p:nvPr/>
        </p:nvPicPr>
        <p:blipFill>
          <a:blip r:embed="rIdM15"/>
          <a:stretch>
            <a:fillRect/>
          </a:stretch>
        </p:blipFill>
        <p:spPr>
          <a:xfrm>
            <a:off x="10910000" y="2089861"/>
            <a:ext cx="109728" cy="109728"/>
          </a:xfrm>
          <a:prstGeom prst="rect">
            <a:avLst/>
          </a:prstGeom>
        </p:spPr>
      </p:pic>
      <p:sp>
        <p:nvSpPr>
          <p:cNvPr id="512" name="T"/>
          <p:cNvSpPr txBox="1"/>
          <p:nvPr/>
        </p:nvSpPr>
        <p:spPr>
          <a:xfrm>
            <a:off x="11050000" y="2062429"/>
            <a:ext cx="12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8A6A2E"/>
                </a:solidFill>
                <a:latin typeface="Roboto"/>
                <a:ea typeface="Roboto"/>
                <a:cs typeface="Roboto"/>
              </a:rPr>
              <a:t>55</a:t>
            </a:r>
            <a:endParaRPr lang="id-ID" sz="720"/>
          </a:p>
        </p:txBody>
      </p:sp>
      <p:sp>
        <p:nvSpPr>
          <p:cNvPr id="513" name="T"/>
          <p:cNvSpPr txBox="1"/>
          <p:nvPr/>
        </p:nvSpPr>
        <p:spPr>
          <a:xfrm>
            <a:off x="11191600" y="2062429"/>
            <a:ext cx="3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8A6A2E"/>
                </a:solidFill>
                <a:latin typeface="Roboto"/>
                <a:ea typeface="Roboto"/>
                <a:cs typeface="Roboto"/>
              </a:rPr>
              <a:t>tangki</a:t>
            </a:r>
            <a:endParaRPr lang="id-ID" sz="720"/>
          </a:p>
        </p:txBody>
      </p:sp>
      <p:sp>
        <p:nvSpPr>
          <p:cNvPr id="514" name="K"/>
          <p:cNvSpPr/>
          <p:nvPr/>
        </p:nvSpPr>
        <p:spPr>
          <a:xfrm>
            <a:off x="7571232" y="2273655"/>
            <a:ext cx="164592" cy="16459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15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00858" y="2303281"/>
            <a:ext cx="105338" cy="105338"/>
          </a:xfrm>
          <a:prstGeom prst="rect">
            <a:avLst/>
          </a:prstGeom>
        </p:spPr>
      </p:pic>
      <p:sp>
        <p:nvSpPr>
          <p:cNvPr id="516" name="T"/>
          <p:cNvSpPr txBox="1"/>
          <p:nvPr/>
        </p:nvSpPr>
        <p:spPr>
          <a:xfrm>
            <a:off x="7799832" y="2250338"/>
            <a:ext cx="1100000" cy="2112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Tangerang Selatan</a:t>
            </a:r>
            <a:endParaRPr lang="id-ID" sz="750"/>
          </a:p>
        </p:txBody>
      </p:sp>
      <p:sp>
        <p:nvSpPr>
          <p:cNvPr id="517" name="T"/>
          <p:cNvSpPr txBox="1"/>
          <p:nvPr/>
        </p:nvSpPr>
        <p:spPr>
          <a:xfrm>
            <a:off x="8620000" y="2250338"/>
            <a:ext cx="38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3.523</a:t>
            </a:r>
            <a:endParaRPr lang="id-ID" sz="800"/>
          </a:p>
        </p:txBody>
      </p:sp>
      <p:sp>
        <p:nvSpPr>
          <p:cNvPr id="518" name="T"/>
          <p:cNvSpPr txBox="1"/>
          <p:nvPr/>
        </p:nvSpPr>
        <p:spPr>
          <a:xfrm>
            <a:off x="9024000" y="2250338"/>
            <a:ext cx="20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KK</a:t>
            </a:r>
            <a:endParaRPr lang="id-ID" sz="800"/>
          </a:p>
        </p:txBody>
      </p:sp>
      <p:sp>
        <p:nvSpPr>
          <p:cNvPr id="519" name="T"/>
          <p:cNvSpPr txBox="1"/>
          <p:nvPr/>
        </p:nvSpPr>
        <p:spPr>
          <a:xfrm>
            <a:off x="9240000" y="2250338"/>
            <a:ext cx="40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13.265</a:t>
            </a:r>
            <a:endParaRPr lang="id-ID" sz="800"/>
          </a:p>
        </p:txBody>
      </p:sp>
      <p:sp>
        <p:nvSpPr>
          <p:cNvPr id="520" name="T"/>
          <p:cNvSpPr txBox="1"/>
          <p:nvPr/>
        </p:nvSpPr>
        <p:spPr>
          <a:xfrm>
            <a:off x="9664000" y="2250338"/>
            <a:ext cx="26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jiwa</a:t>
            </a:r>
            <a:endParaRPr lang="id-ID" sz="800"/>
          </a:p>
        </p:txBody>
      </p:sp>
      <p:sp>
        <p:nvSpPr>
          <p:cNvPr id="521" name="K"/>
          <p:cNvSpPr/>
          <p:nvPr/>
        </p:nvSpPr>
        <p:spPr>
          <a:xfrm>
            <a:off x="9930000" y="2273655"/>
            <a:ext cx="88000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522" name="G"/>
          <p:cNvPicPr>
            <a:picLocks noChangeAspect="1"/>
          </p:cNvPicPr>
          <p:nvPr/>
        </p:nvPicPr>
        <p:blipFill>
          <a:blip r:embed="rIdM14"/>
          <a:stretch>
            <a:fillRect/>
          </a:stretch>
        </p:blipFill>
        <p:spPr>
          <a:xfrm>
            <a:off x="9985000" y="2305655"/>
            <a:ext cx="100584" cy="100584"/>
          </a:xfrm>
          <a:prstGeom prst="rect">
            <a:avLst/>
          </a:prstGeom>
        </p:spPr>
      </p:pic>
      <p:sp>
        <p:nvSpPr>
          <p:cNvPr id="523" name="T"/>
          <p:cNvSpPr txBox="1"/>
          <p:nvPr/>
        </p:nvSpPr>
        <p:spPr>
          <a:xfrm>
            <a:off x="10120000" y="2273655"/>
            <a:ext cx="43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2.684.100</a:t>
            </a:r>
            <a:endParaRPr lang="id-ID" sz="720"/>
          </a:p>
        </p:txBody>
      </p:sp>
      <p:sp>
        <p:nvSpPr>
          <p:cNvPr id="524" name="T"/>
          <p:cNvSpPr txBox="1"/>
          <p:nvPr/>
        </p:nvSpPr>
        <p:spPr>
          <a:xfrm>
            <a:off x="10571600" y="2273655"/>
            <a:ext cx="2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liter</a:t>
            </a:r>
            <a:endParaRPr lang="id-ID" sz="720"/>
          </a:p>
        </p:txBody>
      </p:sp>
      <p:cxnSp>
        <p:nvCxnSpPr>
          <p:cNvPr id="525" name="L"/>
          <p:cNvCxnSpPr/>
          <p:nvPr/>
        </p:nvCxnSpPr>
        <p:spPr>
          <a:xfrm>
            <a:off x="7571232" y="2461564"/>
            <a:ext cx="3907231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526" name="K"/>
          <p:cNvSpPr/>
          <p:nvPr/>
        </p:nvSpPr>
        <p:spPr>
          <a:xfrm>
            <a:off x="7571232" y="2484881"/>
            <a:ext cx="164592" cy="16459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27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00858" y="2514507"/>
            <a:ext cx="105338" cy="105338"/>
          </a:xfrm>
          <a:prstGeom prst="rect">
            <a:avLst/>
          </a:prstGeom>
        </p:spPr>
      </p:pic>
      <p:sp>
        <p:nvSpPr>
          <p:cNvPr id="528" name="T"/>
          <p:cNvSpPr txBox="1"/>
          <p:nvPr/>
        </p:nvSpPr>
        <p:spPr>
          <a:xfrm>
            <a:off x="7799832" y="2461564"/>
            <a:ext cx="1100000" cy="2112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Bogor</a:t>
            </a:r>
            <a:endParaRPr lang="id-ID" sz="850"/>
          </a:p>
        </p:txBody>
      </p:sp>
      <p:sp>
        <p:nvSpPr>
          <p:cNvPr id="529" name="T"/>
          <p:cNvSpPr txBox="1"/>
          <p:nvPr/>
        </p:nvSpPr>
        <p:spPr>
          <a:xfrm>
            <a:off x="8620000" y="2461564"/>
            <a:ext cx="38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41.061</a:t>
            </a:r>
            <a:endParaRPr lang="id-ID" sz="800"/>
          </a:p>
        </p:txBody>
      </p:sp>
      <p:sp>
        <p:nvSpPr>
          <p:cNvPr id="530" name="T"/>
          <p:cNvSpPr txBox="1"/>
          <p:nvPr/>
        </p:nvSpPr>
        <p:spPr>
          <a:xfrm>
            <a:off x="9024000" y="2461564"/>
            <a:ext cx="20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KK</a:t>
            </a:r>
            <a:endParaRPr lang="id-ID" sz="800"/>
          </a:p>
        </p:txBody>
      </p:sp>
      <p:sp>
        <p:nvSpPr>
          <p:cNvPr id="531" name="T"/>
          <p:cNvSpPr txBox="1"/>
          <p:nvPr/>
        </p:nvSpPr>
        <p:spPr>
          <a:xfrm>
            <a:off x="9240000" y="2461564"/>
            <a:ext cx="40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139.125</a:t>
            </a:r>
            <a:endParaRPr lang="id-ID" sz="800"/>
          </a:p>
        </p:txBody>
      </p:sp>
      <p:sp>
        <p:nvSpPr>
          <p:cNvPr id="532" name="T"/>
          <p:cNvSpPr txBox="1"/>
          <p:nvPr/>
        </p:nvSpPr>
        <p:spPr>
          <a:xfrm>
            <a:off x="9664000" y="2461564"/>
            <a:ext cx="26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jiwa</a:t>
            </a:r>
            <a:endParaRPr lang="id-ID" sz="800"/>
          </a:p>
        </p:txBody>
      </p:sp>
      <p:sp>
        <p:nvSpPr>
          <p:cNvPr id="533" name="K"/>
          <p:cNvSpPr/>
          <p:nvPr/>
        </p:nvSpPr>
        <p:spPr>
          <a:xfrm>
            <a:off x="9930000" y="2484881"/>
            <a:ext cx="88000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534" name="G"/>
          <p:cNvPicPr>
            <a:picLocks noChangeAspect="1"/>
          </p:cNvPicPr>
          <p:nvPr/>
        </p:nvPicPr>
        <p:blipFill>
          <a:blip r:embed="rIdM14"/>
          <a:stretch>
            <a:fillRect/>
          </a:stretch>
        </p:blipFill>
        <p:spPr>
          <a:xfrm>
            <a:off x="9985000" y="2516881"/>
            <a:ext cx="100584" cy="100584"/>
          </a:xfrm>
          <a:prstGeom prst="rect">
            <a:avLst/>
          </a:prstGeom>
        </p:spPr>
      </p:pic>
      <p:sp>
        <p:nvSpPr>
          <p:cNvPr id="535" name="T"/>
          <p:cNvSpPr txBox="1"/>
          <p:nvPr/>
        </p:nvSpPr>
        <p:spPr>
          <a:xfrm>
            <a:off x="10120000" y="2484881"/>
            <a:ext cx="43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5.000</a:t>
            </a:r>
            <a:endParaRPr lang="id-ID" sz="720"/>
          </a:p>
        </p:txBody>
      </p:sp>
      <p:sp>
        <p:nvSpPr>
          <p:cNvPr id="536" name="T"/>
          <p:cNvSpPr txBox="1"/>
          <p:nvPr/>
        </p:nvSpPr>
        <p:spPr>
          <a:xfrm>
            <a:off x="10571600" y="2484881"/>
            <a:ext cx="2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liter</a:t>
            </a:r>
            <a:endParaRPr lang="id-ID" sz="720"/>
          </a:p>
        </p:txBody>
      </p:sp>
      <p:cxnSp>
        <p:nvCxnSpPr>
          <p:cNvPr id="537" name="L"/>
          <p:cNvCxnSpPr/>
          <p:nvPr/>
        </p:nvCxnSpPr>
        <p:spPr>
          <a:xfrm>
            <a:off x="7571232" y="2672790"/>
            <a:ext cx="3907231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538" name="K"/>
          <p:cNvSpPr/>
          <p:nvPr/>
        </p:nvSpPr>
        <p:spPr>
          <a:xfrm>
            <a:off x="7571232" y="2696107"/>
            <a:ext cx="164592" cy="16459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39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00858" y="2725733"/>
            <a:ext cx="105338" cy="105338"/>
          </a:xfrm>
          <a:prstGeom prst="rect">
            <a:avLst/>
          </a:prstGeom>
        </p:spPr>
      </p:pic>
      <p:sp>
        <p:nvSpPr>
          <p:cNvPr id="540" name="T"/>
          <p:cNvSpPr txBox="1"/>
          <p:nvPr/>
        </p:nvSpPr>
        <p:spPr>
          <a:xfrm>
            <a:off x="7799832" y="2672790"/>
            <a:ext cx="1100000" cy="2112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Sragen</a:t>
            </a:r>
            <a:endParaRPr lang="id-ID" sz="850"/>
          </a:p>
        </p:txBody>
      </p:sp>
      <p:sp>
        <p:nvSpPr>
          <p:cNvPr id="541" name="T"/>
          <p:cNvSpPr txBox="1"/>
          <p:nvPr/>
        </p:nvSpPr>
        <p:spPr>
          <a:xfrm>
            <a:off x="8620000" y="2672790"/>
            <a:ext cx="38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5.500</a:t>
            </a:r>
            <a:endParaRPr lang="id-ID" sz="800"/>
          </a:p>
        </p:txBody>
      </p:sp>
      <p:sp>
        <p:nvSpPr>
          <p:cNvPr id="542" name="T"/>
          <p:cNvSpPr txBox="1"/>
          <p:nvPr/>
        </p:nvSpPr>
        <p:spPr>
          <a:xfrm>
            <a:off x="9024000" y="2672790"/>
            <a:ext cx="20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KK</a:t>
            </a:r>
            <a:endParaRPr lang="id-ID" sz="800"/>
          </a:p>
        </p:txBody>
      </p:sp>
      <p:sp>
        <p:nvSpPr>
          <p:cNvPr id="543" name="T"/>
          <p:cNvSpPr txBox="1"/>
          <p:nvPr/>
        </p:nvSpPr>
        <p:spPr>
          <a:xfrm>
            <a:off x="9240000" y="2672790"/>
            <a:ext cx="40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18.495</a:t>
            </a:r>
            <a:endParaRPr lang="id-ID" sz="800"/>
          </a:p>
        </p:txBody>
      </p:sp>
      <p:sp>
        <p:nvSpPr>
          <p:cNvPr id="544" name="T"/>
          <p:cNvSpPr txBox="1"/>
          <p:nvPr/>
        </p:nvSpPr>
        <p:spPr>
          <a:xfrm>
            <a:off x="9664000" y="2672790"/>
            <a:ext cx="26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jiwa</a:t>
            </a:r>
            <a:endParaRPr lang="id-ID" sz="800"/>
          </a:p>
        </p:txBody>
      </p:sp>
      <p:sp>
        <p:nvSpPr>
          <p:cNvPr id="545" name="K"/>
          <p:cNvSpPr/>
          <p:nvPr/>
        </p:nvSpPr>
        <p:spPr>
          <a:xfrm>
            <a:off x="9930000" y="2696107"/>
            <a:ext cx="88000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546" name="G"/>
          <p:cNvPicPr>
            <a:picLocks noChangeAspect="1"/>
          </p:cNvPicPr>
          <p:nvPr/>
        </p:nvPicPr>
        <p:blipFill>
          <a:blip r:embed="rIdM14"/>
          <a:stretch>
            <a:fillRect/>
          </a:stretch>
        </p:blipFill>
        <p:spPr>
          <a:xfrm>
            <a:off x="9985000" y="2728107"/>
            <a:ext cx="100584" cy="100584"/>
          </a:xfrm>
          <a:prstGeom prst="rect">
            <a:avLst/>
          </a:prstGeom>
        </p:spPr>
      </p:pic>
      <p:sp>
        <p:nvSpPr>
          <p:cNvPr id="547" name="T"/>
          <p:cNvSpPr txBox="1"/>
          <p:nvPr/>
        </p:nvSpPr>
        <p:spPr>
          <a:xfrm>
            <a:off x="10120000" y="2696107"/>
            <a:ext cx="43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41.000</a:t>
            </a:r>
            <a:endParaRPr lang="id-ID" sz="720"/>
          </a:p>
        </p:txBody>
      </p:sp>
      <p:sp>
        <p:nvSpPr>
          <p:cNvPr id="548" name="T"/>
          <p:cNvSpPr txBox="1"/>
          <p:nvPr/>
        </p:nvSpPr>
        <p:spPr>
          <a:xfrm>
            <a:off x="10571600" y="2696107"/>
            <a:ext cx="2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liter</a:t>
            </a:r>
            <a:endParaRPr lang="id-ID" sz="720"/>
          </a:p>
        </p:txBody>
      </p:sp>
      <p:sp>
        <p:nvSpPr>
          <p:cNvPr id="549" name="K"/>
          <p:cNvSpPr/>
          <p:nvPr/>
        </p:nvSpPr>
        <p:spPr>
          <a:xfrm>
            <a:off x="10870000" y="2696107"/>
            <a:ext cx="608463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550" name="G"/>
          <p:cNvPicPr>
            <a:picLocks noChangeAspect="1"/>
          </p:cNvPicPr>
          <p:nvPr/>
        </p:nvPicPr>
        <p:blipFill>
          <a:blip r:embed="rIdM15"/>
          <a:stretch>
            <a:fillRect/>
          </a:stretch>
        </p:blipFill>
        <p:spPr>
          <a:xfrm>
            <a:off x="10910000" y="2723539"/>
            <a:ext cx="109728" cy="109728"/>
          </a:xfrm>
          <a:prstGeom prst="rect">
            <a:avLst/>
          </a:prstGeom>
        </p:spPr>
      </p:pic>
      <p:sp>
        <p:nvSpPr>
          <p:cNvPr id="551" name="T"/>
          <p:cNvSpPr txBox="1"/>
          <p:nvPr/>
        </p:nvSpPr>
        <p:spPr>
          <a:xfrm>
            <a:off x="11050000" y="2696107"/>
            <a:ext cx="12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9</a:t>
            </a:r>
            <a:endParaRPr lang="id-ID" sz="720"/>
          </a:p>
        </p:txBody>
      </p:sp>
      <p:sp>
        <p:nvSpPr>
          <p:cNvPr id="552" name="T"/>
          <p:cNvSpPr txBox="1"/>
          <p:nvPr/>
        </p:nvSpPr>
        <p:spPr>
          <a:xfrm>
            <a:off x="11191600" y="2696107"/>
            <a:ext cx="3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tangki</a:t>
            </a:r>
            <a:endParaRPr lang="id-ID" sz="720"/>
          </a:p>
        </p:txBody>
      </p:sp>
      <p:cxnSp>
        <p:nvCxnSpPr>
          <p:cNvPr id="553" name="L"/>
          <p:cNvCxnSpPr/>
          <p:nvPr/>
        </p:nvCxnSpPr>
        <p:spPr>
          <a:xfrm>
            <a:off x="7571232" y="2884016"/>
            <a:ext cx="3907231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554" name="K"/>
          <p:cNvSpPr/>
          <p:nvPr/>
        </p:nvSpPr>
        <p:spPr>
          <a:xfrm>
            <a:off x="7571232" y="2907333"/>
            <a:ext cx="164592" cy="16459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55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00858" y="2936959"/>
            <a:ext cx="105338" cy="105338"/>
          </a:xfrm>
          <a:prstGeom prst="rect">
            <a:avLst/>
          </a:prstGeom>
        </p:spPr>
      </p:pic>
      <p:sp>
        <p:nvSpPr>
          <p:cNvPr id="556" name="T"/>
          <p:cNvSpPr txBox="1"/>
          <p:nvPr/>
        </p:nvSpPr>
        <p:spPr>
          <a:xfrm>
            <a:off x="7799832" y="2884016"/>
            <a:ext cx="1100000" cy="2112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Boyolali</a:t>
            </a:r>
            <a:endParaRPr lang="id-ID" sz="850"/>
          </a:p>
        </p:txBody>
      </p:sp>
      <p:sp>
        <p:nvSpPr>
          <p:cNvPr id="557" name="T"/>
          <p:cNvSpPr txBox="1"/>
          <p:nvPr/>
        </p:nvSpPr>
        <p:spPr>
          <a:xfrm>
            <a:off x="8620000" y="2884016"/>
            <a:ext cx="38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12.022</a:t>
            </a:r>
            <a:endParaRPr lang="id-ID" sz="800"/>
          </a:p>
        </p:txBody>
      </p:sp>
      <p:sp>
        <p:nvSpPr>
          <p:cNvPr id="558" name="T"/>
          <p:cNvSpPr txBox="1"/>
          <p:nvPr/>
        </p:nvSpPr>
        <p:spPr>
          <a:xfrm>
            <a:off x="9024000" y="2884016"/>
            <a:ext cx="20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KK</a:t>
            </a:r>
            <a:endParaRPr lang="id-ID" sz="800"/>
          </a:p>
        </p:txBody>
      </p:sp>
      <p:sp>
        <p:nvSpPr>
          <p:cNvPr id="559" name="T"/>
          <p:cNvSpPr txBox="1"/>
          <p:nvPr/>
        </p:nvSpPr>
        <p:spPr>
          <a:xfrm>
            <a:off x="9240000" y="2884016"/>
            <a:ext cx="40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57.311</a:t>
            </a:r>
            <a:endParaRPr lang="id-ID" sz="800"/>
          </a:p>
        </p:txBody>
      </p:sp>
      <p:sp>
        <p:nvSpPr>
          <p:cNvPr id="560" name="T"/>
          <p:cNvSpPr txBox="1"/>
          <p:nvPr/>
        </p:nvSpPr>
        <p:spPr>
          <a:xfrm>
            <a:off x="9664000" y="2884016"/>
            <a:ext cx="26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jiwa</a:t>
            </a:r>
            <a:endParaRPr lang="id-ID" sz="800"/>
          </a:p>
        </p:txBody>
      </p:sp>
      <p:sp>
        <p:nvSpPr>
          <p:cNvPr id="561" name="K"/>
          <p:cNvSpPr/>
          <p:nvPr/>
        </p:nvSpPr>
        <p:spPr>
          <a:xfrm>
            <a:off x="9930000" y="2907333"/>
            <a:ext cx="88000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562" name="G"/>
          <p:cNvPicPr>
            <a:picLocks noChangeAspect="1"/>
          </p:cNvPicPr>
          <p:nvPr/>
        </p:nvPicPr>
        <p:blipFill>
          <a:blip r:embed="rIdM14"/>
          <a:stretch>
            <a:fillRect/>
          </a:stretch>
        </p:blipFill>
        <p:spPr>
          <a:xfrm>
            <a:off x="9985000" y="2939333"/>
            <a:ext cx="100584" cy="100584"/>
          </a:xfrm>
          <a:prstGeom prst="rect">
            <a:avLst/>
          </a:prstGeom>
        </p:spPr>
      </p:pic>
      <p:sp>
        <p:nvSpPr>
          <p:cNvPr id="563" name="T"/>
          <p:cNvSpPr txBox="1"/>
          <p:nvPr/>
        </p:nvSpPr>
        <p:spPr>
          <a:xfrm>
            <a:off x="10120000" y="2907333"/>
            <a:ext cx="43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91.000</a:t>
            </a:r>
            <a:endParaRPr lang="id-ID" sz="720"/>
          </a:p>
        </p:txBody>
      </p:sp>
      <p:sp>
        <p:nvSpPr>
          <p:cNvPr id="564" name="T"/>
          <p:cNvSpPr txBox="1"/>
          <p:nvPr/>
        </p:nvSpPr>
        <p:spPr>
          <a:xfrm>
            <a:off x="10571600" y="2907333"/>
            <a:ext cx="2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liter</a:t>
            </a:r>
            <a:endParaRPr lang="id-ID" sz="720"/>
          </a:p>
        </p:txBody>
      </p:sp>
      <p:sp>
        <p:nvSpPr>
          <p:cNvPr id="565" name="K"/>
          <p:cNvSpPr/>
          <p:nvPr/>
        </p:nvSpPr>
        <p:spPr>
          <a:xfrm>
            <a:off x="10870000" y="2907333"/>
            <a:ext cx="608463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566" name="G"/>
          <p:cNvPicPr>
            <a:picLocks noChangeAspect="1"/>
          </p:cNvPicPr>
          <p:nvPr/>
        </p:nvPicPr>
        <p:blipFill>
          <a:blip r:embed="rIdM15"/>
          <a:stretch>
            <a:fillRect/>
          </a:stretch>
        </p:blipFill>
        <p:spPr>
          <a:xfrm>
            <a:off x="10910000" y="2934765"/>
            <a:ext cx="109728" cy="109728"/>
          </a:xfrm>
          <a:prstGeom prst="rect">
            <a:avLst/>
          </a:prstGeom>
        </p:spPr>
      </p:pic>
      <p:sp>
        <p:nvSpPr>
          <p:cNvPr id="567" name="T"/>
          <p:cNvSpPr txBox="1"/>
          <p:nvPr/>
        </p:nvSpPr>
        <p:spPr>
          <a:xfrm>
            <a:off x="11050000" y="2907333"/>
            <a:ext cx="12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19</a:t>
            </a:r>
            <a:endParaRPr lang="id-ID" sz="720"/>
          </a:p>
        </p:txBody>
      </p:sp>
      <p:sp>
        <p:nvSpPr>
          <p:cNvPr id="568" name="T"/>
          <p:cNvSpPr txBox="1"/>
          <p:nvPr/>
        </p:nvSpPr>
        <p:spPr>
          <a:xfrm>
            <a:off x="11191600" y="2907333"/>
            <a:ext cx="3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tangki</a:t>
            </a:r>
            <a:endParaRPr lang="id-ID" sz="720"/>
          </a:p>
        </p:txBody>
      </p:sp>
      <p:cxnSp>
        <p:nvCxnSpPr>
          <p:cNvPr id="569" name="L"/>
          <p:cNvCxnSpPr/>
          <p:nvPr/>
        </p:nvCxnSpPr>
        <p:spPr>
          <a:xfrm>
            <a:off x="7571232" y="3095242"/>
            <a:ext cx="3907231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570" name="K"/>
          <p:cNvSpPr/>
          <p:nvPr/>
        </p:nvSpPr>
        <p:spPr>
          <a:xfrm>
            <a:off x="7571232" y="3118559"/>
            <a:ext cx="164592" cy="16459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71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00858" y="3148185"/>
            <a:ext cx="105338" cy="105338"/>
          </a:xfrm>
          <a:prstGeom prst="rect">
            <a:avLst/>
          </a:prstGeom>
        </p:spPr>
      </p:pic>
      <p:sp>
        <p:nvSpPr>
          <p:cNvPr id="572" name="T"/>
          <p:cNvSpPr txBox="1"/>
          <p:nvPr/>
        </p:nvSpPr>
        <p:spPr>
          <a:xfrm>
            <a:off x="7799832" y="3095242"/>
            <a:ext cx="1100000" cy="2112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Grobogan</a:t>
            </a:r>
            <a:endParaRPr lang="id-ID" sz="850"/>
          </a:p>
        </p:txBody>
      </p:sp>
      <p:sp>
        <p:nvSpPr>
          <p:cNvPr id="573" name="T"/>
          <p:cNvSpPr txBox="1"/>
          <p:nvPr/>
        </p:nvSpPr>
        <p:spPr>
          <a:xfrm>
            <a:off x="8620000" y="3095242"/>
            <a:ext cx="38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3.285</a:t>
            </a:r>
            <a:endParaRPr lang="id-ID" sz="800"/>
          </a:p>
        </p:txBody>
      </p:sp>
      <p:sp>
        <p:nvSpPr>
          <p:cNvPr id="574" name="T"/>
          <p:cNvSpPr txBox="1"/>
          <p:nvPr/>
        </p:nvSpPr>
        <p:spPr>
          <a:xfrm>
            <a:off x="9024000" y="3095242"/>
            <a:ext cx="20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KK</a:t>
            </a:r>
            <a:endParaRPr lang="id-ID" sz="800"/>
          </a:p>
        </p:txBody>
      </p:sp>
      <p:sp>
        <p:nvSpPr>
          <p:cNvPr id="575" name="T"/>
          <p:cNvSpPr txBox="1"/>
          <p:nvPr/>
        </p:nvSpPr>
        <p:spPr>
          <a:xfrm>
            <a:off x="9240000" y="3095242"/>
            <a:ext cx="40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–</a:t>
            </a:r>
            <a:endParaRPr lang="id-ID" sz="800"/>
          </a:p>
        </p:txBody>
      </p:sp>
      <p:sp>
        <p:nvSpPr>
          <p:cNvPr id="576" name="T"/>
          <p:cNvSpPr txBox="1"/>
          <p:nvPr/>
        </p:nvSpPr>
        <p:spPr>
          <a:xfrm>
            <a:off x="9664000" y="3095242"/>
            <a:ext cx="26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jiwa</a:t>
            </a:r>
            <a:endParaRPr lang="id-ID" sz="800"/>
          </a:p>
        </p:txBody>
      </p:sp>
      <p:sp>
        <p:nvSpPr>
          <p:cNvPr id="577" name="K"/>
          <p:cNvSpPr/>
          <p:nvPr/>
        </p:nvSpPr>
        <p:spPr>
          <a:xfrm>
            <a:off x="9930000" y="3118559"/>
            <a:ext cx="88000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578" name="G"/>
          <p:cNvPicPr>
            <a:picLocks noChangeAspect="1"/>
          </p:cNvPicPr>
          <p:nvPr/>
        </p:nvPicPr>
        <p:blipFill>
          <a:blip r:embed="rIdM14"/>
          <a:stretch>
            <a:fillRect/>
          </a:stretch>
        </p:blipFill>
        <p:spPr>
          <a:xfrm>
            <a:off x="9985000" y="3150559"/>
            <a:ext cx="100584" cy="100584"/>
          </a:xfrm>
          <a:prstGeom prst="rect">
            <a:avLst/>
          </a:prstGeom>
        </p:spPr>
      </p:pic>
      <p:sp>
        <p:nvSpPr>
          <p:cNvPr id="579" name="T"/>
          <p:cNvSpPr txBox="1"/>
          <p:nvPr/>
        </p:nvSpPr>
        <p:spPr>
          <a:xfrm>
            <a:off x="10120000" y="3118559"/>
            <a:ext cx="43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24.000</a:t>
            </a:r>
            <a:endParaRPr lang="id-ID" sz="720"/>
          </a:p>
        </p:txBody>
      </p:sp>
      <p:sp>
        <p:nvSpPr>
          <p:cNvPr id="580" name="T"/>
          <p:cNvSpPr txBox="1"/>
          <p:nvPr/>
        </p:nvSpPr>
        <p:spPr>
          <a:xfrm>
            <a:off x="10571600" y="3118559"/>
            <a:ext cx="2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liter</a:t>
            </a:r>
            <a:endParaRPr lang="id-ID" sz="720"/>
          </a:p>
        </p:txBody>
      </p:sp>
      <p:cxnSp>
        <p:nvCxnSpPr>
          <p:cNvPr id="581" name="L"/>
          <p:cNvCxnSpPr/>
          <p:nvPr/>
        </p:nvCxnSpPr>
        <p:spPr>
          <a:xfrm>
            <a:off x="7571232" y="3306468"/>
            <a:ext cx="3907231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582" name="K"/>
          <p:cNvSpPr/>
          <p:nvPr/>
        </p:nvSpPr>
        <p:spPr>
          <a:xfrm>
            <a:off x="7571232" y="3329785"/>
            <a:ext cx="164592" cy="16459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83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00858" y="3359411"/>
            <a:ext cx="105338" cy="105338"/>
          </a:xfrm>
          <a:prstGeom prst="rect">
            <a:avLst/>
          </a:prstGeom>
        </p:spPr>
      </p:pic>
      <p:sp>
        <p:nvSpPr>
          <p:cNvPr id="584" name="T"/>
          <p:cNvSpPr txBox="1"/>
          <p:nvPr/>
        </p:nvSpPr>
        <p:spPr>
          <a:xfrm>
            <a:off x="7799832" y="3306468"/>
            <a:ext cx="1100000" cy="2112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Pekalongan</a:t>
            </a:r>
            <a:endParaRPr lang="id-ID" sz="850"/>
          </a:p>
        </p:txBody>
      </p:sp>
      <p:sp>
        <p:nvSpPr>
          <p:cNvPr id="585" name="T"/>
          <p:cNvSpPr txBox="1"/>
          <p:nvPr/>
        </p:nvSpPr>
        <p:spPr>
          <a:xfrm>
            <a:off x="8620000" y="3306468"/>
            <a:ext cx="38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11.282</a:t>
            </a:r>
            <a:endParaRPr lang="id-ID" sz="800"/>
          </a:p>
        </p:txBody>
      </p:sp>
      <p:sp>
        <p:nvSpPr>
          <p:cNvPr id="586" name="T"/>
          <p:cNvSpPr txBox="1"/>
          <p:nvPr/>
        </p:nvSpPr>
        <p:spPr>
          <a:xfrm>
            <a:off x="9024000" y="3306468"/>
            <a:ext cx="20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KK</a:t>
            </a:r>
            <a:endParaRPr lang="id-ID" sz="800"/>
          </a:p>
        </p:txBody>
      </p:sp>
      <p:sp>
        <p:nvSpPr>
          <p:cNvPr id="587" name="T"/>
          <p:cNvSpPr txBox="1"/>
          <p:nvPr/>
        </p:nvSpPr>
        <p:spPr>
          <a:xfrm>
            <a:off x="9240000" y="3306468"/>
            <a:ext cx="40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36.384</a:t>
            </a:r>
            <a:endParaRPr lang="id-ID" sz="800"/>
          </a:p>
        </p:txBody>
      </p:sp>
      <p:sp>
        <p:nvSpPr>
          <p:cNvPr id="588" name="T"/>
          <p:cNvSpPr txBox="1"/>
          <p:nvPr/>
        </p:nvSpPr>
        <p:spPr>
          <a:xfrm>
            <a:off x="9664000" y="3306468"/>
            <a:ext cx="26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jiwa</a:t>
            </a:r>
            <a:endParaRPr lang="id-ID" sz="800"/>
          </a:p>
        </p:txBody>
      </p:sp>
      <p:sp>
        <p:nvSpPr>
          <p:cNvPr id="589" name="K"/>
          <p:cNvSpPr/>
          <p:nvPr/>
        </p:nvSpPr>
        <p:spPr>
          <a:xfrm>
            <a:off x="9930000" y="3329785"/>
            <a:ext cx="88000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590" name="G"/>
          <p:cNvPicPr>
            <a:picLocks noChangeAspect="1"/>
          </p:cNvPicPr>
          <p:nvPr/>
        </p:nvPicPr>
        <p:blipFill>
          <a:blip r:embed="rIdM14"/>
          <a:stretch>
            <a:fillRect/>
          </a:stretch>
        </p:blipFill>
        <p:spPr>
          <a:xfrm>
            <a:off x="9985000" y="3361785"/>
            <a:ext cx="100584" cy="100584"/>
          </a:xfrm>
          <a:prstGeom prst="rect">
            <a:avLst/>
          </a:prstGeom>
        </p:spPr>
      </p:pic>
      <p:sp>
        <p:nvSpPr>
          <p:cNvPr id="591" name="T"/>
          <p:cNvSpPr txBox="1"/>
          <p:nvPr/>
        </p:nvSpPr>
        <p:spPr>
          <a:xfrm>
            <a:off x="10120000" y="3329785"/>
            <a:ext cx="43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60.000</a:t>
            </a:r>
            <a:endParaRPr lang="id-ID" sz="720"/>
          </a:p>
        </p:txBody>
      </p:sp>
      <p:sp>
        <p:nvSpPr>
          <p:cNvPr id="592" name="T"/>
          <p:cNvSpPr txBox="1"/>
          <p:nvPr/>
        </p:nvSpPr>
        <p:spPr>
          <a:xfrm>
            <a:off x="10571600" y="3329785"/>
            <a:ext cx="2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liter</a:t>
            </a:r>
            <a:endParaRPr lang="id-ID" sz="720"/>
          </a:p>
        </p:txBody>
      </p:sp>
      <p:sp>
        <p:nvSpPr>
          <p:cNvPr id="593" name="K"/>
          <p:cNvSpPr/>
          <p:nvPr/>
        </p:nvSpPr>
        <p:spPr>
          <a:xfrm>
            <a:off x="10870000" y="3329785"/>
            <a:ext cx="608463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594" name="G"/>
          <p:cNvPicPr>
            <a:picLocks noChangeAspect="1"/>
          </p:cNvPicPr>
          <p:nvPr/>
        </p:nvPicPr>
        <p:blipFill>
          <a:blip r:embed="rIdM15"/>
          <a:stretch>
            <a:fillRect/>
          </a:stretch>
        </p:blipFill>
        <p:spPr>
          <a:xfrm>
            <a:off x="10910000" y="3357217"/>
            <a:ext cx="109728" cy="109728"/>
          </a:xfrm>
          <a:prstGeom prst="rect">
            <a:avLst/>
          </a:prstGeom>
        </p:spPr>
      </p:pic>
      <p:sp>
        <p:nvSpPr>
          <p:cNvPr id="595" name="T"/>
          <p:cNvSpPr txBox="1"/>
          <p:nvPr/>
        </p:nvSpPr>
        <p:spPr>
          <a:xfrm>
            <a:off x="11050000" y="3329785"/>
            <a:ext cx="12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15</a:t>
            </a:r>
            <a:endParaRPr lang="id-ID" sz="720"/>
          </a:p>
        </p:txBody>
      </p:sp>
      <p:sp>
        <p:nvSpPr>
          <p:cNvPr id="596" name="T"/>
          <p:cNvSpPr txBox="1"/>
          <p:nvPr/>
        </p:nvSpPr>
        <p:spPr>
          <a:xfrm>
            <a:off x="11191600" y="3329785"/>
            <a:ext cx="3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tangki</a:t>
            </a:r>
            <a:endParaRPr lang="id-ID" sz="720"/>
          </a:p>
        </p:txBody>
      </p:sp>
      <p:cxnSp>
        <p:nvCxnSpPr>
          <p:cNvPr id="597" name="L"/>
          <p:cNvCxnSpPr/>
          <p:nvPr/>
        </p:nvCxnSpPr>
        <p:spPr>
          <a:xfrm>
            <a:off x="7571232" y="3517694"/>
            <a:ext cx="3907231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598" name="K"/>
          <p:cNvSpPr/>
          <p:nvPr/>
        </p:nvSpPr>
        <p:spPr>
          <a:xfrm>
            <a:off x="7571232" y="3541011"/>
            <a:ext cx="164592" cy="16459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599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00858" y="3570637"/>
            <a:ext cx="105338" cy="105338"/>
          </a:xfrm>
          <a:prstGeom prst="rect">
            <a:avLst/>
          </a:prstGeom>
        </p:spPr>
      </p:pic>
      <p:sp>
        <p:nvSpPr>
          <p:cNvPr id="600" name="T"/>
          <p:cNvSpPr txBox="1"/>
          <p:nvPr/>
        </p:nvSpPr>
        <p:spPr>
          <a:xfrm>
            <a:off x="7799832" y="3517694"/>
            <a:ext cx="1100000" cy="2112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Kulon Progo</a:t>
            </a:r>
            <a:endParaRPr lang="id-ID" sz="850"/>
          </a:p>
        </p:txBody>
      </p:sp>
      <p:sp>
        <p:nvSpPr>
          <p:cNvPr id="601" name="T"/>
          <p:cNvSpPr txBox="1"/>
          <p:nvPr/>
        </p:nvSpPr>
        <p:spPr>
          <a:xfrm>
            <a:off x="8620000" y="3517694"/>
            <a:ext cx="38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534</a:t>
            </a:r>
            <a:endParaRPr lang="id-ID" sz="800"/>
          </a:p>
        </p:txBody>
      </p:sp>
      <p:sp>
        <p:nvSpPr>
          <p:cNvPr id="602" name="T"/>
          <p:cNvSpPr txBox="1"/>
          <p:nvPr/>
        </p:nvSpPr>
        <p:spPr>
          <a:xfrm>
            <a:off x="9024000" y="3517694"/>
            <a:ext cx="20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KK</a:t>
            </a:r>
            <a:endParaRPr lang="id-ID" sz="800"/>
          </a:p>
        </p:txBody>
      </p:sp>
      <p:sp>
        <p:nvSpPr>
          <p:cNvPr id="603" name="T"/>
          <p:cNvSpPr txBox="1"/>
          <p:nvPr/>
        </p:nvSpPr>
        <p:spPr>
          <a:xfrm>
            <a:off x="9240000" y="3517694"/>
            <a:ext cx="40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1.801</a:t>
            </a:r>
            <a:endParaRPr lang="id-ID" sz="800"/>
          </a:p>
        </p:txBody>
      </p:sp>
      <p:sp>
        <p:nvSpPr>
          <p:cNvPr id="604" name="T"/>
          <p:cNvSpPr txBox="1"/>
          <p:nvPr/>
        </p:nvSpPr>
        <p:spPr>
          <a:xfrm>
            <a:off x="9664000" y="3517694"/>
            <a:ext cx="26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jiwa</a:t>
            </a:r>
            <a:endParaRPr lang="id-ID" sz="800"/>
          </a:p>
        </p:txBody>
      </p:sp>
      <p:sp>
        <p:nvSpPr>
          <p:cNvPr id="605" name="K"/>
          <p:cNvSpPr/>
          <p:nvPr/>
        </p:nvSpPr>
        <p:spPr>
          <a:xfrm>
            <a:off x="9930000" y="3541011"/>
            <a:ext cx="88000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606" name="G"/>
          <p:cNvPicPr>
            <a:picLocks noChangeAspect="1"/>
          </p:cNvPicPr>
          <p:nvPr/>
        </p:nvPicPr>
        <p:blipFill>
          <a:blip r:embed="rIdM14"/>
          <a:stretch>
            <a:fillRect/>
          </a:stretch>
        </p:blipFill>
        <p:spPr>
          <a:xfrm>
            <a:off x="9985000" y="3573011"/>
            <a:ext cx="100584" cy="100584"/>
          </a:xfrm>
          <a:prstGeom prst="rect">
            <a:avLst/>
          </a:prstGeom>
        </p:spPr>
      </p:pic>
      <p:sp>
        <p:nvSpPr>
          <p:cNvPr id="607" name="T"/>
          <p:cNvSpPr txBox="1"/>
          <p:nvPr/>
        </p:nvSpPr>
        <p:spPr>
          <a:xfrm>
            <a:off x="10120000" y="3541011"/>
            <a:ext cx="43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60.000</a:t>
            </a:r>
            <a:endParaRPr lang="id-ID" sz="720"/>
          </a:p>
        </p:txBody>
      </p:sp>
      <p:sp>
        <p:nvSpPr>
          <p:cNvPr id="608" name="T"/>
          <p:cNvSpPr txBox="1"/>
          <p:nvPr/>
        </p:nvSpPr>
        <p:spPr>
          <a:xfrm>
            <a:off x="10571600" y="3541011"/>
            <a:ext cx="2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liter</a:t>
            </a:r>
            <a:endParaRPr lang="id-ID" sz="720"/>
          </a:p>
        </p:txBody>
      </p:sp>
      <p:sp>
        <p:nvSpPr>
          <p:cNvPr id="609" name="K"/>
          <p:cNvSpPr/>
          <p:nvPr/>
        </p:nvSpPr>
        <p:spPr>
          <a:xfrm>
            <a:off x="10870000" y="3541011"/>
            <a:ext cx="608463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610" name="G"/>
          <p:cNvPicPr>
            <a:picLocks noChangeAspect="1"/>
          </p:cNvPicPr>
          <p:nvPr/>
        </p:nvPicPr>
        <p:blipFill>
          <a:blip r:embed="rIdM15"/>
          <a:stretch>
            <a:fillRect/>
          </a:stretch>
        </p:blipFill>
        <p:spPr>
          <a:xfrm>
            <a:off x="10910000" y="3568443"/>
            <a:ext cx="109728" cy="109728"/>
          </a:xfrm>
          <a:prstGeom prst="rect">
            <a:avLst/>
          </a:prstGeom>
        </p:spPr>
      </p:pic>
      <p:sp>
        <p:nvSpPr>
          <p:cNvPr id="611" name="T"/>
          <p:cNvSpPr txBox="1"/>
          <p:nvPr/>
        </p:nvSpPr>
        <p:spPr>
          <a:xfrm>
            <a:off x="11050000" y="3541011"/>
            <a:ext cx="12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12</a:t>
            </a:r>
            <a:endParaRPr lang="id-ID" sz="720"/>
          </a:p>
        </p:txBody>
      </p:sp>
      <p:sp>
        <p:nvSpPr>
          <p:cNvPr id="612" name="T"/>
          <p:cNvSpPr txBox="1"/>
          <p:nvPr/>
        </p:nvSpPr>
        <p:spPr>
          <a:xfrm>
            <a:off x="11191600" y="3541011"/>
            <a:ext cx="3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tangki</a:t>
            </a:r>
            <a:endParaRPr lang="id-ID" sz="720"/>
          </a:p>
        </p:txBody>
      </p:sp>
      <p:cxnSp>
        <p:nvCxnSpPr>
          <p:cNvPr id="613" name="L"/>
          <p:cNvCxnSpPr/>
          <p:nvPr/>
        </p:nvCxnSpPr>
        <p:spPr>
          <a:xfrm>
            <a:off x="7571232" y="3728920"/>
            <a:ext cx="3907231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614" name="K"/>
          <p:cNvSpPr/>
          <p:nvPr/>
        </p:nvSpPr>
        <p:spPr>
          <a:xfrm>
            <a:off x="7571232" y="3752237"/>
            <a:ext cx="164592" cy="16459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615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00858" y="3781863"/>
            <a:ext cx="105338" cy="105338"/>
          </a:xfrm>
          <a:prstGeom prst="rect">
            <a:avLst/>
          </a:prstGeom>
        </p:spPr>
      </p:pic>
      <p:sp>
        <p:nvSpPr>
          <p:cNvPr id="616" name="T"/>
          <p:cNvSpPr txBox="1"/>
          <p:nvPr/>
        </p:nvSpPr>
        <p:spPr>
          <a:xfrm>
            <a:off x="7799832" y="3728920"/>
            <a:ext cx="1100000" cy="2112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Jombang</a:t>
            </a:r>
            <a:endParaRPr lang="id-ID" sz="850"/>
          </a:p>
        </p:txBody>
      </p:sp>
      <p:sp>
        <p:nvSpPr>
          <p:cNvPr id="617" name="T"/>
          <p:cNvSpPr txBox="1"/>
          <p:nvPr/>
        </p:nvSpPr>
        <p:spPr>
          <a:xfrm>
            <a:off x="8620000" y="3728920"/>
            <a:ext cx="38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200</a:t>
            </a:r>
            <a:endParaRPr lang="id-ID" sz="800"/>
          </a:p>
        </p:txBody>
      </p:sp>
      <p:sp>
        <p:nvSpPr>
          <p:cNvPr id="618" name="T"/>
          <p:cNvSpPr txBox="1"/>
          <p:nvPr/>
        </p:nvSpPr>
        <p:spPr>
          <a:xfrm>
            <a:off x="9024000" y="3728920"/>
            <a:ext cx="20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KK</a:t>
            </a:r>
            <a:endParaRPr lang="id-ID" sz="800"/>
          </a:p>
        </p:txBody>
      </p:sp>
      <p:sp>
        <p:nvSpPr>
          <p:cNvPr id="619" name="T"/>
          <p:cNvSpPr txBox="1"/>
          <p:nvPr/>
        </p:nvSpPr>
        <p:spPr>
          <a:xfrm>
            <a:off x="9240000" y="3728920"/>
            <a:ext cx="40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600</a:t>
            </a:r>
            <a:endParaRPr lang="id-ID" sz="800"/>
          </a:p>
        </p:txBody>
      </p:sp>
      <p:sp>
        <p:nvSpPr>
          <p:cNvPr id="620" name="T"/>
          <p:cNvSpPr txBox="1"/>
          <p:nvPr/>
        </p:nvSpPr>
        <p:spPr>
          <a:xfrm>
            <a:off x="9664000" y="3728920"/>
            <a:ext cx="26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jiwa</a:t>
            </a:r>
            <a:endParaRPr lang="id-ID" sz="800"/>
          </a:p>
        </p:txBody>
      </p:sp>
      <p:sp>
        <p:nvSpPr>
          <p:cNvPr id="621" name="K"/>
          <p:cNvSpPr/>
          <p:nvPr/>
        </p:nvSpPr>
        <p:spPr>
          <a:xfrm>
            <a:off x="9930000" y="3752237"/>
            <a:ext cx="88000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622" name="G"/>
          <p:cNvPicPr>
            <a:picLocks noChangeAspect="1"/>
          </p:cNvPicPr>
          <p:nvPr/>
        </p:nvPicPr>
        <p:blipFill>
          <a:blip r:embed="rIdM14"/>
          <a:stretch>
            <a:fillRect/>
          </a:stretch>
        </p:blipFill>
        <p:spPr>
          <a:xfrm>
            <a:off x="9985000" y="3784237"/>
            <a:ext cx="100584" cy="100584"/>
          </a:xfrm>
          <a:prstGeom prst="rect">
            <a:avLst/>
          </a:prstGeom>
        </p:spPr>
      </p:pic>
      <p:sp>
        <p:nvSpPr>
          <p:cNvPr id="623" name="T"/>
          <p:cNvSpPr txBox="1"/>
          <p:nvPr/>
        </p:nvSpPr>
        <p:spPr>
          <a:xfrm>
            <a:off x="10120000" y="3752237"/>
            <a:ext cx="43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10.000</a:t>
            </a:r>
            <a:endParaRPr lang="id-ID" sz="720"/>
          </a:p>
        </p:txBody>
      </p:sp>
      <p:sp>
        <p:nvSpPr>
          <p:cNvPr id="624" name="T"/>
          <p:cNvSpPr txBox="1"/>
          <p:nvPr/>
        </p:nvSpPr>
        <p:spPr>
          <a:xfrm>
            <a:off x="10571600" y="3752237"/>
            <a:ext cx="2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liter</a:t>
            </a:r>
            <a:endParaRPr lang="id-ID" sz="720"/>
          </a:p>
        </p:txBody>
      </p:sp>
      <p:cxnSp>
        <p:nvCxnSpPr>
          <p:cNvPr id="625" name="L"/>
          <p:cNvCxnSpPr/>
          <p:nvPr/>
        </p:nvCxnSpPr>
        <p:spPr>
          <a:xfrm>
            <a:off x="7571232" y="3940146"/>
            <a:ext cx="3907231" cy="0"/>
          </a:xfrm>
          <a:prstGeom prst="line">
            <a:avLst/>
          </a:prstGeom>
          <a:ln w="9525">
            <a:solidFill>
              <a:srgbClr val="EEF0F3"/>
            </a:solidFill>
          </a:ln>
        </p:spPr>
      </p:cxnSp>
      <p:sp>
        <p:nvSpPr>
          <p:cNvPr id="626" name="K"/>
          <p:cNvSpPr/>
          <p:nvPr/>
        </p:nvSpPr>
        <p:spPr>
          <a:xfrm>
            <a:off x="7571232" y="3963463"/>
            <a:ext cx="164592" cy="164592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627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00858" y="3993089"/>
            <a:ext cx="105338" cy="105338"/>
          </a:xfrm>
          <a:prstGeom prst="rect">
            <a:avLst/>
          </a:prstGeom>
        </p:spPr>
      </p:pic>
      <p:sp>
        <p:nvSpPr>
          <p:cNvPr id="628" name="T"/>
          <p:cNvSpPr txBox="1"/>
          <p:nvPr/>
        </p:nvSpPr>
        <p:spPr>
          <a:xfrm>
            <a:off x="7799832" y="3940146"/>
            <a:ext cx="1100000" cy="211226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85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Bone</a:t>
            </a:r>
            <a:endParaRPr lang="id-ID" sz="850"/>
          </a:p>
        </p:txBody>
      </p:sp>
      <p:sp>
        <p:nvSpPr>
          <p:cNvPr id="629" name="T"/>
          <p:cNvSpPr txBox="1"/>
          <p:nvPr/>
        </p:nvSpPr>
        <p:spPr>
          <a:xfrm>
            <a:off x="8620000" y="3940146"/>
            <a:ext cx="38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148</a:t>
            </a:r>
            <a:endParaRPr lang="id-ID" sz="800"/>
          </a:p>
        </p:txBody>
      </p:sp>
      <p:sp>
        <p:nvSpPr>
          <p:cNvPr id="630" name="T"/>
          <p:cNvSpPr txBox="1"/>
          <p:nvPr/>
        </p:nvSpPr>
        <p:spPr>
          <a:xfrm>
            <a:off x="9024000" y="3940146"/>
            <a:ext cx="20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KK</a:t>
            </a:r>
            <a:endParaRPr lang="id-ID" sz="800"/>
          </a:p>
        </p:txBody>
      </p:sp>
      <p:sp>
        <p:nvSpPr>
          <p:cNvPr id="631" name="T"/>
          <p:cNvSpPr txBox="1"/>
          <p:nvPr/>
        </p:nvSpPr>
        <p:spPr>
          <a:xfrm>
            <a:off x="9240000" y="3940146"/>
            <a:ext cx="40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932</a:t>
            </a:r>
            <a:endParaRPr lang="id-ID" sz="800"/>
          </a:p>
        </p:txBody>
      </p:sp>
      <p:sp>
        <p:nvSpPr>
          <p:cNvPr id="632" name="T"/>
          <p:cNvSpPr txBox="1"/>
          <p:nvPr/>
        </p:nvSpPr>
        <p:spPr>
          <a:xfrm>
            <a:off x="9664000" y="3940146"/>
            <a:ext cx="260000" cy="21122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jiwa</a:t>
            </a:r>
            <a:endParaRPr lang="id-ID" sz="800"/>
          </a:p>
        </p:txBody>
      </p:sp>
      <p:sp>
        <p:nvSpPr>
          <p:cNvPr id="633" name="K"/>
          <p:cNvSpPr/>
          <p:nvPr/>
        </p:nvSpPr>
        <p:spPr>
          <a:xfrm>
            <a:off x="9930000" y="3963463"/>
            <a:ext cx="880000" cy="1645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9525">
            <a:solidFill>
              <a:srgbClr val="E2D3B5"/>
            </a:solidFill>
          </a:ln>
        </p:spPr>
      </p:sp>
      <p:pic>
        <p:nvPicPr>
          <p:cNvPr id="634" name="G"/>
          <p:cNvPicPr>
            <a:picLocks noChangeAspect="1"/>
          </p:cNvPicPr>
          <p:nvPr/>
        </p:nvPicPr>
        <p:blipFill>
          <a:blip r:embed="rIdM14"/>
          <a:stretch>
            <a:fillRect/>
          </a:stretch>
        </p:blipFill>
        <p:spPr>
          <a:xfrm>
            <a:off x="9985000" y="3995463"/>
            <a:ext cx="100584" cy="100584"/>
          </a:xfrm>
          <a:prstGeom prst="rect">
            <a:avLst/>
          </a:prstGeom>
        </p:spPr>
      </p:pic>
      <p:sp>
        <p:nvSpPr>
          <p:cNvPr id="635" name="T"/>
          <p:cNvSpPr txBox="1"/>
          <p:nvPr/>
        </p:nvSpPr>
        <p:spPr>
          <a:xfrm>
            <a:off x="10120000" y="3963463"/>
            <a:ext cx="43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r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46.600</a:t>
            </a:r>
            <a:endParaRPr lang="id-ID" sz="720"/>
          </a:p>
        </p:txBody>
      </p:sp>
      <p:sp>
        <p:nvSpPr>
          <p:cNvPr id="636" name="T"/>
          <p:cNvSpPr txBox="1"/>
          <p:nvPr/>
        </p:nvSpPr>
        <p:spPr>
          <a:xfrm>
            <a:off x="10571600" y="3963463"/>
            <a:ext cx="20000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liter</a:t>
            </a:r>
            <a:endParaRPr lang="id-ID" sz="720"/>
          </a:p>
        </p:txBody>
      </p:sp>
      <p:sp>
        <p:nvSpPr>
          <p:cNvPr id="637" name="K"/>
          <p:cNvSpPr/>
          <p:nvPr/>
        </p:nvSpPr>
        <p:spPr>
          <a:xfrm>
            <a:off x="7406640" y="4334256"/>
            <a:ext cx="4236415" cy="1673352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BFC5CC"/>
            </a:solidFill>
          </a:ln>
        </p:spPr>
      </p:sp>
      <p:sp>
        <p:nvSpPr>
          <p:cNvPr id="638" name="K"/>
          <p:cNvSpPr/>
          <p:nvPr/>
        </p:nvSpPr>
        <p:spPr>
          <a:xfrm>
            <a:off x="7406640" y="4334256"/>
            <a:ext cx="4236415" cy="365760"/>
          </a:xfrm>
          <a:prstGeom prst="roundRect">
            <a:avLst>
              <a:gd name="adj" fmla="val 16000"/>
            </a:avLst>
          </a:prstGeom>
          <a:solidFill>
            <a:srgbClr val="E3EAF1"/>
          </a:solidFill>
          <a:ln>
            <a:noFill/>
          </a:ln>
        </p:spPr>
      </p:sp>
      <p:sp>
        <p:nvSpPr>
          <p:cNvPr id="639" name="K"/>
          <p:cNvSpPr/>
          <p:nvPr/>
        </p:nvSpPr>
        <p:spPr>
          <a:xfrm>
            <a:off x="7406640" y="4553712"/>
            <a:ext cx="4236415" cy="146304"/>
          </a:xfrm>
          <a:prstGeom prst="rect">
            <a:avLst/>
          </a:prstGeom>
          <a:solidFill>
            <a:srgbClr val="E3EAF1"/>
          </a:solidFill>
          <a:ln>
            <a:noFill/>
          </a:ln>
        </p:spPr>
      </p:sp>
      <p:sp>
        <p:nvSpPr>
          <p:cNvPr id="640" name="K"/>
          <p:cNvSpPr/>
          <p:nvPr/>
        </p:nvSpPr>
        <p:spPr>
          <a:xfrm>
            <a:off x="7534656" y="4370832"/>
            <a:ext cx="292608" cy="292608"/>
          </a:xfrm>
          <a:prstGeom prst="ellipse">
            <a:avLst/>
          </a:prstGeom>
          <a:solidFill>
            <a:srgbClr val="5B7A99"/>
          </a:solidFill>
          <a:ln>
            <a:noFill/>
          </a:ln>
        </p:spPr>
      </p:sp>
      <p:pic>
        <p:nvPicPr>
          <p:cNvPr id="641" name="G"/>
          <p:cNvPicPr>
            <a:picLocks noChangeAspect="1"/>
          </p:cNvPicPr>
          <p:nvPr/>
        </p:nvPicPr>
        <p:blipFill>
          <a:blip r:embed="rIdM16"/>
          <a:stretch>
            <a:fillRect/>
          </a:stretch>
        </p:blipFill>
        <p:spPr>
          <a:xfrm>
            <a:off x="7589520" y="4425696"/>
            <a:ext cx="182880" cy="182880"/>
          </a:xfrm>
          <a:prstGeom prst="rect">
            <a:avLst/>
          </a:prstGeom>
        </p:spPr>
      </p:pic>
      <p:sp>
        <p:nvSpPr>
          <p:cNvPr id="642" name="T"/>
          <p:cNvSpPr txBox="1"/>
          <p:nvPr/>
        </p:nvSpPr>
        <p:spPr>
          <a:xfrm>
            <a:off x="7909560" y="4334256"/>
            <a:ext cx="3136415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11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Bencana lainnya</a:t>
            </a:r>
            <a:endParaRPr lang="id-ID" sz="1100"/>
          </a:p>
        </p:txBody>
      </p:sp>
      <p:sp>
        <p:nvSpPr>
          <p:cNvPr id="643" name="T"/>
          <p:cNvSpPr txBox="1"/>
          <p:nvPr/>
        </p:nvSpPr>
        <p:spPr>
          <a:xfrm>
            <a:off x="11002975" y="4334256"/>
            <a:ext cx="512064" cy="36576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r">
              <a:buNone/>
            </a:pPr>
            <a:r>
              <a:rPr lang="id-ID" sz="180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2</a:t>
            </a:r>
            <a:endParaRPr lang="id-ID" sz="1800"/>
          </a:p>
        </p:txBody>
      </p:sp>
      <p:sp>
        <p:nvSpPr>
          <p:cNvPr id="455" name="K"/>
          <p:cNvSpPr/>
          <p:nvPr/>
        </p:nvSpPr>
        <p:spPr>
          <a:xfrm>
            <a:off x="7571232" y="4745736"/>
            <a:ext cx="3907231" cy="182880"/>
          </a:xfrm>
          <a:prstGeom prst="roundRect">
            <a:avLst>
              <a:gd name="adj" fmla="val 30000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456" name="K"/>
          <p:cNvSpPr/>
          <p:nvPr/>
        </p:nvSpPr>
        <p:spPr>
          <a:xfrm>
            <a:off x="7616952" y="4764024"/>
            <a:ext cx="146304" cy="146304"/>
          </a:xfrm>
          <a:prstGeom prst="ellipse">
            <a:avLst/>
          </a:prstGeom>
          <a:solidFill>
            <a:srgbClr val="2F6FB5"/>
          </a:solidFill>
          <a:ln>
            <a:noFill/>
          </a:ln>
        </p:spPr>
      </p:sp>
      <p:pic>
        <p:nvPicPr>
          <p:cNvPr id="457" name="G"/>
          <p:cNvPicPr>
            <a:picLocks noChangeAspect="1"/>
          </p:cNvPicPr>
          <p:nvPr/>
        </p:nvPicPr>
        <p:blipFill>
          <a:blip r:embed="rIdM6"/>
          <a:stretch>
            <a:fillRect/>
          </a:stretch>
        </p:blipFill>
        <p:spPr>
          <a:xfrm>
            <a:off x="7644384" y="4791456"/>
            <a:ext cx="91440" cy="91440"/>
          </a:xfrm>
          <a:prstGeom prst="rect">
            <a:avLst/>
          </a:prstGeom>
        </p:spPr>
      </p:pic>
      <p:sp>
        <p:nvSpPr>
          <p:cNvPr id="461" name="T"/>
          <p:cNvSpPr txBox="1"/>
          <p:nvPr/>
        </p:nvSpPr>
        <p:spPr>
          <a:xfrm>
            <a:off x="7808976" y="4745736"/>
            <a:ext cx="1600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Banjir</a:t>
            </a:r>
            <a:endParaRPr lang="id-ID" sz="820"/>
          </a:p>
        </p:txBody>
      </p:sp>
      <p:sp>
        <p:nvSpPr>
          <p:cNvPr id="458" name="K"/>
          <p:cNvSpPr/>
          <p:nvPr/>
        </p:nvSpPr>
        <p:spPr>
          <a:xfrm>
            <a:off x="8255232" y="4773168"/>
            <a:ext cx="669214" cy="128016"/>
          </a:xfrm>
          <a:prstGeom prst="roundRect">
            <a:avLst>
              <a:gd name="adj" fmla="val 50000"/>
            </a:avLst>
          </a:prstGeom>
          <a:solidFill>
            <a:srgbClr val="DCE7F5"/>
          </a:solidFill>
          <a:ln>
            <a:noFill/>
          </a:ln>
        </p:spPr>
      </p:sp>
      <p:pic>
        <p:nvPicPr>
          <p:cNvPr id="459" name="G"/>
          <p:cNvPicPr>
            <a:picLocks noChangeAspect="1"/>
          </p:cNvPicPr>
          <p:nvPr/>
        </p:nvPicPr>
        <p:blipFill>
          <a:blip r:embed="rIdM7"/>
          <a:stretch>
            <a:fillRect/>
          </a:stretch>
        </p:blipFill>
        <p:spPr>
          <a:xfrm>
            <a:off x="8300037" y="4798771"/>
            <a:ext cx="76809" cy="76809"/>
          </a:xfrm>
          <a:prstGeom prst="rect">
            <a:avLst/>
          </a:prstGeom>
        </p:spPr>
      </p:pic>
      <p:sp>
        <p:nvSpPr>
          <p:cNvPr id="460" name="T"/>
          <p:cNvSpPr txBox="1"/>
          <p:nvPr/>
        </p:nvSpPr>
        <p:spPr>
          <a:xfrm>
            <a:off x="8376847" y="4773168"/>
            <a:ext cx="547599" cy="128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2F6FB5"/>
                </a:solidFill>
                <a:latin typeface="Roboto"/>
                <a:ea typeface="Roboto"/>
                <a:cs typeface="Roboto"/>
              </a:rPr>
              <a:t>1 kejadian</a:t>
            </a:r>
            <a:endParaRPr lang="id-ID" sz="700"/>
          </a:p>
        </p:txBody>
      </p:sp>
      <p:sp>
        <p:nvSpPr>
          <p:cNvPr id="462" name="K"/>
          <p:cNvSpPr/>
          <p:nvPr/>
        </p:nvSpPr>
        <p:spPr>
          <a:xfrm>
            <a:off x="7589520" y="4965192"/>
            <a:ext cx="146304" cy="14630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63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15854" y="4991526"/>
            <a:ext cx="93634" cy="93634"/>
          </a:xfrm>
          <a:prstGeom prst="rect">
            <a:avLst/>
          </a:prstGeom>
        </p:spPr>
      </p:pic>
      <p:sp>
        <p:nvSpPr>
          <p:cNvPr id="464" name="T"/>
          <p:cNvSpPr txBox="1"/>
          <p:nvPr/>
        </p:nvSpPr>
        <p:spPr>
          <a:xfrm>
            <a:off x="7790688" y="4946904"/>
            <a:ext cx="2286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Aceh</a:t>
            </a:r>
            <a:r>
              <a:rPr lang="id-ID" sz="76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, Subulussalam</a:t>
            </a:r>
            <a:endParaRPr lang="id-ID" sz="760"/>
          </a:p>
        </p:txBody>
      </p:sp>
      <p:sp>
        <p:nvSpPr>
          <p:cNvPr id="465" name="K"/>
          <p:cNvSpPr/>
          <p:nvPr/>
        </p:nvSpPr>
        <p:spPr>
          <a:xfrm>
            <a:off x="7790688" y="5138928"/>
            <a:ext cx="1798167" cy="320040"/>
          </a:xfrm>
          <a:prstGeom prst="roundRect">
            <a:avLst>
              <a:gd name="adj" fmla="val 14000"/>
            </a:avLst>
          </a:prstGeom>
          <a:solidFill>
            <a:srgbClr val="F7F8FA"/>
          </a:solidFill>
          <a:ln>
            <a:noFill/>
          </a:ln>
        </p:spPr>
      </p:sp>
      <p:pic>
        <p:nvPicPr>
          <p:cNvPr id="466" name="G"/>
          <p:cNvPicPr>
            <a:picLocks noChangeAspect="1"/>
          </p:cNvPicPr>
          <p:nvPr/>
        </p:nvPicPr>
        <p:blipFill>
          <a:blip r:embed="rIdM8"/>
          <a:stretch>
            <a:fillRect/>
          </a:stretch>
        </p:blipFill>
        <p:spPr>
          <a:xfrm>
            <a:off x="7854696" y="5184648"/>
            <a:ext cx="118872" cy="118872"/>
          </a:xfrm>
          <a:prstGeom prst="rect">
            <a:avLst/>
          </a:prstGeom>
        </p:spPr>
      </p:pic>
      <p:sp>
        <p:nvSpPr>
          <p:cNvPr id="467" name="T"/>
          <p:cNvSpPr txBox="1"/>
          <p:nvPr/>
        </p:nvSpPr>
        <p:spPr>
          <a:xfrm>
            <a:off x="8010144" y="5157216"/>
            <a:ext cx="1558167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95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±342</a:t>
            </a:r>
            <a:endParaRPr lang="id-ID" sz="950"/>
          </a:p>
        </p:txBody>
      </p:sp>
      <p:sp>
        <p:nvSpPr>
          <p:cNvPr id="468" name="T"/>
          <p:cNvSpPr txBox="1"/>
          <p:nvPr/>
        </p:nvSpPr>
        <p:spPr>
          <a:xfrm>
            <a:off x="7854696" y="5321808"/>
            <a:ext cx="1698167" cy="11887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rumah terdampak</a:t>
            </a:r>
            <a:endParaRPr lang="id-ID" sz="620"/>
          </a:p>
        </p:txBody>
      </p:sp>
      <p:sp>
        <p:nvSpPr>
          <p:cNvPr id="469" name="K"/>
          <p:cNvSpPr/>
          <p:nvPr/>
        </p:nvSpPr>
        <p:spPr>
          <a:xfrm>
            <a:off x="9634575" y="5138928"/>
            <a:ext cx="1798167" cy="320040"/>
          </a:xfrm>
          <a:prstGeom prst="roundRect">
            <a:avLst>
              <a:gd name="adj" fmla="val 14000"/>
            </a:avLst>
          </a:prstGeom>
          <a:solidFill>
            <a:srgbClr val="F7F8FA"/>
          </a:solidFill>
          <a:ln>
            <a:noFill/>
          </a:ln>
        </p:spPr>
      </p:sp>
      <p:pic>
        <p:nvPicPr>
          <p:cNvPr id="470" name="G"/>
          <p:cNvPicPr>
            <a:picLocks noChangeAspect="1"/>
          </p:cNvPicPr>
          <p:nvPr/>
        </p:nvPicPr>
        <p:blipFill>
          <a:blip r:embed="rIdM9"/>
          <a:stretch>
            <a:fillRect/>
          </a:stretch>
        </p:blipFill>
        <p:spPr>
          <a:xfrm>
            <a:off x="9698583" y="5184648"/>
            <a:ext cx="118872" cy="118872"/>
          </a:xfrm>
          <a:prstGeom prst="rect">
            <a:avLst/>
          </a:prstGeom>
        </p:spPr>
      </p:pic>
      <p:sp>
        <p:nvSpPr>
          <p:cNvPr id="471" name="T"/>
          <p:cNvSpPr txBox="1"/>
          <p:nvPr/>
        </p:nvSpPr>
        <p:spPr>
          <a:xfrm>
            <a:off x="9854031" y="5157216"/>
            <a:ext cx="1558167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950" b="1" dirty="0">
                <a:solidFill>
                  <a:srgbClr val="5B7A99"/>
                </a:solidFill>
                <a:latin typeface="Roboto"/>
                <a:ea typeface="Roboto"/>
                <a:cs typeface="Roboto"/>
              </a:rPr>
              <a:t>±342</a:t>
            </a:r>
            <a:endParaRPr lang="id-ID" sz="950"/>
          </a:p>
        </p:txBody>
      </p:sp>
      <p:sp>
        <p:nvSpPr>
          <p:cNvPr id="472" name="T"/>
          <p:cNvSpPr txBox="1"/>
          <p:nvPr/>
        </p:nvSpPr>
        <p:spPr>
          <a:xfrm>
            <a:off x="9698583" y="5321808"/>
            <a:ext cx="1698167" cy="11887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00" dirty="0">
                <a:solidFill>
                  <a:srgbClr val="2E3440"/>
                </a:solidFill>
                <a:latin typeface="Roboto"/>
                <a:ea typeface="Roboto"/>
                <a:cs typeface="Roboto"/>
              </a:rPr>
              <a:t>KK terdampak</a:t>
            </a:r>
            <a:endParaRPr lang="id-ID" sz="620"/>
          </a:p>
        </p:txBody>
      </p:sp>
      <p:sp>
        <p:nvSpPr>
          <p:cNvPr id="473" name="K"/>
          <p:cNvSpPr/>
          <p:nvPr/>
        </p:nvSpPr>
        <p:spPr>
          <a:xfrm>
            <a:off x="7571232" y="5541264"/>
            <a:ext cx="3907231" cy="182880"/>
          </a:xfrm>
          <a:prstGeom prst="roundRect">
            <a:avLst>
              <a:gd name="adj" fmla="val 30000"/>
            </a:avLst>
          </a:prstGeom>
          <a:solidFill>
            <a:srgbClr val="F3F5F8"/>
          </a:solidFill>
          <a:ln>
            <a:noFill/>
          </a:ln>
        </p:spPr>
      </p:sp>
      <p:sp>
        <p:nvSpPr>
          <p:cNvPr id="474" name="K"/>
          <p:cNvSpPr/>
          <p:nvPr/>
        </p:nvSpPr>
        <p:spPr>
          <a:xfrm>
            <a:off x="7616952" y="5559552"/>
            <a:ext cx="146304" cy="146304"/>
          </a:xfrm>
          <a:prstGeom prst="ellipse">
            <a:avLst/>
          </a:prstGeom>
          <a:solidFill>
            <a:srgbClr val="0E7490"/>
          </a:solidFill>
          <a:ln>
            <a:noFill/>
          </a:ln>
        </p:spPr>
      </p:sp>
      <p:pic>
        <p:nvPicPr>
          <p:cNvPr id="475" name="G"/>
          <p:cNvPicPr>
            <a:picLocks noChangeAspect="1"/>
          </p:cNvPicPr>
          <p:nvPr/>
        </p:nvPicPr>
        <p:blipFill>
          <a:blip r:embed="rIdM10"/>
          <a:stretch>
            <a:fillRect/>
          </a:stretch>
        </p:blipFill>
        <p:spPr>
          <a:xfrm>
            <a:off x="7644384" y="5586984"/>
            <a:ext cx="91440" cy="91440"/>
          </a:xfrm>
          <a:prstGeom prst="rect">
            <a:avLst/>
          </a:prstGeom>
        </p:spPr>
      </p:pic>
      <p:sp>
        <p:nvSpPr>
          <p:cNvPr id="479" name="T"/>
          <p:cNvSpPr txBox="1"/>
          <p:nvPr/>
        </p:nvSpPr>
        <p:spPr>
          <a:xfrm>
            <a:off x="7808976" y="5541264"/>
            <a:ext cx="1600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82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Angin kencang</a:t>
            </a:r>
            <a:endParaRPr lang="id-ID" sz="820"/>
          </a:p>
        </p:txBody>
      </p:sp>
      <p:sp>
        <p:nvSpPr>
          <p:cNvPr id="476" name="K"/>
          <p:cNvSpPr/>
          <p:nvPr/>
        </p:nvSpPr>
        <p:spPr>
          <a:xfrm>
            <a:off x="8703232" y="5568696"/>
            <a:ext cx="669214" cy="128016"/>
          </a:xfrm>
          <a:prstGeom prst="roundRect">
            <a:avLst>
              <a:gd name="adj" fmla="val 50000"/>
            </a:avLst>
          </a:prstGeom>
          <a:solidFill>
            <a:srgbClr val="D5EEF2"/>
          </a:solidFill>
          <a:ln>
            <a:noFill/>
          </a:ln>
        </p:spPr>
      </p:sp>
      <p:pic>
        <p:nvPicPr>
          <p:cNvPr id="477" name="G"/>
          <p:cNvPicPr>
            <a:picLocks noChangeAspect="1"/>
          </p:cNvPicPr>
          <p:nvPr/>
        </p:nvPicPr>
        <p:blipFill>
          <a:blip r:embed="rIdM11"/>
          <a:stretch>
            <a:fillRect/>
          </a:stretch>
        </p:blipFill>
        <p:spPr>
          <a:xfrm>
            <a:off x="8748037" y="5594299"/>
            <a:ext cx="76809" cy="76809"/>
          </a:xfrm>
          <a:prstGeom prst="rect">
            <a:avLst/>
          </a:prstGeom>
        </p:spPr>
      </p:pic>
      <p:sp>
        <p:nvSpPr>
          <p:cNvPr id="478" name="T"/>
          <p:cNvSpPr txBox="1"/>
          <p:nvPr/>
        </p:nvSpPr>
        <p:spPr>
          <a:xfrm>
            <a:off x="8824847" y="5568696"/>
            <a:ext cx="547599" cy="128016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0E7490"/>
                </a:solidFill>
                <a:latin typeface="Roboto"/>
                <a:ea typeface="Roboto"/>
                <a:cs typeface="Roboto"/>
              </a:rPr>
              <a:t>1 kejadian</a:t>
            </a:r>
            <a:endParaRPr lang="id-ID" sz="700"/>
          </a:p>
        </p:txBody>
      </p:sp>
      <p:sp>
        <p:nvSpPr>
          <p:cNvPr id="480" name="K"/>
          <p:cNvSpPr/>
          <p:nvPr/>
        </p:nvSpPr>
        <p:spPr>
          <a:xfrm>
            <a:off x="7589520" y="5760720"/>
            <a:ext cx="146304" cy="146304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481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7615854" y="5787054"/>
            <a:ext cx="93634" cy="93634"/>
          </a:xfrm>
          <a:prstGeom prst="rect">
            <a:avLst/>
          </a:prstGeom>
        </p:spPr>
      </p:pic>
      <p:sp>
        <p:nvSpPr>
          <p:cNvPr id="482" name="T"/>
          <p:cNvSpPr txBox="1"/>
          <p:nvPr/>
        </p:nvSpPr>
        <p:spPr>
          <a:xfrm>
            <a:off x="7790688" y="5742432"/>
            <a:ext cx="2286000" cy="182880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l">
              <a:buNone/>
            </a:pPr>
            <a:r>
              <a:rPr lang="id-ID" sz="76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Sulawesi Selatan</a:t>
            </a:r>
            <a:r>
              <a:rPr lang="id-ID" sz="76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, Enrekang</a:t>
            </a:r>
            <a:endParaRPr lang="id-ID" sz="760"/>
          </a:p>
        </p:txBody>
      </p:sp>
      <p:sp>
        <p:nvSpPr>
          <p:cNvPr id="483" name="K"/>
          <p:cNvSpPr/>
          <p:nvPr/>
        </p:nvSpPr>
        <p:spPr>
          <a:xfrm>
            <a:off x="10758042" y="5751576"/>
            <a:ext cx="702132" cy="164592"/>
          </a:xfrm>
          <a:prstGeom prst="roundRect">
            <a:avLst>
              <a:gd name="adj" fmla="val 50000"/>
            </a:avLst>
          </a:prstGeom>
          <a:solidFill>
            <a:srgbClr val="FBE7D6"/>
          </a:solidFill>
          <a:ln>
            <a:noFill/>
          </a:ln>
        </p:spPr>
      </p:sp>
      <p:pic>
        <p:nvPicPr>
          <p:cNvPr id="484" name="G"/>
          <p:cNvPicPr>
            <a:picLocks noChangeAspect="1"/>
          </p:cNvPicPr>
          <p:nvPr/>
        </p:nvPicPr>
        <p:blipFill>
          <a:blip r:embed="rIdM12"/>
          <a:stretch>
            <a:fillRect/>
          </a:stretch>
        </p:blipFill>
        <p:spPr>
          <a:xfrm>
            <a:off x="10815649" y="5784494"/>
            <a:ext cx="98755" cy="98755"/>
          </a:xfrm>
          <a:prstGeom prst="rect">
            <a:avLst/>
          </a:prstGeom>
        </p:spPr>
      </p:pic>
      <p:sp>
        <p:nvSpPr>
          <p:cNvPr id="485" name="T"/>
          <p:cNvSpPr txBox="1"/>
          <p:nvPr/>
        </p:nvSpPr>
        <p:spPr>
          <a:xfrm>
            <a:off x="10914404" y="5751576"/>
            <a:ext cx="54577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D9600B"/>
                </a:solidFill>
                <a:latin typeface="Roboto"/>
                <a:ea typeface="Roboto"/>
                <a:cs typeface="Roboto"/>
              </a:rPr>
              <a:t>penanganan</a:t>
            </a:r>
            <a:endParaRPr lang="id-ID" sz="700"/>
          </a:p>
        </p:txBody>
      </p:sp>
      <p:sp>
        <p:nvSpPr>
          <p:cNvPr id="486" name="K"/>
          <p:cNvSpPr/>
          <p:nvPr/>
        </p:nvSpPr>
        <p:spPr>
          <a:xfrm>
            <a:off x="9827445" y="5751576"/>
            <a:ext cx="875732" cy="164592"/>
          </a:xfrm>
          <a:prstGeom prst="roundRect">
            <a:avLst>
              <a:gd name="adj" fmla="val 50000"/>
            </a:avLst>
          </a:prstGeom>
          <a:solidFill>
            <a:srgbClr val="F7F8FA"/>
          </a:solidFill>
          <a:ln>
            <a:noFill/>
          </a:ln>
        </p:spPr>
      </p:sp>
      <p:pic>
        <p:nvPicPr>
          <p:cNvPr id="487" name="G"/>
          <p:cNvPicPr>
            <a:picLocks noChangeAspect="1"/>
          </p:cNvPicPr>
          <p:nvPr/>
        </p:nvPicPr>
        <p:blipFill>
          <a:blip r:embed="rIdM8"/>
          <a:stretch>
            <a:fillRect/>
          </a:stretch>
        </p:blipFill>
        <p:spPr>
          <a:xfrm>
            <a:off x="9885052" y="5784494"/>
            <a:ext cx="98755" cy="98755"/>
          </a:xfrm>
          <a:prstGeom prst="rect">
            <a:avLst/>
          </a:prstGeom>
        </p:spPr>
      </p:pic>
      <p:sp>
        <p:nvSpPr>
          <p:cNvPr id="488" name="T"/>
          <p:cNvSpPr txBox="1"/>
          <p:nvPr/>
        </p:nvSpPr>
        <p:spPr>
          <a:xfrm>
            <a:off x="9983807" y="5751576"/>
            <a:ext cx="719370" cy="164592"/>
          </a:xfrm>
          <a:prstGeom prst="rect">
            <a:avLst/>
          </a:prstGeom>
          <a:noFill/>
        </p:spPr>
        <p:txBody>
          <a:bodyPr wrap="none" lIns="0" tIns="0" rIns="0" bIns="0" anchor="ctr"/>
          <a:lstStyle/>
          <a:p>
            <a:pPr algn="ctr">
              <a:buNone/>
            </a:pPr>
            <a:r>
              <a:rPr lang="id-ID" sz="700" b="1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31 rumah rusak</a:t>
            </a:r>
            <a:endParaRPr lang="id-ID" sz="700"/>
          </a:p>
        </p:txBody>
      </p:sp>
      <p:sp>
        <p:nvSpPr>
          <p:cNvPr id="644" name="K"/>
          <p:cNvSpPr/>
          <p:nvPr/>
        </p:nvSpPr>
        <p:spPr>
          <a:xfrm>
            <a:off x="7406640" y="6080760"/>
            <a:ext cx="4236415" cy="274320"/>
          </a:xfrm>
          <a:prstGeom prst="roundRect">
            <a:avLst>
              <a:gd name="adj" fmla="val 30000"/>
            </a:avLst>
          </a:prstGeom>
          <a:solidFill>
            <a:srgbClr val="F7F8FA"/>
          </a:solidFill>
          <a:ln>
            <a:noFill/>
          </a:ln>
        </p:spPr>
      </p:sp>
      <p:sp>
        <p:nvSpPr>
          <p:cNvPr id="645" name="T"/>
          <p:cNvSpPr txBox="1"/>
          <p:nvPr/>
        </p:nvSpPr>
        <p:spPr>
          <a:xfrm>
            <a:off x="7974025" y="6080760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00" b="1" spc="10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KETERANGAN</a:t>
            </a:r>
            <a:endParaRPr lang="id-ID" sz="680"/>
          </a:p>
        </p:txBody>
      </p:sp>
      <p:sp>
        <p:nvSpPr>
          <p:cNvPr id="646" name="K"/>
          <p:cNvSpPr/>
          <p:nvPr/>
        </p:nvSpPr>
        <p:spPr>
          <a:xfrm>
            <a:off x="9117025" y="6140196"/>
            <a:ext cx="155448" cy="155448"/>
          </a:xfrm>
          <a:prstGeom prst="ellipse">
            <a:avLst/>
          </a:prstGeom>
          <a:solidFill>
            <a:srgbClr val="051C2C"/>
          </a:solidFill>
          <a:ln>
            <a:noFill/>
          </a:ln>
        </p:spPr>
      </p:sp>
      <p:pic>
        <p:nvPicPr>
          <p:cNvPr id="647" name="G"/>
          <p:cNvPicPr>
            <a:picLocks noChangeAspect="1"/>
          </p:cNvPicPr>
          <p:nvPr/>
        </p:nvPicPr>
        <p:blipFill>
          <a:blip r:embed="rIdM5"/>
          <a:stretch>
            <a:fillRect/>
          </a:stretch>
        </p:blipFill>
        <p:spPr>
          <a:xfrm>
            <a:off x="9149029" y="6172200"/>
            <a:ext cx="91440" cy="91440"/>
          </a:xfrm>
          <a:prstGeom prst="rect">
            <a:avLst/>
          </a:prstGeom>
        </p:spPr>
      </p:pic>
      <p:sp>
        <p:nvSpPr>
          <p:cNvPr id="648" name="T"/>
          <p:cNvSpPr txBox="1"/>
          <p:nvPr/>
        </p:nvSpPr>
        <p:spPr>
          <a:xfrm>
            <a:off x="9327337" y="6080760"/>
            <a:ext cx="106436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selesai</a:t>
            </a:r>
            <a:endParaRPr lang="id-ID" sz="750"/>
          </a:p>
        </p:txBody>
      </p:sp>
      <p:sp>
        <p:nvSpPr>
          <p:cNvPr id="649" name="K"/>
          <p:cNvSpPr/>
          <p:nvPr/>
        </p:nvSpPr>
        <p:spPr>
          <a:xfrm>
            <a:off x="10011308" y="6140196"/>
            <a:ext cx="155448" cy="155448"/>
          </a:xfrm>
          <a:prstGeom prst="ellipse">
            <a:avLst/>
          </a:prstGeom>
          <a:solidFill>
            <a:srgbClr val="D9600B"/>
          </a:solidFill>
          <a:ln>
            <a:noFill/>
          </a:ln>
        </p:spPr>
      </p:sp>
      <p:pic>
        <p:nvPicPr>
          <p:cNvPr id="650" name="G"/>
          <p:cNvPicPr>
            <a:picLocks noChangeAspect="1"/>
          </p:cNvPicPr>
          <p:nvPr/>
        </p:nvPicPr>
        <p:blipFill>
          <a:blip r:embed="rIdM2"/>
          <a:stretch>
            <a:fillRect/>
          </a:stretch>
        </p:blipFill>
        <p:spPr>
          <a:xfrm>
            <a:off x="10043312" y="6172200"/>
            <a:ext cx="91440" cy="91440"/>
          </a:xfrm>
          <a:prstGeom prst="rect">
            <a:avLst/>
          </a:prstGeom>
        </p:spPr>
      </p:pic>
      <p:sp>
        <p:nvSpPr>
          <p:cNvPr id="651" name="T"/>
          <p:cNvSpPr txBox="1"/>
          <p:nvPr/>
        </p:nvSpPr>
        <p:spPr>
          <a:xfrm>
            <a:off x="10221620" y="6080760"/>
            <a:ext cx="1064362" cy="27432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algn="l">
              <a:buNone/>
            </a:pPr>
            <a:r>
              <a:rPr lang="id-ID" sz="750" dirty="0">
                <a:solidFill>
                  <a:srgbClr val="1A1A1A"/>
                </a:solidFill>
                <a:latin typeface="Roboto"/>
                <a:ea typeface="Roboto"/>
                <a:cs typeface="Roboto"/>
              </a:rPr>
              <a:t>dalam penanganan</a:t>
            </a:r>
            <a:endParaRPr lang="id-ID" sz="75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8640" y="502920"/>
            <a:ext cx="1005840" cy="1005840"/>
          </a:xfrm>
          <a:prstGeom prst="ellipse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5400000">
              <a:srgbClr val="000000">
                <a:alpha val="25000"/>
              </a:srgbClr>
            </a:outerShdw>
          </a:effectLst>
        </p:spPr>
      </p:sp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0143" y="663854"/>
            <a:ext cx="542834" cy="683971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548640" y="246888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Terima kasih</a:t>
            </a:r>
            <a:endParaRPr lang="en-US" sz="5400" dirty="0"/>
          </a:p>
        </p:txBody>
      </p:sp>
      <p:sp>
        <p:nvSpPr>
          <p:cNvPr id="6" name="Shape 2"/>
          <p:cNvSpPr/>
          <p:nvPr/>
        </p:nvSpPr>
        <p:spPr>
          <a:xfrm>
            <a:off x="548640" y="3657600"/>
            <a:ext cx="4754880" cy="0"/>
          </a:xfrm>
          <a:prstGeom prst="line">
            <a:avLst/>
          </a:prstGeom>
          <a:noFill/>
          <a:ln w="25400">
            <a:solidFill>
              <a:srgbClr val="F28C28"/>
            </a:solidFill>
            <a:prstDash val="solid"/>
          </a:ln>
        </p:spPr>
      </p:sp>
      <p:sp>
        <p:nvSpPr>
          <p:cNvPr id="7" name="Text 3"/>
          <p:cNvSpPr txBox="1"/>
          <p:nvPr/>
        </p:nvSpPr>
        <p:spPr>
          <a:xfrm>
            <a:off x="54864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Badan Nasional Penanggulangan Bencana</a:t>
            </a:r>
            <a:endParaRPr lang="en-US" sz="18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25196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1E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Laporan Kejadian Bencana Harian, 26–27 Oktober 2026</a:t>
            </a:r>
            <a:endParaRPr lang="en-US" sz="1300" dirty="0"/>
          </a:p>
        </p:txBody>
      </p:sp>
      <p:sp>
        <p:nvSpPr>
          <p:cNvPr id="10" name="Text 6"/>
          <p:cNvSpPr txBox="1"/>
          <p:nvPr/>
        </p:nvSpPr>
        <p:spPr>
          <a:xfrm>
            <a:off x="7985455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00" dirty="0">
                <a:solidFill>
                  <a:srgbClr val="C9D1E3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Foto: DenY Krisbiyantoro, CC BY-SA 4.0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Robot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Robot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Slide 1</vt:lpstr>
      <vt:lpstr>Slide 2</vt:lpstr>
      <vt:lpstr>Slide 3</vt:lpstr>
      <vt:lpstr>Slide 4</vt:lpstr>
    </vt:vector>
  </TitlesOfParts>
  <Company>Badan Nasional Penanggulangan Bencana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Paparan Kepala BNPB kepada Presiden: Karhutla 6 Provinsi Prioritas</dc:title>
  <dc:subject>PptxGenJS Presentation</dc:subject>
  <dc:creator>BNPB</dc:creator>
  <cp:lastModifiedBy>BNPB</cp:lastModifiedBy>
  <cp:revision>1</cp:revision>
  <dcterms:created xsi:type="dcterms:W3CDTF">2026-10-22T07:37:45Z</dcterms:created>
  <dcterms:modified xsi:type="dcterms:W3CDTF">2026-10-22T07:37:45Z</dcterms:modified>
</cp:coreProperties>
</file>