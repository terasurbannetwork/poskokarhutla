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ambang74" Type="http://schemas.openxmlformats.org/officeDocument/2006/relationships/image" Target="../media/lambang-74.png"/><Relationship Id="rIdFirespot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Lay" Type="http://schemas.openxmlformats.org/officeDocument/2006/relationships/slideLayout" Target="../slideLayouts/slideLayout2.xml"/><Relationship Id="rIdIk4" Type="http://schemas.openxmlformats.org/officeDocument/2006/relationships/image" Target="../media/ikon-firespo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11.441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40.635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22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16.333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 2026, 15.00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17450" y="1463040"/>
            <a:ext cx="1843984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37" y="1554480"/>
            <a:ext cx="190129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33398" y="1463040"/>
            <a:ext cx="1288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617450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232112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6846774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619875" y="1463040"/>
            <a:ext cx="1843984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244" y="1554480"/>
            <a:ext cx="190129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40905" y="1463040"/>
            <a:ext cx="14874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9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619875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8234537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849198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5F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622301" y="1463040"/>
            <a:ext cx="1843984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148" y="1554480"/>
            <a:ext cx="190129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105809" y="1463040"/>
            <a:ext cx="13208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622301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0236962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0851623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Shape 31"/>
          <p:cNvSpPr/>
          <p:nvPr/>
        </p:nvSpPr>
        <p:spPr>
          <a:xfrm>
            <a:off x="5617450" y="25054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" name="Shape 41"/>
          <p:cNvSpPr/>
          <p:nvPr/>
        </p:nvSpPr>
        <p:spPr>
          <a:xfrm>
            <a:off x="7619875" y="25054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60" name="Shape 51"/>
          <p:cNvSpPr/>
          <p:nvPr/>
        </p:nvSpPr>
        <p:spPr>
          <a:xfrm>
            <a:off x="9622301" y="25054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78" name="Shape 66"/>
          <p:cNvSpPr/>
          <p:nvPr/>
        </p:nvSpPr>
        <p:spPr>
          <a:xfrm>
            <a:off x="5617450" y="302361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88" name="Shape 76"/>
          <p:cNvSpPr/>
          <p:nvPr/>
        </p:nvSpPr>
        <p:spPr>
          <a:xfrm>
            <a:off x="7619875" y="302361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98" name="Shape 86"/>
          <p:cNvSpPr/>
          <p:nvPr/>
        </p:nvSpPr>
        <p:spPr>
          <a:xfrm>
            <a:off x="9622301" y="302361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7" name="Shape 102"/>
          <p:cNvSpPr/>
          <p:nvPr/>
        </p:nvSpPr>
        <p:spPr>
          <a:xfrm>
            <a:off x="5617450" y="354177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27" name="Shape 112"/>
          <p:cNvSpPr/>
          <p:nvPr/>
        </p:nvSpPr>
        <p:spPr>
          <a:xfrm>
            <a:off x="7619875" y="354177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37" name="Shape 122"/>
          <p:cNvSpPr/>
          <p:nvPr/>
        </p:nvSpPr>
        <p:spPr>
          <a:xfrm>
            <a:off x="9622301" y="354177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55" name="Shape 137"/>
          <p:cNvSpPr/>
          <p:nvPr/>
        </p:nvSpPr>
        <p:spPr>
          <a:xfrm>
            <a:off x="5617450" y="405993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65" name="Shape 147"/>
          <p:cNvSpPr/>
          <p:nvPr/>
        </p:nvSpPr>
        <p:spPr>
          <a:xfrm>
            <a:off x="7619875" y="405993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75" name="Shape 157"/>
          <p:cNvSpPr/>
          <p:nvPr/>
        </p:nvSpPr>
        <p:spPr>
          <a:xfrm>
            <a:off x="9622301" y="405993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4" name="Shape 173"/>
          <p:cNvSpPr/>
          <p:nvPr/>
        </p:nvSpPr>
        <p:spPr>
          <a:xfrm>
            <a:off x="5617450" y="457809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04" name="Shape 183"/>
          <p:cNvSpPr/>
          <p:nvPr/>
        </p:nvSpPr>
        <p:spPr>
          <a:xfrm>
            <a:off x="7619875" y="457809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14" name="Shape 193"/>
          <p:cNvSpPr/>
          <p:nvPr/>
        </p:nvSpPr>
        <p:spPr>
          <a:xfrm>
            <a:off x="9622301" y="457809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26" name="Text 205"/>
          <p:cNvSpPr txBox="1"/>
          <p:nvPr/>
        </p:nvSpPr>
        <p:spPr>
          <a:xfrm>
            <a:off x="5577840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18.919</a:t>
            </a:r>
            <a:endParaRPr lang="en-US" sz="1050" dirty="0"/>
          </a:p>
        </p:txBody>
      </p:sp>
      <p:sp>
        <p:nvSpPr>
          <p:cNvPr id="227" name="Text 206"/>
          <p:cNvSpPr txBox="1"/>
          <p:nvPr/>
        </p:nvSpPr>
        <p:spPr>
          <a:xfrm>
            <a:off x="6192502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23.382</a:t>
            </a:r>
            <a:endParaRPr lang="en-US" sz="1050" dirty="0"/>
          </a:p>
        </p:txBody>
      </p:sp>
      <p:sp>
        <p:nvSpPr>
          <p:cNvPr id="228" name="Text 207"/>
          <p:cNvSpPr txBox="1"/>
          <p:nvPr/>
        </p:nvSpPr>
        <p:spPr>
          <a:xfrm>
            <a:off x="6807163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11.606</a:t>
            </a:r>
            <a:endParaRPr lang="en-US" sz="1150" dirty="0"/>
          </a:p>
        </p:txBody>
      </p:sp>
      <p:sp>
        <p:nvSpPr>
          <p:cNvPr id="229" name="Text 208"/>
          <p:cNvSpPr txBox="1"/>
          <p:nvPr/>
        </p:nvSpPr>
        <p:spPr>
          <a:xfrm>
            <a:off x="7580265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40.635</a:t>
            </a:r>
            <a:endParaRPr lang="en-US" sz="1050" dirty="0"/>
          </a:p>
        </p:txBody>
      </p:sp>
      <p:sp>
        <p:nvSpPr>
          <p:cNvPr id="230" name="Text 209"/>
          <p:cNvSpPr txBox="1"/>
          <p:nvPr/>
        </p:nvSpPr>
        <p:spPr>
          <a:xfrm>
            <a:off x="8194927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39.530</a:t>
            </a:r>
            <a:endParaRPr lang="en-US" sz="1050" dirty="0"/>
          </a:p>
        </p:txBody>
      </p:sp>
      <p:sp>
        <p:nvSpPr>
          <p:cNvPr id="231" name="Text 210"/>
          <p:cNvSpPr txBox="1"/>
          <p:nvPr/>
        </p:nvSpPr>
        <p:spPr>
          <a:xfrm>
            <a:off x="8809588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21.062</a:t>
            </a:r>
            <a:endParaRPr lang="en-US" sz="1150" dirty="0"/>
          </a:p>
        </p:txBody>
      </p:sp>
      <p:sp>
        <p:nvSpPr>
          <p:cNvPr id="232" name="Text 211"/>
          <p:cNvSpPr txBox="1"/>
          <p:nvPr/>
        </p:nvSpPr>
        <p:spPr>
          <a:xfrm>
            <a:off x="9582690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22.166</a:t>
            </a:r>
            <a:endParaRPr lang="en-US" sz="1050" dirty="0"/>
          </a:p>
        </p:txBody>
      </p:sp>
      <p:sp>
        <p:nvSpPr>
          <p:cNvPr id="233" name="Text 212"/>
          <p:cNvSpPr txBox="1"/>
          <p:nvPr/>
        </p:nvSpPr>
        <p:spPr>
          <a:xfrm>
            <a:off x="10197352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26.738</a:t>
            </a:r>
            <a:endParaRPr lang="en-US" sz="1050" dirty="0"/>
          </a:p>
        </p:txBody>
      </p:sp>
      <p:sp>
        <p:nvSpPr>
          <p:cNvPr id="234" name="Text 213"/>
          <p:cNvSpPr txBox="1"/>
          <p:nvPr/>
        </p:nvSpPr>
        <p:spPr>
          <a:xfrm>
            <a:off x="10812013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16.333</a:t>
            </a:r>
            <a:endParaRPr lang="en-US" sz="1150" dirty="0"/>
          </a:p>
        </p:txBody>
      </p:sp>
      <p:sp>
        <p:nvSpPr>
          <p:cNvPr id="235" name="Shape 214"/>
          <p:cNvSpPr/>
          <p:nvPr/>
        </p:nvSpPr>
        <p:spPr>
          <a:xfrm>
            <a:off x="7677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9872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25325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27520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43467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45662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56397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58866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69107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1576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8877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101345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23–25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 Angka 24 Okt sementara, data s.d. 15.00 WIB.</a:t>
            </a:r>
            <a:endParaRPr lang="en-US" sz="950" dirty="0"/>
          </a:p>
        </p:txBody>
      </p:sp>
      <p:sp>
        <p:nvSpPr>
          <p:cNvPr id="5001" name="Shape 137"/>
          <p:cNvSpPr/>
          <p:nvPr/>
        </p:nvSpPr>
        <p:spPr>
          <a:xfrm>
            <a:off x="5617450" y="50962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147"/>
          <p:cNvSpPr/>
          <p:nvPr/>
        </p:nvSpPr>
        <p:spPr>
          <a:xfrm>
            <a:off x="7619875" y="50962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157"/>
          <p:cNvSpPr/>
          <p:nvPr/>
        </p:nvSpPr>
        <p:spPr>
          <a:xfrm>
            <a:off x="9622301" y="50962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0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197608"/>
            <a:ext cx="315468" cy="420624"/>
          </a:xfrm>
          <a:prstGeom prst="rect">
            <a:avLst/>
          </a:prstGeom>
        </p:spPr>
      </p:pic>
      <p:sp>
        <p:nvSpPr>
          <p:cNvPr id="5005" name="Text 26"/>
          <p:cNvSpPr txBox="1"/>
          <p:nvPr/>
        </p:nvSpPr>
        <p:spPr>
          <a:xfrm>
            <a:off x="1225296" y="22890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06" name="Shape 27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0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08" name="Text 28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2.588 BERBAHAYA</a:t>
            </a:r>
            <a:endParaRPr lang="en-US" sz="600" dirty="0"/>
          </a:p>
        </p:txBody>
      </p:sp>
      <p:sp>
        <p:nvSpPr>
          <p:cNvPr id="5009" name="Shape 29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10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11" name="Text 30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pic>
        <p:nvPicPr>
          <p:cNvPr id="501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384" y="3233928"/>
            <a:ext cx="308896" cy="420624"/>
          </a:xfrm>
          <a:prstGeom prst="rect">
            <a:avLst/>
          </a:prstGeom>
        </p:spPr>
      </p:pic>
      <p:sp>
        <p:nvSpPr>
          <p:cNvPr id="5013" name="Text 168"/>
          <p:cNvSpPr txBox="1"/>
          <p:nvPr/>
        </p:nvSpPr>
        <p:spPr>
          <a:xfrm>
            <a:off x="1225296" y="332536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1200" dirty="0"/>
          </a:p>
        </p:txBody>
      </p:sp>
      <p:sp>
        <p:nvSpPr>
          <p:cNvPr id="5014" name="Shape 27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16" name="Text 28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360 BERBAHAYA</a:t>
            </a:r>
            <a:endParaRPr lang="en-US" sz="660" dirty="0"/>
          </a:p>
        </p:txBody>
      </p:sp>
      <p:sp>
        <p:nvSpPr>
          <p:cNvPr id="5017" name="Shape 29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18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19" name="Text 30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pic>
        <p:nvPicPr>
          <p:cNvPr id="50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69" y="2715768"/>
            <a:ext cx="325326" cy="420624"/>
          </a:xfrm>
          <a:prstGeom prst="rect">
            <a:avLst/>
          </a:prstGeom>
        </p:spPr>
      </p:pic>
      <p:sp>
        <p:nvSpPr>
          <p:cNvPr id="5021" name="Text 61"/>
          <p:cNvSpPr txBox="1"/>
          <p:nvPr/>
        </p:nvSpPr>
        <p:spPr>
          <a:xfrm>
            <a:off x="1225296" y="280720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1200" dirty="0"/>
          </a:p>
        </p:txBody>
      </p:sp>
      <p:sp>
        <p:nvSpPr>
          <p:cNvPr id="5022" name="Shape 98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24" name="Text 99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 TIDAK SEHAT</a:t>
            </a:r>
            <a:endParaRPr lang="en-US" sz="660" dirty="0"/>
          </a:p>
        </p:txBody>
      </p:sp>
      <p:sp>
        <p:nvSpPr>
          <p:cNvPr id="5025" name="Shape 29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26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27" name="Text 30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313" y="4270248"/>
            <a:ext cx="299037" cy="420624"/>
          </a:xfrm>
          <a:prstGeom prst="rect">
            <a:avLst/>
          </a:prstGeom>
        </p:spPr>
      </p:pic>
      <p:sp>
        <p:nvSpPr>
          <p:cNvPr id="5029" name="Text 97"/>
          <p:cNvSpPr txBox="1"/>
          <p:nvPr/>
        </p:nvSpPr>
        <p:spPr>
          <a:xfrm>
            <a:off x="1225296" y="4361688"/>
            <a:ext cx="17110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1200" dirty="0"/>
          </a:p>
        </p:txBody>
      </p:sp>
      <p:sp>
        <p:nvSpPr>
          <p:cNvPr id="5030" name="Shape 27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pic>
        <p:nvPicPr>
          <p:cNvPr id="50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32" name="Text 28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153 SGT TDK SEHAT</a:t>
            </a:r>
            <a:endParaRPr lang="en-US" sz="520" dirty="0"/>
          </a:p>
        </p:txBody>
      </p:sp>
      <p:sp>
        <p:nvSpPr>
          <p:cNvPr id="5033" name="Shape 100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35" name="Text 101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ANGIN KENCANG</a:t>
            </a:r>
            <a:endParaRPr lang="en-US" sz="660" dirty="0"/>
          </a:p>
        </p:txBody>
      </p:sp>
      <p:pic>
        <p:nvPicPr>
          <p:cNvPr id="5036" name="Image 4" descr="preencoded.png">    </p:cNvPr>
          <p:cNvPicPr>
            <a:picLocks noChangeAspect="1"/>
          </p:cNvPicPr>
          <p:nvPr/>
        </p:nvPicPr>
        <p:blipFill>
          <a:blip r:embed="S2rId5"/>
          <a:stretch>
            <a:fillRect/>
          </a:stretch>
        </p:blipFill>
        <p:spPr>
          <a:xfrm>
            <a:off x="783579" y="3752088"/>
            <a:ext cx="316505" cy="420624"/>
          </a:xfrm>
          <a:prstGeom prst="rect">
            <a:avLst/>
          </a:prstGeom>
        </p:spPr>
      </p:pic>
      <p:sp>
        <p:nvSpPr>
          <p:cNvPr id="5037" name="Text 26"/>
          <p:cNvSpPr txBox="1"/>
          <p:nvPr/>
        </p:nvSpPr>
        <p:spPr>
          <a:xfrm>
            <a:off x="1225296" y="3843528"/>
            <a:ext cx="1261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1200" dirty="0"/>
          </a:p>
        </p:txBody>
      </p:sp>
      <p:sp>
        <p:nvSpPr>
          <p:cNvPr id="5038" name="Shape 27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9" name="Image 5" descr="preencoded.png">    </p:cNvPr>
          <p:cNvPicPr>
            <a:picLocks noChangeAspect="1"/>
          </p:cNvPicPr>
          <p:nvPr/>
        </p:nvPicPr>
        <p:blipFill>
          <a:blip r:embed="S2rId6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40" name="Text 28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67</a:t>
            </a:r>
            <a:endParaRPr lang="en-US" sz="660" dirty="0"/>
          </a:p>
        </p:txBody>
      </p:sp>
      <p:sp>
        <p:nvSpPr>
          <p:cNvPr id="5041" name="Shape 29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2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43" name="Text 30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4" name="Image 10" descr="preencoded.png">    </p:cNvPr>
          <p:cNvPicPr>
            <a:picLocks noChangeAspect="1"/>
          </p:cNvPicPr>
          <p:nvPr/>
        </p:nvPicPr>
        <p:blipFill>
          <a:blip r:embed="Lambang74"/>
          <a:stretch>
            <a:fillRect/>
          </a:stretch>
        </p:blipFill>
        <p:spPr>
          <a:xfrm>
            <a:off x="770954" y="4834517"/>
            <a:ext cx="341757" cy="328407"/>
          </a:xfrm>
          <a:prstGeom prst="rect">
            <a:avLst/>
          </a:prstGeom>
        </p:spPr>
      </p:pic>
      <p:sp>
        <p:nvSpPr>
          <p:cNvPr id="5045" name="Text 81"/>
          <p:cNvSpPr txBox="1"/>
          <p:nvPr/>
        </p:nvSpPr>
        <p:spPr>
          <a:xfrm>
            <a:off x="1225296" y="48798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200" dirty="0"/>
          </a:p>
        </p:txBody>
      </p:sp>
      <p:sp>
        <p:nvSpPr>
          <p:cNvPr id="5052" name="Shape 45"/>
          <p:cNvSpPr/>
          <p:nvPr/>
        </p:nvSpPr>
        <p:spPr>
          <a:xfrm>
            <a:off x="5795702" y="2416300"/>
            <a:ext cx="258158" cy="8915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3" name="Text 46"/>
          <p:cNvSpPr txBox="1"/>
          <p:nvPr/>
        </p:nvSpPr>
        <p:spPr>
          <a:xfrm>
            <a:off x="5577840" y="224256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12.682</a:t>
            </a:r>
            <a:endParaRPr lang="en-US" sz="800" dirty="0"/>
          </a:p>
        </p:txBody>
      </p:sp>
      <p:sp>
        <p:nvSpPr>
          <p:cNvPr id="5054" name="Text 47"/>
          <p:cNvSpPr txBox="1"/>
          <p:nvPr/>
        </p:nvSpPr>
        <p:spPr>
          <a:xfrm>
            <a:off x="5577840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▲290%</a:t>
            </a:r>
            <a:endParaRPr lang="en-US" sz="680" dirty="0"/>
          </a:p>
        </p:txBody>
      </p:sp>
      <p:sp>
        <p:nvSpPr>
          <p:cNvPr id="5055" name="Shape 45"/>
          <p:cNvSpPr/>
          <p:nvPr/>
        </p:nvSpPr>
        <p:spPr>
          <a:xfrm>
            <a:off x="6410364" y="238658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6" name="Text 46"/>
          <p:cNvSpPr txBox="1"/>
          <p:nvPr/>
        </p:nvSpPr>
        <p:spPr>
          <a:xfrm>
            <a:off x="6192502" y="22128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16.909</a:t>
            </a:r>
            <a:endParaRPr lang="en-US" sz="800" dirty="0"/>
          </a:p>
        </p:txBody>
      </p:sp>
      <p:sp>
        <p:nvSpPr>
          <p:cNvPr id="5057" name="Text 47"/>
          <p:cNvSpPr txBox="1"/>
          <p:nvPr/>
        </p:nvSpPr>
        <p:spPr>
          <a:xfrm>
            <a:off x="6192502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▲33%</a:t>
            </a:r>
            <a:endParaRPr lang="en-US" sz="680" dirty="0"/>
          </a:p>
        </p:txBody>
      </p:sp>
      <p:sp>
        <p:nvSpPr>
          <p:cNvPr id="5058" name="Shape 45"/>
          <p:cNvSpPr/>
          <p:nvPr/>
        </p:nvSpPr>
        <p:spPr>
          <a:xfrm>
            <a:off x="7025025" y="2448871"/>
            <a:ext cx="258158" cy="5658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59" name="Text 49"/>
          <p:cNvSpPr txBox="1"/>
          <p:nvPr/>
        </p:nvSpPr>
        <p:spPr>
          <a:xfrm>
            <a:off x="6807163" y="2275135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8.049</a:t>
            </a:r>
            <a:endParaRPr lang="en-US" sz="900" dirty="0"/>
          </a:p>
        </p:txBody>
      </p:sp>
      <p:sp>
        <p:nvSpPr>
          <p:cNvPr id="5060" name="Text 47"/>
          <p:cNvSpPr txBox="1"/>
          <p:nvPr/>
        </p:nvSpPr>
        <p:spPr>
          <a:xfrm>
            <a:off x="6807163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061" name="Shape 45"/>
          <p:cNvSpPr/>
          <p:nvPr/>
        </p:nvSpPr>
        <p:spPr>
          <a:xfrm>
            <a:off x="7798128" y="238658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62" name="Text 46"/>
          <p:cNvSpPr txBox="1"/>
          <p:nvPr/>
        </p:nvSpPr>
        <p:spPr>
          <a:xfrm>
            <a:off x="7580265" y="22128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29.118</a:t>
            </a:r>
            <a:endParaRPr lang="en-US" sz="800" dirty="0"/>
          </a:p>
        </p:txBody>
      </p:sp>
      <p:sp>
        <p:nvSpPr>
          <p:cNvPr id="5063" name="Text 47"/>
          <p:cNvSpPr txBox="1"/>
          <p:nvPr/>
        </p:nvSpPr>
        <p:spPr>
          <a:xfrm>
            <a:off x="7580265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▲241%</a:t>
            </a:r>
            <a:endParaRPr lang="en-US" sz="680" dirty="0"/>
          </a:p>
        </p:txBody>
      </p:sp>
      <p:sp>
        <p:nvSpPr>
          <p:cNvPr id="5064" name="Shape 45"/>
          <p:cNvSpPr/>
          <p:nvPr/>
        </p:nvSpPr>
        <p:spPr>
          <a:xfrm>
            <a:off x="8412788" y="2391644"/>
            <a:ext cx="258158" cy="11381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5" name="Text 46"/>
          <p:cNvSpPr txBox="1"/>
          <p:nvPr/>
        </p:nvSpPr>
        <p:spPr>
          <a:xfrm>
            <a:off x="8194927" y="221790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27.879</a:t>
            </a:r>
            <a:endParaRPr lang="en-US" sz="800" dirty="0"/>
          </a:p>
        </p:txBody>
      </p:sp>
      <p:sp>
        <p:nvSpPr>
          <p:cNvPr id="5066" name="Text 47"/>
          <p:cNvSpPr txBox="1"/>
          <p:nvPr/>
        </p:nvSpPr>
        <p:spPr>
          <a:xfrm>
            <a:off x="8194927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▼4%</a:t>
            </a:r>
            <a:endParaRPr lang="en-US" sz="680" dirty="0"/>
          </a:p>
        </p:txBody>
      </p:sp>
      <p:sp>
        <p:nvSpPr>
          <p:cNvPr id="5067" name="Shape 45"/>
          <p:cNvSpPr/>
          <p:nvPr/>
        </p:nvSpPr>
        <p:spPr>
          <a:xfrm>
            <a:off x="9027450" y="2448531"/>
            <a:ext cx="258158" cy="5692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8" name="Text 49"/>
          <p:cNvSpPr txBox="1"/>
          <p:nvPr/>
        </p:nvSpPr>
        <p:spPr>
          <a:xfrm>
            <a:off x="8809588" y="2274795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13.944</a:t>
            </a:r>
            <a:endParaRPr lang="en-US" sz="900" dirty="0"/>
          </a:p>
        </p:txBody>
      </p:sp>
      <p:sp>
        <p:nvSpPr>
          <p:cNvPr id="5069" name="Text 47"/>
          <p:cNvSpPr txBox="1"/>
          <p:nvPr/>
        </p:nvSpPr>
        <p:spPr>
          <a:xfrm>
            <a:off x="8809588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▼50%</a:t>
            </a:r>
            <a:endParaRPr lang="en-US" sz="680" dirty="0"/>
          </a:p>
        </p:txBody>
      </p:sp>
      <p:sp>
        <p:nvSpPr>
          <p:cNvPr id="5070" name="Shape 45"/>
          <p:cNvSpPr/>
          <p:nvPr/>
        </p:nvSpPr>
        <p:spPr>
          <a:xfrm>
            <a:off x="9800552" y="2412259"/>
            <a:ext cx="258158" cy="9319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1" name="Text 46"/>
          <p:cNvSpPr txBox="1"/>
          <p:nvPr/>
        </p:nvSpPr>
        <p:spPr>
          <a:xfrm>
            <a:off x="9582690" y="223852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16.097</a:t>
            </a:r>
            <a:endParaRPr lang="en-US" sz="800" dirty="0"/>
          </a:p>
        </p:txBody>
      </p:sp>
      <p:sp>
        <p:nvSpPr>
          <p:cNvPr id="5072" name="Text 47"/>
          <p:cNvSpPr txBox="1"/>
          <p:nvPr/>
        </p:nvSpPr>
        <p:spPr>
          <a:xfrm>
            <a:off x="9582690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▲194%</a:t>
            </a:r>
            <a:endParaRPr lang="en-US" sz="680" dirty="0"/>
          </a:p>
        </p:txBody>
      </p:sp>
      <p:sp>
        <p:nvSpPr>
          <p:cNvPr id="5073" name="Shape 45"/>
          <p:cNvSpPr/>
          <p:nvPr/>
        </p:nvSpPr>
        <p:spPr>
          <a:xfrm>
            <a:off x="10415214" y="238658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4" name="Text 46"/>
          <p:cNvSpPr txBox="1"/>
          <p:nvPr/>
        </p:nvSpPr>
        <p:spPr>
          <a:xfrm>
            <a:off x="10197352" y="22128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20.532</a:t>
            </a:r>
            <a:endParaRPr lang="en-US" sz="800" dirty="0"/>
          </a:p>
        </p:txBody>
      </p:sp>
      <p:sp>
        <p:nvSpPr>
          <p:cNvPr id="5075" name="Text 47"/>
          <p:cNvSpPr txBox="1"/>
          <p:nvPr/>
        </p:nvSpPr>
        <p:spPr>
          <a:xfrm>
            <a:off x="10197352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076" name="Shape 45"/>
          <p:cNvSpPr/>
          <p:nvPr/>
        </p:nvSpPr>
        <p:spPr>
          <a:xfrm>
            <a:off x="11029876" y="2437216"/>
            <a:ext cx="258158" cy="6824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77" name="Text 49"/>
          <p:cNvSpPr txBox="1"/>
          <p:nvPr/>
        </p:nvSpPr>
        <p:spPr>
          <a:xfrm>
            <a:off x="10812013" y="226348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11.786</a:t>
            </a:r>
            <a:endParaRPr lang="en-US" sz="900" dirty="0"/>
          </a:p>
        </p:txBody>
      </p:sp>
      <p:sp>
        <p:nvSpPr>
          <p:cNvPr id="5078" name="Text 47"/>
          <p:cNvSpPr txBox="1"/>
          <p:nvPr/>
        </p:nvSpPr>
        <p:spPr>
          <a:xfrm>
            <a:off x="10812013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5079" name="Shape 45"/>
          <p:cNvSpPr/>
          <p:nvPr/>
        </p:nvSpPr>
        <p:spPr>
          <a:xfrm>
            <a:off x="5795702" y="3483962"/>
            <a:ext cx="258158" cy="5781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0" name="Text 46"/>
          <p:cNvSpPr txBox="1"/>
          <p:nvPr/>
        </p:nvSpPr>
        <p:spPr>
          <a:xfrm>
            <a:off x="5577840" y="3310226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1.016</a:t>
            </a:r>
            <a:endParaRPr lang="en-US" sz="800" dirty="0"/>
          </a:p>
        </p:txBody>
      </p:sp>
      <p:sp>
        <p:nvSpPr>
          <p:cNvPr id="5081" name="Text 47"/>
          <p:cNvSpPr txBox="1"/>
          <p:nvPr/>
        </p:nvSpPr>
        <p:spPr>
          <a:xfrm>
            <a:off x="5577840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▲92%</a:t>
            </a:r>
            <a:endParaRPr lang="en-US" sz="680" dirty="0"/>
          </a:p>
        </p:txBody>
      </p:sp>
      <p:sp>
        <p:nvSpPr>
          <p:cNvPr id="5082" name="Shape 45"/>
          <p:cNvSpPr/>
          <p:nvPr/>
        </p:nvSpPr>
        <p:spPr>
          <a:xfrm>
            <a:off x="6410364" y="342290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3" name="Text 46"/>
          <p:cNvSpPr txBox="1"/>
          <p:nvPr/>
        </p:nvSpPr>
        <p:spPr>
          <a:xfrm>
            <a:off x="6192502" y="32491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2.089</a:t>
            </a:r>
            <a:endParaRPr lang="en-US" sz="800" dirty="0"/>
          </a:p>
        </p:txBody>
      </p:sp>
      <p:sp>
        <p:nvSpPr>
          <p:cNvPr id="5084" name="Text 47"/>
          <p:cNvSpPr txBox="1"/>
          <p:nvPr/>
        </p:nvSpPr>
        <p:spPr>
          <a:xfrm>
            <a:off x="6192502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▲106%</a:t>
            </a:r>
            <a:endParaRPr lang="en-US" sz="680" dirty="0"/>
          </a:p>
        </p:txBody>
      </p:sp>
      <p:sp>
        <p:nvSpPr>
          <p:cNvPr id="5085" name="Shape 45"/>
          <p:cNvSpPr/>
          <p:nvPr/>
        </p:nvSpPr>
        <p:spPr>
          <a:xfrm>
            <a:off x="7025025" y="3477076"/>
            <a:ext cx="258158" cy="6470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86" name="Text 49"/>
          <p:cNvSpPr txBox="1"/>
          <p:nvPr/>
        </p:nvSpPr>
        <p:spPr>
          <a:xfrm>
            <a:off x="6807163" y="330334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1.137</a:t>
            </a:r>
            <a:endParaRPr lang="en-US" sz="900" dirty="0"/>
          </a:p>
        </p:txBody>
      </p:sp>
      <p:sp>
        <p:nvSpPr>
          <p:cNvPr id="5087" name="Text 47"/>
          <p:cNvSpPr txBox="1"/>
          <p:nvPr/>
        </p:nvSpPr>
        <p:spPr>
          <a:xfrm>
            <a:off x="6807163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▼46%</a:t>
            </a:r>
            <a:endParaRPr lang="en-US" sz="680" dirty="0"/>
          </a:p>
        </p:txBody>
      </p:sp>
      <p:sp>
        <p:nvSpPr>
          <p:cNvPr id="5088" name="Shape 45"/>
          <p:cNvSpPr/>
          <p:nvPr/>
        </p:nvSpPr>
        <p:spPr>
          <a:xfrm>
            <a:off x="7798128" y="3433056"/>
            <a:ext cx="258158" cy="1087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9" name="Text 46"/>
          <p:cNvSpPr txBox="1"/>
          <p:nvPr/>
        </p:nvSpPr>
        <p:spPr>
          <a:xfrm>
            <a:off x="7580265" y="325932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2.286</a:t>
            </a:r>
            <a:endParaRPr lang="en-US" sz="800" dirty="0"/>
          </a:p>
        </p:txBody>
      </p:sp>
      <p:sp>
        <p:nvSpPr>
          <p:cNvPr id="5090" name="Text 47"/>
          <p:cNvSpPr txBox="1"/>
          <p:nvPr/>
        </p:nvSpPr>
        <p:spPr>
          <a:xfrm>
            <a:off x="7580265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▲85%</a:t>
            </a:r>
            <a:endParaRPr lang="en-US" sz="680" dirty="0"/>
          </a:p>
        </p:txBody>
      </p:sp>
      <p:sp>
        <p:nvSpPr>
          <p:cNvPr id="5091" name="Shape 45"/>
          <p:cNvSpPr/>
          <p:nvPr/>
        </p:nvSpPr>
        <p:spPr>
          <a:xfrm>
            <a:off x="8412788" y="3430872"/>
            <a:ext cx="258158" cy="11090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2" name="Text 46"/>
          <p:cNvSpPr txBox="1"/>
          <p:nvPr/>
        </p:nvSpPr>
        <p:spPr>
          <a:xfrm>
            <a:off x="8194927" y="3257136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2.332</a:t>
            </a:r>
            <a:endParaRPr lang="en-US" sz="800" dirty="0"/>
          </a:p>
        </p:txBody>
      </p:sp>
      <p:sp>
        <p:nvSpPr>
          <p:cNvPr id="5093" name="Text 47"/>
          <p:cNvSpPr txBox="1"/>
          <p:nvPr/>
        </p:nvSpPr>
        <p:spPr>
          <a:xfrm>
            <a:off x="8194927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▲2%</a:t>
            </a:r>
            <a:endParaRPr lang="en-US" sz="680" dirty="0"/>
          </a:p>
        </p:txBody>
      </p:sp>
      <p:sp>
        <p:nvSpPr>
          <p:cNvPr id="5094" name="Shape 45"/>
          <p:cNvSpPr/>
          <p:nvPr/>
        </p:nvSpPr>
        <p:spPr>
          <a:xfrm>
            <a:off x="9027450" y="342290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5" name="Text 49"/>
          <p:cNvSpPr txBox="1"/>
          <p:nvPr/>
        </p:nvSpPr>
        <p:spPr>
          <a:xfrm>
            <a:off x="8809588" y="32491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2.500</a:t>
            </a:r>
            <a:endParaRPr lang="en-US" sz="900" dirty="0"/>
          </a:p>
        </p:txBody>
      </p:sp>
      <p:sp>
        <p:nvSpPr>
          <p:cNvPr id="5096" name="Text 47"/>
          <p:cNvSpPr txBox="1"/>
          <p:nvPr/>
        </p:nvSpPr>
        <p:spPr>
          <a:xfrm>
            <a:off x="8809588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097" name="Shape 45"/>
          <p:cNvSpPr/>
          <p:nvPr/>
        </p:nvSpPr>
        <p:spPr>
          <a:xfrm>
            <a:off x="9800552" y="3436484"/>
            <a:ext cx="258158" cy="10529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9582690" y="32627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1.370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9582690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▲52%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10415214" y="3427490"/>
            <a:ext cx="258158" cy="11428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10197352" y="325375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1.487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10197352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11029876" y="342290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10812013" y="32491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1.547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10812013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5795702" y="290474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5577840" y="273100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2.327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5577840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6410364" y="2928038"/>
            <a:ext cx="258158" cy="9557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192502" y="275430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1.871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192502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▼20%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025025" y="2955419"/>
            <a:ext cx="258158" cy="6819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6807163" y="278168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1.335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6807163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▼29%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7798128" y="2940724"/>
            <a:ext cx="258158" cy="8289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7580265" y="276698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3.289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7580265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▼35%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412788" y="290474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194927" y="273100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4.717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194927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▲43%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027450" y="2937195"/>
            <a:ext cx="258158" cy="8642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8809588" y="2763459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3.429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8809588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▼27%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9800552" y="2930906"/>
            <a:ext cx="258158" cy="9271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582690" y="275717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2.050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582690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415214" y="290474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197352" y="273100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2.628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197352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29876" y="2911804"/>
            <a:ext cx="258158" cy="11181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812013" y="27380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2.472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812013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5795702" y="445922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5577840" y="428548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1.447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5577840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6410364" y="4479515"/>
            <a:ext cx="258158" cy="9858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6192502" y="4305779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1.200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6192502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7025025" y="4549590"/>
            <a:ext cx="258158" cy="2850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6807163" y="437585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347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6807163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▼71%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7798128" y="445922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7580265" y="428548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3.654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7580265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▲45%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8412788" y="4515375"/>
            <a:ext cx="258158" cy="6272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8194927" y="4341639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1.928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8194927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▼47%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9027450" y="455980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8809588" y="438607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526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8809588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▼73%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9800552" y="445922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9582690" y="428548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1.506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9582690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10415214" y="4499633"/>
            <a:ext cx="258158" cy="7846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10197352" y="4325897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994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10197352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11029876" y="4553089"/>
            <a:ext cx="258158" cy="2500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10812013" y="437935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317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10812013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▼68%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5795702" y="394106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5577840" y="376732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1.169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5577840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6410364" y="3941979"/>
            <a:ext cx="258158" cy="11795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6192502" y="376824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1.160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6192502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7025025" y="4010414"/>
            <a:ext cx="258158" cy="4952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6807163" y="383667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487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6807163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▼58%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7798128" y="3963543"/>
            <a:ext cx="258158" cy="9639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7580265" y="3789807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1.673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7580265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▼42%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8412788" y="394106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8194927" y="376732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2.063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8194927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9027450" y="404164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8809588" y="386791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310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8809588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▼85%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9800552" y="394106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9582690" y="376732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861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9582690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▼40%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10415214" y="3943600"/>
            <a:ext cx="258158" cy="11633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10197352" y="376986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842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10197352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11029876" y="404164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10812013" y="386791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117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10812013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▼86%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5795702" y="497738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5577840" y="48036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278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5577840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▼58%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6410364" y="5030834"/>
            <a:ext cx="258158" cy="6542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6192502" y="485709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153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6192502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▼45%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7025025" y="4988929"/>
            <a:ext cx="258158" cy="10732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6807163" y="481519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251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6807163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▲64%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7798128" y="497738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7580265" y="48036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615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7580265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▼58%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8412788" y="4978271"/>
            <a:ext cx="258158" cy="11798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8194927" y="4804535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611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8194927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9027450" y="5027949"/>
            <a:ext cx="258158" cy="6830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8809588" y="485421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353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8809588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▼42%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9800552" y="497738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9582690" y="48036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282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9582690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▼55%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10415214" y="4988981"/>
            <a:ext cx="258158" cy="10727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10197352" y="4815245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255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10197352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11029876" y="5056632"/>
            <a:ext cx="258158" cy="3962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10812013" y="4882896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10812013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▼63%</a:t>
            </a:r>
            <a:endParaRPr lang="en-US" sz="680" dirty="0"/>
          </a:p>
        </p:txBody>
      </p:sp>
      <p:sp>
        <p:nvSpPr>
          <p:cNvPr id="5214" name="Shape 27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215" name="Image 5" descr="preencoded.png">    </p:cNvPr>
          <p:cNvPicPr>
            <a:picLocks noChangeAspect="1"/>
          </p:cNvPicPr>
          <p:nvPr/>
        </p:nvPicPr>
        <p:blipFill>
          <a:blip r:embed="S2rId6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216" name="Text 28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67</a:t>
            </a:r>
            <a:endParaRPr lang="en-US" sz="660" dirty="0"/>
          </a:p>
        </p:txBody>
      </p:sp>
      <p:sp>
        <p:nvSpPr>
          <p:cNvPr id="5217" name="Shape 29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218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219" name="Text 30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580" dirty="0"/>
          </a:p>
        </p:txBody>
      </p:sp>
      <p:sp>
        <p:nvSpPr>
          <p:cNvPr id="5220" name="Shape 220"/>
          <p:cNvSpPr/>
          <p:nvPr/>
        </p:nvSpPr>
        <p:spPr>
          <a:xfrm>
            <a:off x="82805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5221" name="Text 223"/>
          <p:cNvSpPr txBox="1"/>
          <p:nvPr/>
        </p:nvSpPr>
        <p:spPr>
          <a:xfrm>
            <a:off x="8527395" y="5897880"/>
            <a:ext cx="1150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sangat tidak sehat</a:t>
            </a:r>
            <a:endParaRPr lang="en-US" sz="750" dirty="0"/>
          </a:p>
        </p:txBody>
      </p:sp>
      <p:sp>
        <p:nvSpPr>
          <p:cNvPr id="5222" name="Shape 9"/>
          <p:cNvSpPr/>
          <p:nvPr/>
        </p:nvSpPr>
        <p:spPr>
          <a:xfrm>
            <a:off x="4709160" y="1463040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8C2A1C"/>
          </a:solidFill>
          <a:ln/>
        </p:spPr>
      </p:sp>
      <p:pic>
        <p:nvPicPr>
          <p:cNvPr id="5223" name="Image 1" descr="preencoded.png">    </p:cNvPr>
          <p:cNvPicPr>
            <a:picLocks noChangeAspect="1"/>
          </p:cNvPicPr>
          <p:nvPr/>
        </p:nvPicPr>
        <p:blipFill>
          <a:blip r:embed="rIdFirespot"/>
          <a:stretch>
            <a:fillRect/>
          </a:stretch>
        </p:blipFill>
        <p:spPr>
          <a:xfrm>
            <a:off x="4791456" y="1581912"/>
            <a:ext cx="164592" cy="164592"/>
          </a:xfrm>
          <a:prstGeom prst="rect">
            <a:avLst/>
          </a:prstGeom>
        </p:spPr>
      </p:pic>
      <p:sp>
        <p:nvSpPr>
          <p:cNvPr id="5224" name="Text 10"/>
          <p:cNvSpPr txBox="1"/>
          <p:nvPr/>
        </p:nvSpPr>
        <p:spPr>
          <a:xfrm>
            <a:off x="5001768" y="1463040"/>
            <a:ext cx="50292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</a:t>
            </a:r>
            <a:pPr algn="l" indent="0" marL="0">
              <a:buNone/>
            </a:pPr>
            <a:r>
              <a:rPr lang="en-US" sz="82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820" dirty="0"/>
          </a:p>
        </p:txBody>
      </p:sp>
      <p:sp>
        <p:nvSpPr>
          <p:cNvPr id="5225" name="Text 13"/>
          <p:cNvSpPr txBox="1"/>
          <p:nvPr/>
        </p:nvSpPr>
        <p:spPr>
          <a:xfrm>
            <a:off x="4663440" y="1911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50" dirty="0"/>
          </a:p>
        </p:txBody>
      </p:sp>
      <p:sp>
        <p:nvSpPr>
          <p:cNvPr id="5226" name="Text 49"/>
          <p:cNvSpPr txBox="1"/>
          <p:nvPr/>
        </p:nvSpPr>
        <p:spPr>
          <a:xfrm>
            <a:off x="4663440" y="216712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7.724</a:t>
            </a:r>
            <a:endParaRPr lang="en-US" sz="1000" dirty="0"/>
          </a:p>
        </p:txBody>
      </p:sp>
      <p:sp>
        <p:nvSpPr>
          <p:cNvPr id="5227" name="Text 49"/>
          <p:cNvSpPr txBox="1"/>
          <p:nvPr/>
        </p:nvSpPr>
        <p:spPr>
          <a:xfrm>
            <a:off x="4663440" y="268528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1.091</a:t>
            </a:r>
            <a:endParaRPr lang="en-US" sz="1000" dirty="0"/>
          </a:p>
        </p:txBody>
      </p:sp>
      <p:sp>
        <p:nvSpPr>
          <p:cNvPr id="5228" name="Text 49"/>
          <p:cNvSpPr txBox="1"/>
          <p:nvPr/>
        </p:nvSpPr>
        <p:spPr>
          <a:xfrm>
            <a:off x="4663440" y="320344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961</a:t>
            </a:r>
            <a:endParaRPr lang="en-US" sz="1000" dirty="0"/>
          </a:p>
        </p:txBody>
      </p:sp>
      <p:sp>
        <p:nvSpPr>
          <p:cNvPr id="5229" name="Text 49"/>
          <p:cNvSpPr txBox="1"/>
          <p:nvPr/>
        </p:nvSpPr>
        <p:spPr>
          <a:xfrm>
            <a:off x="4663440" y="372160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232</a:t>
            </a:r>
            <a:endParaRPr lang="en-US" sz="1000" dirty="0"/>
          </a:p>
        </p:txBody>
      </p:sp>
      <p:sp>
        <p:nvSpPr>
          <p:cNvPr id="5230" name="Text 49"/>
          <p:cNvSpPr txBox="1"/>
          <p:nvPr/>
        </p:nvSpPr>
        <p:spPr>
          <a:xfrm>
            <a:off x="4663440" y="423976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1000" dirty="0"/>
          </a:p>
        </p:txBody>
      </p:sp>
      <p:sp>
        <p:nvSpPr>
          <p:cNvPr id="5231" name="Text 49"/>
          <p:cNvSpPr txBox="1"/>
          <p:nvPr/>
        </p:nvSpPr>
        <p:spPr>
          <a:xfrm>
            <a:off x="4663440" y="475792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177</a:t>
            </a:r>
            <a:endParaRPr lang="en-US" sz="1000" dirty="0"/>
          </a:p>
        </p:txBody>
      </p:sp>
      <p:sp>
        <p:nvSpPr>
          <p:cNvPr id="5232" name="Text 207"/>
          <p:cNvSpPr txBox="1"/>
          <p:nvPr/>
        </p:nvSpPr>
        <p:spPr>
          <a:xfrm>
            <a:off x="4663440" y="53309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10.445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yang Dilakukan per Tanggal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184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5806723"/>
            <a:ext cx="548640" cy="16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4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370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02082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0723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8950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3749040" y="1417320"/>
            <a:ext cx="0" cy="56692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440180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86784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</a:t>
            </a:r>
            <a:endParaRPr lang="en-US" sz="68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13.396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164592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86784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BPBD</a:t>
            </a:r>
            <a:endParaRPr lang="en-US" sz="680" dirty="0"/>
          </a:p>
        </p:txBody>
      </p:sp>
      <p:sp>
        <p:nvSpPr>
          <p:cNvPr id="28" name="Text 19"/>
          <p:cNvSpPr txBox="1"/>
          <p:nvPr/>
        </p:nvSpPr>
        <p:spPr>
          <a:xfrm>
            <a:off x="3840480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11.231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851660"/>
            <a:ext cx="109728" cy="1097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986784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Polri</a:t>
            </a:r>
            <a:endParaRPr lang="en-US" sz="680" dirty="0"/>
          </a:p>
        </p:txBody>
      </p:sp>
      <p:sp>
        <p:nvSpPr>
          <p:cNvPr id="31" name="Text 21"/>
          <p:cNvSpPr txBox="1"/>
          <p:nvPr/>
        </p:nvSpPr>
        <p:spPr>
          <a:xfrm>
            <a:off x="3840480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10.446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16%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978" y="1440180"/>
            <a:ext cx="109728" cy="1097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31282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Swasta</a:t>
            </a:r>
            <a:endParaRPr lang="en-US" sz="680" dirty="0"/>
          </a:p>
        </p:txBody>
      </p:sp>
      <p:sp>
        <p:nvSpPr>
          <p:cNvPr id="34" name="Text 23"/>
          <p:cNvSpPr txBox="1"/>
          <p:nvPr/>
        </p:nvSpPr>
        <p:spPr>
          <a:xfrm>
            <a:off x="5084978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8.950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14%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978" y="1645920"/>
            <a:ext cx="109728" cy="1097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31282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Relawan</a:t>
            </a:r>
            <a:endParaRPr lang="en-US" sz="680" dirty="0"/>
          </a:p>
        </p:txBody>
      </p:sp>
      <p:sp>
        <p:nvSpPr>
          <p:cNvPr id="37" name="Text 25"/>
          <p:cNvSpPr txBox="1"/>
          <p:nvPr/>
        </p:nvSpPr>
        <p:spPr>
          <a:xfrm>
            <a:off x="5084978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8.201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13%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978" y="18516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31282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</a:t>
            </a:r>
            <a:endParaRPr lang="en-US" sz="680" dirty="0"/>
          </a:p>
        </p:txBody>
      </p:sp>
      <p:sp>
        <p:nvSpPr>
          <p:cNvPr id="40" name="Text 27"/>
          <p:cNvSpPr txBox="1"/>
          <p:nvPr/>
        </p:nvSpPr>
        <p:spPr>
          <a:xfrm>
            <a:off x="5084978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4.767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9477" y="1440180"/>
            <a:ext cx="109728" cy="1097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75781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MPA</a:t>
            </a:r>
            <a:endParaRPr lang="en-US" sz="680" dirty="0"/>
          </a:p>
        </p:txBody>
      </p:sp>
      <p:sp>
        <p:nvSpPr>
          <p:cNvPr id="43" name="Text 29"/>
          <p:cNvSpPr txBox="1"/>
          <p:nvPr/>
        </p:nvSpPr>
        <p:spPr>
          <a:xfrm>
            <a:off x="6329477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4.749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77" y="1645920"/>
            <a:ext cx="109728" cy="109728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475781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Kehutanan</a:t>
            </a:r>
            <a:endParaRPr lang="en-US" sz="680" dirty="0"/>
          </a:p>
        </p:txBody>
      </p:sp>
      <p:sp>
        <p:nvSpPr>
          <p:cNvPr id="46" name="Text 31"/>
          <p:cNvSpPr txBox="1"/>
          <p:nvPr/>
        </p:nvSpPr>
        <p:spPr>
          <a:xfrm>
            <a:off x="6329477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477" y="185166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75781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Agni</a:t>
            </a:r>
            <a:endParaRPr lang="en-US" sz="680" dirty="0"/>
          </a:p>
        </p:txBody>
      </p:sp>
      <p:sp>
        <p:nvSpPr>
          <p:cNvPr id="49" name="Text 33"/>
          <p:cNvSpPr txBox="1"/>
          <p:nvPr/>
        </p:nvSpPr>
        <p:spPr>
          <a:xfrm>
            <a:off x="6329477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SETELAH OMC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dari 4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84" name="Shape 66"/>
          <p:cNvSpPr/>
          <p:nvPr/>
        </p:nvSpPr>
        <p:spPr>
          <a:xfrm>
            <a:off x="676656" y="3294126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85" name="Text 67"/>
          <p:cNvSpPr txBox="1"/>
          <p:nvPr/>
        </p:nvSpPr>
        <p:spPr>
          <a:xfrm>
            <a:off x="795528" y="310896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60" dirty="0"/>
          </a:p>
        </p:txBody>
      </p:sp>
      <p:sp>
        <p:nvSpPr>
          <p:cNvPr id="86" name="Text 68"/>
          <p:cNvSpPr txBox="1"/>
          <p:nvPr/>
        </p:nvSpPr>
        <p:spPr>
          <a:xfrm>
            <a:off x="2027869" y="310896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Sekadau, Ketapang, Sintang</a:t>
            </a:r>
            <a:endParaRPr lang="en-US" sz="864" dirty="0"/>
          </a:p>
        </p:txBody>
      </p:sp>
      <p:sp>
        <p:nvSpPr>
          <p:cNvPr id="87" name="Shape 69"/>
          <p:cNvSpPr/>
          <p:nvPr/>
        </p:nvSpPr>
        <p:spPr>
          <a:xfrm>
            <a:off x="3561885" y="3170682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88" name="Text 70"/>
          <p:cNvSpPr txBox="1"/>
          <p:nvPr/>
        </p:nvSpPr>
        <p:spPr>
          <a:xfrm>
            <a:off x="3561885" y="3170682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89" name="Text 71"/>
          <p:cNvSpPr txBox="1"/>
          <p:nvPr/>
        </p:nvSpPr>
        <p:spPr>
          <a:xfrm>
            <a:off x="3561885" y="333527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kabupaten, termasuk 3 sasaran</a:t>
            </a:r>
            <a:endParaRPr lang="en-US" sz="840" dirty="0"/>
          </a:p>
        </p:txBody>
      </p:sp>
      <p:sp>
        <p:nvSpPr>
          <p:cNvPr id="90" name="Shape 72"/>
          <p:cNvSpPr/>
          <p:nvPr/>
        </p:nvSpPr>
        <p:spPr>
          <a:xfrm>
            <a:off x="676656" y="3737610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55244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55244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Katingan, Kotim, Kobar, Seruyan, Palangka Raya</a:t>
            </a:r>
            <a:endParaRPr lang="en-US" sz="864" dirty="0"/>
          </a:p>
        </p:txBody>
      </p:sp>
      <p:sp>
        <p:nvSpPr>
          <p:cNvPr id="105" name="Shape 87"/>
          <p:cNvSpPr/>
          <p:nvPr/>
        </p:nvSpPr>
        <p:spPr>
          <a:xfrm>
            <a:off x="3561885" y="3614166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6" name="Text 88"/>
          <p:cNvSpPr txBox="1"/>
          <p:nvPr/>
        </p:nvSpPr>
        <p:spPr>
          <a:xfrm>
            <a:off x="3561885" y="3614166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77875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23 Okt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181094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99592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99592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Banyuasin, OKI</a:t>
            </a:r>
            <a:endParaRPr lang="en-US" sz="864" dirty="0"/>
          </a:p>
        </p:txBody>
      </p:sp>
      <p:sp>
        <p:nvSpPr>
          <p:cNvPr id="99" name="Shape 87"/>
          <p:cNvSpPr/>
          <p:nvPr/>
        </p:nvSpPr>
        <p:spPr>
          <a:xfrm>
            <a:off x="3561885" y="4057650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3561885" y="4057650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22224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23 Okt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624578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43941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43941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Kotabaru, Tanah Bumbu, Tanah Laut</a:t>
            </a:r>
            <a:endParaRPr lang="en-US" sz="864" dirty="0"/>
          </a:p>
        </p:txBody>
      </p:sp>
      <p:sp>
        <p:nvSpPr>
          <p:cNvPr id="93" name="Shape 75"/>
          <p:cNvSpPr/>
          <p:nvPr/>
        </p:nvSpPr>
        <p:spPr>
          <a:xfrm>
            <a:off x="3561885" y="4501134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3561885" y="450113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66572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Kotabaru, 23 Okt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sortie, 14.300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7.200 kg</a:t>
            </a:r>
            <a:endParaRPr lang="en-US" sz="864" dirty="0"/>
          </a:p>
        </p:txBody>
      </p:sp>
      <p:sp>
        <p:nvSpPr>
          <p:cNvPr id="121" name="Shape 102"/>
          <p:cNvSpPr/>
          <p:nvPr/>
        </p:nvSpPr>
        <p:spPr>
          <a:xfrm>
            <a:off x="3561885" y="5401818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3561885" y="5401818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2.000 kg, dry ice 5.200 kg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7.100 kg</a:t>
            </a:r>
            <a:endParaRPr lang="en-US" sz="864" dirty="0"/>
          </a:p>
        </p:txBody>
      </p:sp>
      <p:sp>
        <p:nvSpPr>
          <p:cNvPr id="129" name="Shape 110"/>
          <p:cNvSpPr/>
          <p:nvPr/>
        </p:nvSpPr>
        <p:spPr>
          <a:xfrm>
            <a:off x="3561885" y="5845302"/>
            <a:ext cx="138623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111"/>
          <p:cNvSpPr txBox="1"/>
          <p:nvPr/>
        </p:nvSpPr>
        <p:spPr>
          <a:xfrm>
            <a:off x="3561885" y="5845302"/>
            <a:ext cx="1386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JARAK PANDANG NAIK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membaik menjelang siang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07861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792463" y="3207861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517074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792463" y="3517074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826287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601567" y="3826287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135500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837983" y="4135500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444713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647087" y="4444713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753926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82956" y="4798099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82956" y="4798099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65295" y="4753926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063139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65295" y="5063139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Text 149"/>
          <p:cNvSpPr txBox="1"/>
          <p:nvPr/>
        </p:nvSpPr>
        <p:spPr>
          <a:xfrm>
            <a:off x="6329020" y="5372352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Barat</a:t>
            </a:r>
            <a:endParaRPr lang="en-US" sz="900" dirty="0"/>
          </a:p>
        </p:txBody>
      </p:sp>
      <p:sp>
        <p:nvSpPr>
          <p:cNvPr id="194" name="Shape 150"/>
          <p:cNvSpPr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95" name="Text 151"/>
          <p:cNvSpPr txBox="1"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6" name="Shape 152"/>
          <p:cNvSpPr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7" name="Text 153"/>
          <p:cNvSpPr txBox="1"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8" name="Text 154"/>
          <p:cNvSpPr txBox="1"/>
          <p:nvPr/>
        </p:nvSpPr>
        <p:spPr>
          <a:xfrm>
            <a:off x="8265295" y="5372352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9" name="Text 149"/>
          <p:cNvSpPr txBox="1"/>
          <p:nvPr/>
        </p:nvSpPr>
        <p:spPr>
          <a:xfrm>
            <a:off x="6329020" y="5681565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01" name="Text 151"/>
          <p:cNvSpPr txBox="1"/>
          <p:nvPr/>
        </p:nvSpPr>
        <p:spPr>
          <a:xfrm>
            <a:off x="7792060" y="5725738"/>
            <a:ext cx="28634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2" name="Shape 152"/>
          <p:cNvSpPr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03" name="Text 153"/>
          <p:cNvSpPr txBox="1"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4" name="Text 154"/>
          <p:cNvSpPr txBox="1"/>
          <p:nvPr/>
        </p:nvSpPr>
        <p:spPr>
          <a:xfrm>
            <a:off x="8074399" y="5681565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05" name="Text 149"/>
          <p:cNvSpPr txBox="1"/>
          <p:nvPr/>
        </p:nvSpPr>
        <p:spPr>
          <a:xfrm>
            <a:off x="6329020" y="599077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206" name="Shape 150"/>
          <p:cNvSpPr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07" name="Text 151"/>
          <p:cNvSpPr txBox="1"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Text 154"/>
          <p:cNvSpPr txBox="1"/>
          <p:nvPr/>
        </p:nvSpPr>
        <p:spPr>
          <a:xfrm>
            <a:off x="8074399" y="599077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1" name="Shape 168"/>
          <p:cNvSpPr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12" name="Text 169"/>
          <p:cNvSpPr txBox="1"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8.049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13.811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25.409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17.942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 2026, 15.00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 Angka 24 Okt sementara, data s.d. 15.00 WIB. Firespot: kriteria SIPANTAU Kemenhut.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04672" y="1549908"/>
            <a:ext cx="274320" cy="274320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20700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20700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13.811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8C2A1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4"/>
          <a:stretch>
            <a:fillRect/>
          </a:stretch>
        </p:blipFill>
        <p:spPr>
          <a:xfrm>
            <a:off x="3555492" y="1549908"/>
            <a:ext cx="274320" cy="274320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95782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F5C6BA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95782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11.573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306312" y="1549908"/>
            <a:ext cx="274320" cy="274320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70864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70864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25.409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57132" y="1549908"/>
            <a:ext cx="274320" cy="274320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45946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45946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17.942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6855920" y="2029968"/>
            <a:ext cx="1006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788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944216" y="2139696"/>
            <a:ext cx="118872" cy="118872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090520" y="2029968"/>
            <a:ext cx="64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876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8C2A1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"/>
          <p:cNvPicPr>
            <a:picLocks noChangeAspect="1"/>
          </p:cNvPicPr>
          <p:nvPr/>
        </p:nvPicPr>
        <p:blipFill>
          <a:blip r:embed="rIdIk4"/>
          <a:stretch>
            <a:fillRect/>
          </a:stretch>
        </p:blipFill>
        <p:spPr>
          <a:xfrm>
            <a:off x="8824216" y="2139696"/>
            <a:ext cx="118872" cy="118872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8970520" y="2029968"/>
            <a:ext cx="64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</a:t>
            </a:r>
            <a:r>
              <a:rPr lang="id-ID" sz="560" dirty="0">
                <a:solidFill>
                  <a:srgbClr val="F5C6BA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649352" y="2029968"/>
            <a:ext cx="98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704216" y="2139696"/>
            <a:ext cx="118872" cy="118872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9850520" y="2029968"/>
            <a:ext cx="77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659352" y="2029968"/>
            <a:ext cx="8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714216" y="2139696"/>
            <a:ext cx="118872" cy="118872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860520" y="2029968"/>
            <a:ext cx="68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56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6627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6901640" y="241401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32" name="Peta 9032"/>
          <p:cNvSpPr/>
          <p:nvPr/>
        </p:nvSpPr>
        <p:spPr>
          <a:xfrm>
            <a:off x="7861920" y="241401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8.049</a:t>
            </a:r>
          </a:p>
        </p:txBody>
      </p:sp>
      <p:sp>
        <p:nvSpPr>
          <p:cNvPr id="9033" name="Peta 9033"/>
          <p:cNvSpPr/>
          <p:nvPr/>
        </p:nvSpPr>
        <p:spPr>
          <a:xfrm>
            <a:off x="843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▼52%</a:t>
            </a:r>
          </a:p>
        </p:txBody>
      </p:sp>
      <p:sp>
        <p:nvSpPr>
          <p:cNvPr id="9034" name="Peta 9034"/>
          <p:cNvSpPr/>
          <p:nvPr/>
        </p:nvSpPr>
        <p:spPr>
          <a:xfrm>
            <a:off x="8741920" y="241401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7.724</a:t>
            </a:r>
          </a:p>
        </p:txBody>
      </p:sp>
      <p:sp>
        <p:nvSpPr>
          <p:cNvPr id="9035" name="Peta 9035"/>
          <p:cNvSpPr/>
          <p:nvPr/>
        </p:nvSpPr>
        <p:spPr>
          <a:xfrm>
            <a:off x="931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▼43%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621920" y="241401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13.944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32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▼50%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631920" y="241401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11.786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4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▼43%</a:t>
            </a:r>
          </a:p>
        </p:txBody>
      </p:sp>
      <p:sp>
        <p:nvSpPr>
          <p:cNvPr id="9040" name="Peta 9040"/>
          <p:cNvSpPr/>
          <p:nvPr/>
        </p:nvSpPr>
        <p:spPr>
          <a:xfrm>
            <a:off x="6599888" y="2745028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6627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6901640" y="274502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</a:p>
        </p:txBody>
      </p:sp>
      <p:sp>
        <p:nvSpPr>
          <p:cNvPr id="9043" name="Peta 9043"/>
          <p:cNvSpPr/>
          <p:nvPr/>
        </p:nvSpPr>
        <p:spPr>
          <a:xfrm>
            <a:off x="7861920" y="274502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1.335</a:t>
            </a:r>
          </a:p>
        </p:txBody>
      </p:sp>
      <p:sp>
        <p:nvSpPr>
          <p:cNvPr id="9044" name="Peta 9044"/>
          <p:cNvSpPr/>
          <p:nvPr/>
        </p:nvSpPr>
        <p:spPr>
          <a:xfrm>
            <a:off x="843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▼29%</a:t>
            </a:r>
          </a:p>
        </p:txBody>
      </p:sp>
      <p:sp>
        <p:nvSpPr>
          <p:cNvPr id="9045" name="Peta 9045"/>
          <p:cNvSpPr/>
          <p:nvPr/>
        </p:nvSpPr>
        <p:spPr>
          <a:xfrm>
            <a:off x="8741920" y="274502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1.091</a:t>
            </a:r>
          </a:p>
        </p:txBody>
      </p:sp>
      <p:sp>
        <p:nvSpPr>
          <p:cNvPr id="9046" name="Peta 9046"/>
          <p:cNvSpPr/>
          <p:nvPr/>
        </p:nvSpPr>
        <p:spPr>
          <a:xfrm>
            <a:off x="931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▼18%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621920" y="274502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3.429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32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▼27%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631920" y="274502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2.472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4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▼6%</a:t>
            </a:r>
          </a:p>
        </p:txBody>
      </p:sp>
      <p:sp>
        <p:nvSpPr>
          <p:cNvPr id="9051" name="Peta 9051"/>
          <p:cNvSpPr/>
          <p:nvPr/>
        </p:nvSpPr>
        <p:spPr>
          <a:xfrm>
            <a:off x="6599888" y="3076040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6627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6901640" y="307604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</a:p>
        </p:txBody>
      </p:sp>
      <p:sp>
        <p:nvSpPr>
          <p:cNvPr id="9054" name="Peta 9054"/>
          <p:cNvSpPr/>
          <p:nvPr/>
        </p:nvSpPr>
        <p:spPr>
          <a:xfrm>
            <a:off x="7861920" y="307604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1.137</a:t>
            </a:r>
          </a:p>
        </p:txBody>
      </p:sp>
      <p:sp>
        <p:nvSpPr>
          <p:cNvPr id="9055" name="Peta 9055"/>
          <p:cNvSpPr/>
          <p:nvPr/>
        </p:nvSpPr>
        <p:spPr>
          <a:xfrm>
            <a:off x="843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▼46%</a:t>
            </a:r>
          </a:p>
        </p:txBody>
      </p:sp>
      <p:sp>
        <p:nvSpPr>
          <p:cNvPr id="9056" name="Peta 9056"/>
          <p:cNvSpPr/>
          <p:nvPr/>
        </p:nvSpPr>
        <p:spPr>
          <a:xfrm>
            <a:off x="8741920" y="307604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961</a:t>
            </a:r>
          </a:p>
        </p:txBody>
      </p:sp>
      <p:sp>
        <p:nvSpPr>
          <p:cNvPr id="9057" name="Peta 9057"/>
          <p:cNvSpPr/>
          <p:nvPr/>
        </p:nvSpPr>
        <p:spPr>
          <a:xfrm>
            <a:off x="931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▼33%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621920" y="307604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2.500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32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631920" y="307604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1.547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4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▲4%</a:t>
            </a:r>
          </a:p>
        </p:txBody>
      </p:sp>
      <p:sp>
        <p:nvSpPr>
          <p:cNvPr id="9062" name="Peta 9062"/>
          <p:cNvSpPr/>
          <p:nvPr/>
        </p:nvSpPr>
        <p:spPr>
          <a:xfrm>
            <a:off x="6599888" y="3407052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6627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6901640" y="340705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065" name="Peta 9065"/>
          <p:cNvSpPr/>
          <p:nvPr/>
        </p:nvSpPr>
        <p:spPr>
          <a:xfrm>
            <a:off x="7861920" y="340705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487</a:t>
            </a:r>
          </a:p>
        </p:txBody>
      </p:sp>
      <p:sp>
        <p:nvSpPr>
          <p:cNvPr id="9066" name="Peta 9066"/>
          <p:cNvSpPr/>
          <p:nvPr/>
        </p:nvSpPr>
        <p:spPr>
          <a:xfrm>
            <a:off x="843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▼58%</a:t>
            </a:r>
          </a:p>
        </p:txBody>
      </p:sp>
      <p:sp>
        <p:nvSpPr>
          <p:cNvPr id="9067" name="Peta 9067"/>
          <p:cNvSpPr/>
          <p:nvPr/>
        </p:nvSpPr>
        <p:spPr>
          <a:xfrm>
            <a:off x="8741920" y="340705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232</a:t>
            </a:r>
          </a:p>
        </p:txBody>
      </p:sp>
      <p:sp>
        <p:nvSpPr>
          <p:cNvPr id="9068" name="Peta 9068"/>
          <p:cNvSpPr/>
          <p:nvPr/>
        </p:nvSpPr>
        <p:spPr>
          <a:xfrm>
            <a:off x="931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▼65%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621920" y="340705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310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32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▼85%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631920" y="340705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117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4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▼86%</a:t>
            </a:r>
          </a:p>
        </p:txBody>
      </p:sp>
      <p:sp>
        <p:nvSpPr>
          <p:cNvPr id="9073" name="Peta 9073"/>
          <p:cNvSpPr/>
          <p:nvPr/>
        </p:nvSpPr>
        <p:spPr>
          <a:xfrm>
            <a:off x="6599888" y="3738064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6627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6901640" y="373806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</a:p>
        </p:txBody>
      </p:sp>
      <p:sp>
        <p:nvSpPr>
          <p:cNvPr id="9076" name="Peta 9076"/>
          <p:cNvSpPr/>
          <p:nvPr/>
        </p:nvSpPr>
        <p:spPr>
          <a:xfrm>
            <a:off x="7861920" y="373806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347</a:t>
            </a:r>
          </a:p>
        </p:txBody>
      </p:sp>
      <p:sp>
        <p:nvSpPr>
          <p:cNvPr id="9077" name="Peta 9077"/>
          <p:cNvSpPr/>
          <p:nvPr/>
        </p:nvSpPr>
        <p:spPr>
          <a:xfrm>
            <a:off x="843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▼71%</a:t>
            </a:r>
          </a:p>
        </p:txBody>
      </p:sp>
      <p:sp>
        <p:nvSpPr>
          <p:cNvPr id="9078" name="Peta 9078"/>
          <p:cNvSpPr/>
          <p:nvPr/>
        </p:nvSpPr>
        <p:spPr>
          <a:xfrm>
            <a:off x="8741920" y="373806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260</a:t>
            </a:r>
          </a:p>
        </p:txBody>
      </p:sp>
      <p:sp>
        <p:nvSpPr>
          <p:cNvPr id="9079" name="Peta 9079"/>
          <p:cNvSpPr/>
          <p:nvPr/>
        </p:nvSpPr>
        <p:spPr>
          <a:xfrm>
            <a:off x="931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▼68%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621920" y="373806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526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32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▼73%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631920" y="373806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317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4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▼68%</a:t>
            </a:r>
          </a:p>
        </p:txBody>
      </p:sp>
      <p:sp>
        <p:nvSpPr>
          <p:cNvPr id="9084" name="Peta 9084"/>
          <p:cNvSpPr/>
          <p:nvPr/>
        </p:nvSpPr>
        <p:spPr>
          <a:xfrm>
            <a:off x="6599888" y="4069076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6627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6901640" y="406907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87" name="Peta 9087"/>
          <p:cNvSpPr/>
          <p:nvPr/>
        </p:nvSpPr>
        <p:spPr>
          <a:xfrm>
            <a:off x="7861920" y="406907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251</a:t>
            </a:r>
          </a:p>
        </p:txBody>
      </p:sp>
      <p:sp>
        <p:nvSpPr>
          <p:cNvPr id="9088" name="Peta 9088"/>
          <p:cNvSpPr/>
          <p:nvPr/>
        </p:nvSpPr>
        <p:spPr>
          <a:xfrm>
            <a:off x="843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▲64%</a:t>
            </a:r>
          </a:p>
        </p:txBody>
      </p:sp>
      <p:sp>
        <p:nvSpPr>
          <p:cNvPr id="9089" name="Peta 9089"/>
          <p:cNvSpPr/>
          <p:nvPr/>
        </p:nvSpPr>
        <p:spPr>
          <a:xfrm>
            <a:off x="8741920" y="406907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177</a:t>
            </a:r>
          </a:p>
        </p:txBody>
      </p:sp>
      <p:sp>
        <p:nvSpPr>
          <p:cNvPr id="9090" name="Peta 9090"/>
          <p:cNvSpPr/>
          <p:nvPr/>
        </p:nvSpPr>
        <p:spPr>
          <a:xfrm>
            <a:off x="931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▲81%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621920" y="406907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353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32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▼42%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631920" y="406907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94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4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▼63%</a:t>
            </a:r>
          </a:p>
        </p:txBody>
      </p:sp>
      <p:sp>
        <p:nvSpPr>
          <p:cNvPr id="9095" name="Peta 9095"/>
          <p:cNvSpPr/>
          <p:nvPr/>
        </p:nvSpPr>
        <p:spPr>
          <a:xfrm>
            <a:off x="6599888" y="4400088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6627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6901640" y="440008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Lampung</a:t>
            </a:r>
          </a:p>
        </p:txBody>
      </p:sp>
      <p:sp>
        <p:nvSpPr>
          <p:cNvPr id="9098" name="Peta 9098"/>
          <p:cNvSpPr/>
          <p:nvPr/>
        </p:nvSpPr>
        <p:spPr>
          <a:xfrm>
            <a:off x="7861920" y="440008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204</a:t>
            </a:r>
          </a:p>
        </p:txBody>
      </p:sp>
      <p:sp>
        <p:nvSpPr>
          <p:cNvPr id="9099" name="Peta 9099"/>
          <p:cNvSpPr/>
          <p:nvPr/>
        </p:nvSpPr>
        <p:spPr>
          <a:xfrm>
            <a:off x="843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▼6%</a:t>
            </a:r>
          </a:p>
        </p:txBody>
      </p:sp>
      <p:sp>
        <p:nvSpPr>
          <p:cNvPr id="9100" name="Peta 9100"/>
          <p:cNvSpPr/>
          <p:nvPr/>
        </p:nvSpPr>
        <p:spPr>
          <a:xfrm>
            <a:off x="8741920" y="440008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113</a:t>
            </a:r>
          </a:p>
        </p:txBody>
      </p:sp>
      <p:sp>
        <p:nvSpPr>
          <p:cNvPr id="9101" name="Peta 9101"/>
          <p:cNvSpPr/>
          <p:nvPr/>
        </p:nvSpPr>
        <p:spPr>
          <a:xfrm>
            <a:off x="931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▲49%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621920" y="440008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454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32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▲1%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631920" y="440008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145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4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▲86%</a:t>
            </a:r>
          </a:p>
        </p:txBody>
      </p:sp>
      <p:sp>
        <p:nvSpPr>
          <p:cNvPr id="9106" name="Peta 9106"/>
          <p:cNvSpPr/>
          <p:nvPr/>
        </p:nvSpPr>
        <p:spPr>
          <a:xfrm>
            <a:off x="6599888" y="4731100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6627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6901640" y="473110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Kep. Bangka Belitung</a:t>
            </a:r>
          </a:p>
        </p:txBody>
      </p:sp>
      <p:sp>
        <p:nvSpPr>
          <p:cNvPr id="9109" name="Peta 9109"/>
          <p:cNvSpPr/>
          <p:nvPr/>
        </p:nvSpPr>
        <p:spPr>
          <a:xfrm>
            <a:off x="7861920" y="473110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198</a:t>
            </a:r>
          </a:p>
        </p:txBody>
      </p:sp>
      <p:sp>
        <p:nvSpPr>
          <p:cNvPr id="9110" name="Peta 9110"/>
          <p:cNvSpPr/>
          <p:nvPr/>
        </p:nvSpPr>
        <p:spPr>
          <a:xfrm>
            <a:off x="843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▼62%</a:t>
            </a:r>
          </a:p>
        </p:txBody>
      </p:sp>
      <p:sp>
        <p:nvSpPr>
          <p:cNvPr id="9111" name="Peta 9111"/>
          <p:cNvSpPr/>
          <p:nvPr/>
        </p:nvSpPr>
        <p:spPr>
          <a:xfrm>
            <a:off x="8741920" y="473110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116</a:t>
            </a:r>
          </a:p>
        </p:txBody>
      </p:sp>
      <p:sp>
        <p:nvSpPr>
          <p:cNvPr id="9112" name="Peta 9112"/>
          <p:cNvSpPr/>
          <p:nvPr/>
        </p:nvSpPr>
        <p:spPr>
          <a:xfrm>
            <a:off x="931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▼65%</a:t>
            </a:r>
          </a:p>
        </p:txBody>
      </p:sp>
      <p:sp>
        <p:nvSpPr>
          <p:cNvPr id="9113" name="Peta 9113"/>
          <p:cNvSpPr/>
          <p:nvPr/>
        </p:nvSpPr>
        <p:spPr>
          <a:xfrm>
            <a:off x="9621920" y="473110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496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32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▼33%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631920" y="473110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227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4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▼29%</a:t>
            </a:r>
          </a:p>
        </p:txBody>
      </p:sp>
      <p:sp>
        <p:nvSpPr>
          <p:cNvPr id="9117" name="Peta 9117"/>
          <p:cNvSpPr/>
          <p:nvPr/>
        </p:nvSpPr>
        <p:spPr>
          <a:xfrm>
            <a:off x="6599888" y="5062112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6627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6901640" y="506211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120" name="Peta 9120"/>
          <p:cNvSpPr/>
          <p:nvPr/>
        </p:nvSpPr>
        <p:spPr>
          <a:xfrm>
            <a:off x="7861920" y="506211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194</a:t>
            </a:r>
          </a:p>
        </p:txBody>
      </p:sp>
      <p:sp>
        <p:nvSpPr>
          <p:cNvPr id="9121" name="Peta 9121"/>
          <p:cNvSpPr/>
          <p:nvPr/>
        </p:nvSpPr>
        <p:spPr>
          <a:xfrm>
            <a:off x="843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▼36%</a:t>
            </a:r>
          </a:p>
        </p:txBody>
      </p:sp>
      <p:sp>
        <p:nvSpPr>
          <p:cNvPr id="9122" name="Peta 9122"/>
          <p:cNvSpPr/>
          <p:nvPr/>
        </p:nvSpPr>
        <p:spPr>
          <a:xfrm>
            <a:off x="8741920" y="506211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43</a:t>
            </a:r>
          </a:p>
        </p:txBody>
      </p:sp>
      <p:sp>
        <p:nvSpPr>
          <p:cNvPr id="9123" name="Peta 9123"/>
          <p:cNvSpPr/>
          <p:nvPr/>
        </p:nvSpPr>
        <p:spPr>
          <a:xfrm>
            <a:off x="931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▼28%</a:t>
            </a:r>
          </a:p>
        </p:txBody>
      </p:sp>
      <p:sp>
        <p:nvSpPr>
          <p:cNvPr id="9124" name="Peta 9124"/>
          <p:cNvSpPr/>
          <p:nvPr/>
        </p:nvSpPr>
        <p:spPr>
          <a:xfrm>
            <a:off x="9621920" y="506211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574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32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▼16%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631920" y="506211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60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4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▼15%</a:t>
            </a:r>
          </a:p>
        </p:txBody>
      </p:sp>
      <p:sp>
        <p:nvSpPr>
          <p:cNvPr id="9128" name="Peta 9128"/>
          <p:cNvSpPr/>
          <p:nvPr/>
        </p:nvSpPr>
        <p:spPr>
          <a:xfrm>
            <a:off x="6599888" y="5393124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6627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6901640" y="539312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</a:p>
        </p:txBody>
      </p:sp>
      <p:sp>
        <p:nvSpPr>
          <p:cNvPr id="9131" name="Peta 9131"/>
          <p:cNvSpPr/>
          <p:nvPr/>
        </p:nvSpPr>
        <p:spPr>
          <a:xfrm>
            <a:off x="7861920" y="539312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176</a:t>
            </a:r>
          </a:p>
        </p:txBody>
      </p:sp>
      <p:sp>
        <p:nvSpPr>
          <p:cNvPr id="9132" name="Peta 9132"/>
          <p:cNvSpPr/>
          <p:nvPr/>
        </p:nvSpPr>
        <p:spPr>
          <a:xfrm>
            <a:off x="843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▲21%</a:t>
            </a:r>
          </a:p>
        </p:txBody>
      </p:sp>
      <p:sp>
        <p:nvSpPr>
          <p:cNvPr id="9133" name="Peta 9133"/>
          <p:cNvSpPr/>
          <p:nvPr/>
        </p:nvSpPr>
        <p:spPr>
          <a:xfrm>
            <a:off x="8741920" y="539312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</a:t>
            </a:r>
          </a:p>
        </p:txBody>
      </p:sp>
      <p:sp>
        <p:nvSpPr>
          <p:cNvPr id="9134" name="Peta 9134"/>
          <p:cNvSpPr/>
          <p:nvPr/>
        </p:nvSpPr>
        <p:spPr>
          <a:xfrm>
            <a:off x="931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▲12%</a:t>
            </a:r>
          </a:p>
        </p:txBody>
      </p:sp>
      <p:sp>
        <p:nvSpPr>
          <p:cNvPr id="9135" name="Peta 9135"/>
          <p:cNvSpPr/>
          <p:nvPr/>
        </p:nvSpPr>
        <p:spPr>
          <a:xfrm>
            <a:off x="9621920" y="539312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227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32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▼54%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631920" y="539312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55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4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▼65%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717209"/>
            <a:ext cx="5776928" cy="2319693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762609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982065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3445230" y="5939028"/>
            <a:ext cx="128016" cy="12801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3664686" y="5897880"/>
            <a:ext cx="1082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Firespot (titik)</a:t>
            </a:r>
          </a:p>
        </p:txBody>
      </p:sp>
      <p:sp>
        <p:nvSpPr>
          <p:cNvPr id="9144" name="Peta 9144"/>
          <p:cNvSpPr/>
          <p:nvPr/>
        </p:nvSpPr>
        <p:spPr>
          <a:xfrm>
            <a:off x="4746726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4966182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6572097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6791553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8" name="Peta 9148"/>
          <p:cNvSpPr/>
          <p:nvPr/>
        </p:nvSpPr>
        <p:spPr>
          <a:xfrm>
            <a:off x="7921218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8140674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50" name="Peta 9150"/>
          <p:cNvSpPr/>
          <p:nvPr/>
        </p:nvSpPr>
        <p:spPr>
          <a:xfrm>
            <a:off x="9651339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51" name="Peta 9151"/>
          <p:cNvSpPr/>
          <p:nvPr/>
        </p:nvSpPr>
        <p:spPr>
          <a:xfrm>
            <a:off x="9870795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