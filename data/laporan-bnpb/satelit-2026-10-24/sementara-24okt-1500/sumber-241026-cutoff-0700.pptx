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99"/>
    <p:sldId id="256" r:id="rId2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99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1.xml"/><Relationship Id="S2rId1" Type="http://schemas.openxmlformats.org/officeDocument/2006/relationships/image" Target="../media/image-2-1.png"/><Relationship Id="S2rId2" Type="http://schemas.openxmlformats.org/officeDocument/2006/relationships/image" Target="../media/image-2-2.png"/><Relationship Id="S2rId3" Type="http://schemas.openxmlformats.org/officeDocument/2006/relationships/image" Target="../media/image-2-3.png"/><Relationship Id="S2rId4" Type="http://schemas.openxmlformats.org/officeDocument/2006/relationships/image" Target="../media/image-2-4.png"/><Relationship Id="S2rId5" Type="http://schemas.openxmlformats.org/officeDocument/2006/relationships/image" Target="../media/image-2-5.png"/><Relationship Id="S2rId6" Type="http://schemas.openxmlformats.org/officeDocument/2006/relationships/image" Target="../media/image-2-6.png"/><Relationship Id="S2rId7" Type="http://schemas.openxmlformats.org/officeDocument/2006/relationships/image" Target="../media/image-2-7.png"/><Relationship Id="S2rId8" Type="http://schemas.openxmlformats.org/officeDocument/2006/relationships/image" Target="../media/image-2-8.png"/><Relationship Id="S2rId9" Type="http://schemas.openxmlformats.org/officeDocument/2006/relationships/image" Target="../media/image-2-9.png"/><Relationship Id="S2rId10" Type="http://schemas.openxmlformats.org/officeDocument/2006/relationships/image" Target="../media/image-2-10.png"/><Relationship Id="S2rId11" Type="http://schemas.openxmlformats.org/officeDocument/2006/relationships/image" Target="../media/image-2-11.png"/><Relationship Id="S2rId12" Type="http://schemas.openxmlformats.org/officeDocument/2006/relationships/image" Target="../media/image-2-12.png"/><Relationship Id="S2rId13" Type="http://schemas.openxmlformats.org/officeDocument/2006/relationships/image" Target="../media/image-2-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-1-1.png"/><Relationship Id="rIdPeta" Type="http://schemas.openxmlformats.org/officeDocument/2006/relationships/image" Target="../media/peta-hotspot-20okt.png"/><Relationship Id="rIdIk1" Type="http://schemas.openxmlformats.org/officeDocument/2006/relationships/image" Target="../media/image-1-2.png"/><Relationship Id="rIdIk2" Type="http://schemas.openxmlformats.org/officeDocument/2006/relationships/image" Target="../media/image-1-3.png"/><Relationship Id="rIdIk3" Type="http://schemas.openxmlformats.org/officeDocument/2006/relationships/image" Target="../media/image-1-4.png"/><Relationship Id="rIdLay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 dan Pengendalian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teratas;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6.454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persen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dari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22.711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api 21 Okt telah padam pada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Okt, belum padam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27.080 ha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Okt 2026, 07.00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1463040"/>
            <a:ext cx="2128418" cy="402336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373" y="155448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04693" y="1463040"/>
            <a:ext cx="148716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HOTSPOT*</a:t>
            </a:r>
            <a:pPr algn="l" indent="0" marL="0">
              <a:buNone/>
            </a:pPr>
            <a:r>
              <a:rPr lang="en-US" sz="105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Okt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5418633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 Okt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6128106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Okt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7020458" y="1463040"/>
            <a:ext cx="2128418" cy="402336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537" y="1554480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621857" y="1463040"/>
            <a:ext cx="1716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LUAS TERBAKAR*</a:t>
            </a:r>
            <a:pPr algn="l" indent="0" marL="0">
              <a:buNone/>
            </a:pPr>
            <a:r>
              <a:rPr lang="en-US" sz="9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7020458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Okt</a:t>
            </a:r>
            <a:endParaRPr 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7729931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 Okt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8439404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5F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Okt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9331757" y="1463040"/>
            <a:ext cx="2128418" cy="402336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5526" y="1554480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889846" y="1463040"/>
            <a:ext cx="15246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PADAM*</a:t>
            </a:r>
            <a:pPr algn="l" indent="0" marL="0">
              <a:buNone/>
            </a:pPr>
            <a:r>
              <a:rPr lang="en-US" sz="105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9331757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Okt</a:t>
            </a:r>
            <a:endParaRPr lang="en-US" sz="850" dirty="0"/>
          </a:p>
        </p:txBody>
      </p:sp>
      <p:sp>
        <p:nvSpPr>
          <p:cNvPr id="28" name="Text 22"/>
          <p:cNvSpPr txBox="1"/>
          <p:nvPr/>
        </p:nvSpPr>
        <p:spPr>
          <a:xfrm>
            <a:off x="10041230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 Okt</a:t>
            </a:r>
            <a:endParaRPr lang="en-US" sz="850" dirty="0"/>
          </a:p>
        </p:txBody>
      </p:sp>
      <p:sp>
        <p:nvSpPr>
          <p:cNvPr id="29" name="Text 23"/>
          <p:cNvSpPr txBox="1"/>
          <p:nvPr/>
        </p:nvSpPr>
        <p:spPr>
          <a:xfrm>
            <a:off x="10750702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Okt</a:t>
            </a:r>
            <a:endParaRPr lang="en-US" sz="850" dirty="0"/>
          </a:p>
        </p:txBody>
      </p:sp>
      <p:sp>
        <p:nvSpPr>
          <p:cNvPr id="30" name="Text 24"/>
          <p:cNvSpPr txBox="1"/>
          <p:nvPr/>
        </p:nvSpPr>
        <p:spPr>
          <a:xfrm>
            <a:off x="731520" y="19110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PROVINSI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621792" y="216712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0" name="Shape 31"/>
          <p:cNvSpPr/>
          <p:nvPr/>
        </p:nvSpPr>
        <p:spPr>
          <a:xfrm>
            <a:off x="4709160" y="250545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" name="Shape 41"/>
          <p:cNvSpPr/>
          <p:nvPr/>
        </p:nvSpPr>
        <p:spPr>
          <a:xfrm>
            <a:off x="7020458" y="250545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60" name="Shape 51"/>
          <p:cNvSpPr/>
          <p:nvPr/>
        </p:nvSpPr>
        <p:spPr>
          <a:xfrm>
            <a:off x="9331757" y="250545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78" name="Shape 66"/>
          <p:cNvSpPr/>
          <p:nvPr/>
        </p:nvSpPr>
        <p:spPr>
          <a:xfrm>
            <a:off x="4709160" y="302361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88" name="Shape 76"/>
          <p:cNvSpPr/>
          <p:nvPr/>
        </p:nvSpPr>
        <p:spPr>
          <a:xfrm>
            <a:off x="7020458" y="302361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98" name="Shape 86"/>
          <p:cNvSpPr/>
          <p:nvPr/>
        </p:nvSpPr>
        <p:spPr>
          <a:xfrm>
            <a:off x="9331757" y="302361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08" name="Shape 96"/>
          <p:cNvSpPr/>
          <p:nvPr/>
        </p:nvSpPr>
        <p:spPr>
          <a:xfrm>
            <a:off x="621792" y="320344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7" name="Shape 102"/>
          <p:cNvSpPr/>
          <p:nvPr/>
        </p:nvSpPr>
        <p:spPr>
          <a:xfrm>
            <a:off x="4709160" y="354177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27" name="Shape 112"/>
          <p:cNvSpPr/>
          <p:nvPr/>
        </p:nvSpPr>
        <p:spPr>
          <a:xfrm>
            <a:off x="7020458" y="354177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37" name="Shape 122"/>
          <p:cNvSpPr/>
          <p:nvPr/>
        </p:nvSpPr>
        <p:spPr>
          <a:xfrm>
            <a:off x="9331757" y="354177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55" name="Shape 137"/>
          <p:cNvSpPr/>
          <p:nvPr/>
        </p:nvSpPr>
        <p:spPr>
          <a:xfrm>
            <a:off x="4709160" y="405993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65" name="Shape 147"/>
          <p:cNvSpPr/>
          <p:nvPr/>
        </p:nvSpPr>
        <p:spPr>
          <a:xfrm>
            <a:off x="7020458" y="405993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75" name="Shape 157"/>
          <p:cNvSpPr/>
          <p:nvPr/>
        </p:nvSpPr>
        <p:spPr>
          <a:xfrm>
            <a:off x="9331757" y="405993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85" name="Shape 167"/>
          <p:cNvSpPr/>
          <p:nvPr/>
        </p:nvSpPr>
        <p:spPr>
          <a:xfrm>
            <a:off x="621792" y="423976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94" name="Shape 173"/>
          <p:cNvSpPr/>
          <p:nvPr/>
        </p:nvSpPr>
        <p:spPr>
          <a:xfrm>
            <a:off x="4709160" y="457809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204" name="Shape 183"/>
          <p:cNvSpPr/>
          <p:nvPr/>
        </p:nvSpPr>
        <p:spPr>
          <a:xfrm>
            <a:off x="7020458" y="457809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214" name="Shape 193"/>
          <p:cNvSpPr/>
          <p:nvPr/>
        </p:nvSpPr>
        <p:spPr>
          <a:xfrm>
            <a:off x="9331757" y="457809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224" name="Shape 203"/>
          <p:cNvSpPr/>
          <p:nvPr/>
        </p:nvSpPr>
        <p:spPr>
          <a:xfrm>
            <a:off x="621792" y="5330952"/>
            <a:ext cx="10948111" cy="384048"/>
          </a:xfrm>
          <a:prstGeom prst="roundRect">
            <a:avLst>
              <a:gd name="adj" fmla="val 11905"/>
            </a:avLst>
          </a:prstGeom>
          <a:solidFill>
            <a:srgbClr val="051C2C"/>
          </a:solidFill>
          <a:ln/>
        </p:spPr>
      </p:sp>
      <p:sp>
        <p:nvSpPr>
          <p:cNvPr id="225" name="Text 204"/>
          <p:cNvSpPr txBox="1"/>
          <p:nvPr/>
        </p:nvSpPr>
        <p:spPr>
          <a:xfrm>
            <a:off x="731520" y="533095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Jumlah 6 provinsi</a:t>
            </a:r>
            <a:endParaRPr lang="en-US" sz="1200" dirty="0"/>
          </a:p>
        </p:txBody>
      </p:sp>
      <p:sp>
        <p:nvSpPr>
          <p:cNvPr id="226" name="Text 205"/>
          <p:cNvSpPr txBox="1"/>
          <p:nvPr/>
        </p:nvSpPr>
        <p:spPr>
          <a:xfrm>
            <a:off x="4663440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9.463</a:t>
            </a:r>
            <a:endParaRPr lang="en-US" sz="1050" dirty="0"/>
          </a:p>
        </p:txBody>
      </p:sp>
      <p:sp>
        <p:nvSpPr>
          <p:cNvPr id="227" name="Text 206"/>
          <p:cNvSpPr txBox="1"/>
          <p:nvPr/>
        </p:nvSpPr>
        <p:spPr>
          <a:xfrm>
            <a:off x="5372913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19.676</a:t>
            </a:r>
            <a:endParaRPr lang="en-US" sz="1050" dirty="0"/>
          </a:p>
        </p:txBody>
      </p:sp>
      <p:sp>
        <p:nvSpPr>
          <p:cNvPr id="228" name="Text 207"/>
          <p:cNvSpPr txBox="1"/>
          <p:nvPr/>
        </p:nvSpPr>
        <p:spPr>
          <a:xfrm>
            <a:off x="6082386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24.068</a:t>
            </a:r>
            <a:endParaRPr lang="en-US" sz="1150" dirty="0"/>
          </a:p>
        </p:txBody>
      </p:sp>
      <p:sp>
        <p:nvSpPr>
          <p:cNvPr id="229" name="Text 208"/>
          <p:cNvSpPr txBox="1"/>
          <p:nvPr/>
        </p:nvSpPr>
        <p:spPr>
          <a:xfrm>
            <a:off x="6974738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22.711</a:t>
            </a:r>
            <a:endParaRPr lang="en-US" sz="1050" dirty="0"/>
          </a:p>
        </p:txBody>
      </p:sp>
      <p:sp>
        <p:nvSpPr>
          <p:cNvPr id="230" name="Text 209"/>
          <p:cNvSpPr txBox="1"/>
          <p:nvPr/>
        </p:nvSpPr>
        <p:spPr>
          <a:xfrm>
            <a:off x="7684211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42.650</a:t>
            </a:r>
            <a:endParaRPr lang="en-US" sz="1050" dirty="0"/>
          </a:p>
        </p:txBody>
      </p:sp>
      <p:sp>
        <p:nvSpPr>
          <p:cNvPr id="231" name="Text 210"/>
          <p:cNvSpPr txBox="1"/>
          <p:nvPr/>
        </p:nvSpPr>
        <p:spPr>
          <a:xfrm>
            <a:off x="8393684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40.374</a:t>
            </a:r>
            <a:endParaRPr lang="en-US" sz="1150" dirty="0"/>
          </a:p>
        </p:txBody>
      </p:sp>
      <p:sp>
        <p:nvSpPr>
          <p:cNvPr id="232" name="Text 211"/>
          <p:cNvSpPr txBox="1"/>
          <p:nvPr/>
        </p:nvSpPr>
        <p:spPr>
          <a:xfrm>
            <a:off x="9286037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12.788</a:t>
            </a:r>
            <a:endParaRPr lang="en-US" sz="1050" dirty="0"/>
          </a:p>
        </p:txBody>
      </p:sp>
      <p:sp>
        <p:nvSpPr>
          <p:cNvPr id="233" name="Text 212"/>
          <p:cNvSpPr txBox="1"/>
          <p:nvPr/>
        </p:nvSpPr>
        <p:spPr>
          <a:xfrm>
            <a:off x="9995510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23.179</a:t>
            </a:r>
            <a:endParaRPr lang="en-US" sz="1050" dirty="0"/>
          </a:p>
        </p:txBody>
      </p:sp>
      <p:sp>
        <p:nvSpPr>
          <p:cNvPr id="234" name="Text 213"/>
          <p:cNvSpPr txBox="1"/>
          <p:nvPr/>
        </p:nvSpPr>
        <p:spPr>
          <a:xfrm>
            <a:off x="10704982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27.080</a:t>
            </a:r>
            <a:endParaRPr lang="en-US" sz="1150" dirty="0"/>
          </a:p>
        </p:txBody>
      </p:sp>
      <p:sp>
        <p:nvSpPr>
          <p:cNvPr id="235" name="Shape 214"/>
          <p:cNvSpPr/>
          <p:nvPr/>
        </p:nvSpPr>
        <p:spPr>
          <a:xfrm>
            <a:off x="1571396" y="5939028"/>
            <a:ext cx="128016" cy="12801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36" name="Text 215"/>
          <p:cNvSpPr txBox="1"/>
          <p:nvPr/>
        </p:nvSpPr>
        <p:spPr>
          <a:xfrm>
            <a:off x="1790852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naik dari hari sebelumnya</a:t>
            </a:r>
            <a:endParaRPr lang="en-US" sz="750" dirty="0"/>
          </a:p>
        </p:txBody>
      </p:sp>
      <p:sp>
        <p:nvSpPr>
          <p:cNvPr id="237" name="Shape 216"/>
          <p:cNvSpPr/>
          <p:nvPr/>
        </p:nvSpPr>
        <p:spPr>
          <a:xfrm>
            <a:off x="3336188" y="5939028"/>
            <a:ext cx="128016" cy="12801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238" name="Text 217"/>
          <p:cNvSpPr txBox="1"/>
          <p:nvPr/>
        </p:nvSpPr>
        <p:spPr>
          <a:xfrm>
            <a:off x="3555644" y="5897880"/>
            <a:ext cx="1558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turun dari hari sebelumnya</a:t>
            </a:r>
            <a:endParaRPr lang="en-US" sz="750" dirty="0"/>
          </a:p>
        </p:txBody>
      </p:sp>
      <p:sp>
        <p:nvSpPr>
          <p:cNvPr id="239" name="Shape 218"/>
          <p:cNvSpPr/>
          <p:nvPr/>
        </p:nvSpPr>
        <p:spPr>
          <a:xfrm>
            <a:off x="5150358" y="5939028"/>
            <a:ext cx="128016" cy="128016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240" name="Text 219"/>
          <p:cNvSpPr txBox="1"/>
          <p:nvPr/>
        </p:nvSpPr>
        <p:spPr>
          <a:xfrm>
            <a:off x="5369814" y="5897880"/>
            <a:ext cx="10643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tanpa pembanding</a:t>
            </a:r>
            <a:endParaRPr lang="en-US" sz="750" dirty="0"/>
          </a:p>
        </p:txBody>
      </p:sp>
      <p:sp>
        <p:nvSpPr>
          <p:cNvPr id="241" name="Shape 220"/>
          <p:cNvSpPr/>
          <p:nvPr/>
        </p:nvSpPr>
        <p:spPr>
          <a:xfrm>
            <a:off x="6443320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sp>
        <p:nvSpPr>
          <p:cNvPr id="242" name="Text 221"/>
          <p:cNvSpPr txBox="1"/>
          <p:nvPr/>
        </p:nvSpPr>
        <p:spPr>
          <a:xfrm>
            <a:off x="6690208" y="5897880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berbahaya</a:t>
            </a:r>
            <a:endParaRPr lang="en-US" sz="750" dirty="0"/>
          </a:p>
        </p:txBody>
      </p:sp>
      <p:sp>
        <p:nvSpPr>
          <p:cNvPr id="243" name="Shape 222"/>
          <p:cNvSpPr/>
          <p:nvPr/>
        </p:nvSpPr>
        <p:spPr>
          <a:xfrm>
            <a:off x="7714336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sp>
        <p:nvSpPr>
          <p:cNvPr id="244" name="Text 223"/>
          <p:cNvSpPr txBox="1"/>
          <p:nvPr/>
        </p:nvSpPr>
        <p:spPr>
          <a:xfrm>
            <a:off x="7961224" y="5897880"/>
            <a:ext cx="111373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tidak sehat</a:t>
            </a:r>
            <a:endParaRPr lang="en-US" sz="750" dirty="0"/>
          </a:p>
        </p:txBody>
      </p:sp>
      <p:sp>
        <p:nvSpPr>
          <p:cNvPr id="245" name="Shape 224"/>
          <p:cNvSpPr/>
          <p:nvPr/>
        </p:nvSpPr>
        <p:spPr>
          <a:xfrm>
            <a:off x="9084107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246" name="Text 225"/>
          <p:cNvSpPr txBox="1"/>
          <p:nvPr/>
        </p:nvSpPr>
        <p:spPr>
          <a:xfrm>
            <a:off x="9330995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prakiraan cuaca 23–25 Okt</a:t>
            </a:r>
            <a:endParaRPr lang="en-US" sz="750" dirty="0"/>
          </a:p>
        </p:txBody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5001" name="Shape 137"/>
          <p:cNvSpPr/>
          <p:nvPr/>
        </p:nvSpPr>
        <p:spPr>
          <a:xfrm>
            <a:off x="4709160" y="509625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2" name="Shape 147"/>
          <p:cNvSpPr/>
          <p:nvPr/>
        </p:nvSpPr>
        <p:spPr>
          <a:xfrm>
            <a:off x="7020458" y="509625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3" name="Shape 157"/>
          <p:cNvSpPr/>
          <p:nvPr/>
        </p:nvSpPr>
        <p:spPr>
          <a:xfrm>
            <a:off x="9331757" y="509625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pic>
        <p:nvPicPr>
          <p:cNvPr id="500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" y="2197608"/>
            <a:ext cx="315468" cy="420624"/>
          </a:xfrm>
          <a:prstGeom prst="rect">
            <a:avLst/>
          </a:prstGeom>
        </p:spPr>
      </p:pic>
      <p:sp>
        <p:nvSpPr>
          <p:cNvPr id="5005" name="Text 26"/>
          <p:cNvSpPr txBox="1"/>
          <p:nvPr/>
        </p:nvSpPr>
        <p:spPr>
          <a:xfrm>
            <a:off x="1225296" y="2289048"/>
            <a:ext cx="1621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1200" dirty="0"/>
          </a:p>
        </p:txBody>
      </p:sp>
      <p:sp>
        <p:nvSpPr>
          <p:cNvPr id="5006" name="Shape 27"/>
          <p:cNvSpPr/>
          <p:nvPr/>
        </p:nvSpPr>
        <p:spPr>
          <a:xfrm>
            <a:off x="2798064" y="23164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pic>
        <p:nvPicPr>
          <p:cNvPr id="500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2348484"/>
            <a:ext cx="118872" cy="118872"/>
          </a:xfrm>
          <a:prstGeom prst="rect">
            <a:avLst/>
          </a:prstGeom>
        </p:spPr>
      </p:pic>
      <p:sp>
        <p:nvSpPr>
          <p:cNvPr id="5008" name="Text 28"/>
          <p:cNvSpPr txBox="1"/>
          <p:nvPr/>
        </p:nvSpPr>
        <p:spPr>
          <a:xfrm>
            <a:off x="3008376" y="231648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603 BERBAHAYA</a:t>
            </a:r>
            <a:endParaRPr lang="en-US" sz="660" dirty="0"/>
          </a:p>
        </p:txBody>
      </p:sp>
      <p:sp>
        <p:nvSpPr>
          <p:cNvPr id="5009" name="Shape 29"/>
          <p:cNvSpPr/>
          <p:nvPr/>
        </p:nvSpPr>
        <p:spPr>
          <a:xfrm>
            <a:off x="3767328" y="23164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10" name="Image 6" descr="preencoded.png">    </p:cNvPr>
          <p:cNvPicPr>
            <a:picLocks noChangeAspect="1"/>
          </p:cNvPicPr>
          <p:nvPr/>
        </p:nvPicPr>
        <p:blipFill>
          <a:blip r:embed="S2rId7"/>
          <a:stretch>
            <a:fillRect/>
          </a:stretch>
        </p:blipFill>
        <p:spPr>
          <a:xfrm>
            <a:off x="3831336" y="2348484"/>
            <a:ext cx="118872" cy="118872"/>
          </a:xfrm>
          <a:prstGeom prst="rect">
            <a:avLst/>
          </a:prstGeom>
        </p:spPr>
      </p:pic>
      <p:sp>
        <p:nvSpPr>
          <p:cNvPr id="5011" name="Text 30"/>
          <p:cNvSpPr txBox="1"/>
          <p:nvPr/>
        </p:nvSpPr>
        <p:spPr>
          <a:xfrm>
            <a:off x="3977640" y="231648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HUJAN, ANGIN</a:t>
            </a:r>
            <a:endParaRPr lang="en-US" sz="660" dirty="0"/>
          </a:p>
        </p:txBody>
      </p:sp>
      <p:pic>
        <p:nvPicPr>
          <p:cNvPr id="501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7384" y="2715768"/>
            <a:ext cx="308896" cy="420624"/>
          </a:xfrm>
          <a:prstGeom prst="rect">
            <a:avLst/>
          </a:prstGeom>
        </p:spPr>
      </p:pic>
      <p:sp>
        <p:nvSpPr>
          <p:cNvPr id="5013" name="Text 168"/>
          <p:cNvSpPr txBox="1"/>
          <p:nvPr/>
        </p:nvSpPr>
        <p:spPr>
          <a:xfrm>
            <a:off x="1225296" y="2807208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1200" dirty="0"/>
          </a:p>
        </p:txBody>
      </p:sp>
      <p:sp>
        <p:nvSpPr>
          <p:cNvPr id="5014" name="Shape 98"/>
          <p:cNvSpPr/>
          <p:nvPr/>
        </p:nvSpPr>
        <p:spPr>
          <a:xfrm>
            <a:off x="2798064" y="283464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pic>
        <p:nvPicPr>
          <p:cNvPr id="501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62072" y="2866644"/>
            <a:ext cx="118872" cy="118872"/>
          </a:xfrm>
          <a:prstGeom prst="rect">
            <a:avLst/>
          </a:prstGeom>
        </p:spPr>
      </p:pic>
      <p:sp>
        <p:nvSpPr>
          <p:cNvPr id="5016" name="Text 99"/>
          <p:cNvSpPr txBox="1"/>
          <p:nvPr/>
        </p:nvSpPr>
        <p:spPr>
          <a:xfrm>
            <a:off x="3008376" y="283464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104 TIDAK SEHAT</a:t>
            </a:r>
            <a:endParaRPr lang="en-US" sz="660" dirty="0"/>
          </a:p>
        </p:txBody>
      </p:sp>
      <p:sp>
        <p:nvSpPr>
          <p:cNvPr id="5017" name="Shape 29"/>
          <p:cNvSpPr/>
          <p:nvPr/>
        </p:nvSpPr>
        <p:spPr>
          <a:xfrm>
            <a:off x="3767328" y="283464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18" name="Image 6" descr="preencoded.png">    </p:cNvPr>
          <p:cNvPicPr>
            <a:picLocks noChangeAspect="1"/>
          </p:cNvPicPr>
          <p:nvPr/>
        </p:nvPicPr>
        <p:blipFill>
          <a:blip r:embed="S2rId7"/>
          <a:stretch>
            <a:fillRect/>
          </a:stretch>
        </p:blipFill>
        <p:spPr>
          <a:xfrm>
            <a:off x="3831336" y="2866644"/>
            <a:ext cx="118872" cy="118872"/>
          </a:xfrm>
          <a:prstGeom prst="rect">
            <a:avLst/>
          </a:prstGeom>
        </p:spPr>
      </p:pic>
      <p:sp>
        <p:nvSpPr>
          <p:cNvPr id="5019" name="Text 30"/>
          <p:cNvSpPr txBox="1"/>
          <p:nvPr/>
        </p:nvSpPr>
        <p:spPr>
          <a:xfrm>
            <a:off x="3977640" y="283464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HUJAN, ANGIN</a:t>
            </a:r>
            <a:endParaRPr lang="en-US" sz="660" dirty="0"/>
          </a:p>
        </p:txBody>
      </p:sp>
      <p:pic>
        <p:nvPicPr>
          <p:cNvPr id="50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169" y="3233928"/>
            <a:ext cx="325326" cy="420624"/>
          </a:xfrm>
          <a:prstGeom prst="rect">
            <a:avLst/>
          </a:prstGeom>
        </p:spPr>
      </p:pic>
      <p:sp>
        <p:nvSpPr>
          <p:cNvPr id="5021" name="Text 61"/>
          <p:cNvSpPr txBox="1"/>
          <p:nvPr/>
        </p:nvSpPr>
        <p:spPr>
          <a:xfrm>
            <a:off x="1225296" y="3325368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1200" dirty="0"/>
          </a:p>
        </p:txBody>
      </p:sp>
      <p:sp>
        <p:nvSpPr>
          <p:cNvPr id="5022" name="Shape 62"/>
          <p:cNvSpPr/>
          <p:nvPr/>
        </p:nvSpPr>
        <p:spPr>
          <a:xfrm>
            <a:off x="2798064" y="335280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pic>
        <p:nvPicPr>
          <p:cNvPr id="50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62072" y="3384804"/>
            <a:ext cx="118872" cy="118872"/>
          </a:xfrm>
          <a:prstGeom prst="rect">
            <a:avLst/>
          </a:prstGeom>
        </p:spPr>
      </p:pic>
      <p:sp>
        <p:nvSpPr>
          <p:cNvPr id="5024" name="Text 63"/>
          <p:cNvSpPr txBox="1"/>
          <p:nvPr/>
        </p:nvSpPr>
        <p:spPr>
          <a:xfrm>
            <a:off x="3008376" y="335280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284 BERBAHAYA</a:t>
            </a:r>
            <a:endParaRPr lang="en-US" sz="660" dirty="0"/>
          </a:p>
        </p:txBody>
      </p:sp>
      <p:sp>
        <p:nvSpPr>
          <p:cNvPr id="5025" name="Shape 29"/>
          <p:cNvSpPr/>
          <p:nvPr/>
        </p:nvSpPr>
        <p:spPr>
          <a:xfrm>
            <a:off x="3767328" y="335280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26" name="Image 6" descr="preencoded.png">    </p:cNvPr>
          <p:cNvPicPr>
            <a:picLocks noChangeAspect="1"/>
          </p:cNvPicPr>
          <p:nvPr/>
        </p:nvPicPr>
        <p:blipFill>
          <a:blip r:embed="S2rId7"/>
          <a:stretch>
            <a:fillRect/>
          </a:stretch>
        </p:blipFill>
        <p:spPr>
          <a:xfrm>
            <a:off x="3831336" y="3384804"/>
            <a:ext cx="118872" cy="118872"/>
          </a:xfrm>
          <a:prstGeom prst="rect">
            <a:avLst/>
          </a:prstGeom>
        </p:spPr>
      </p:pic>
      <p:sp>
        <p:nvSpPr>
          <p:cNvPr id="5027" name="Text 30"/>
          <p:cNvSpPr txBox="1"/>
          <p:nvPr/>
        </p:nvSpPr>
        <p:spPr>
          <a:xfrm>
            <a:off x="3977640" y="335280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2313" y="3752088"/>
            <a:ext cx="299037" cy="420624"/>
          </a:xfrm>
          <a:prstGeom prst="rect">
            <a:avLst/>
          </a:prstGeom>
        </p:spPr>
      </p:pic>
      <p:sp>
        <p:nvSpPr>
          <p:cNvPr id="5029" name="Text 97"/>
          <p:cNvSpPr txBox="1"/>
          <p:nvPr/>
        </p:nvSpPr>
        <p:spPr>
          <a:xfrm>
            <a:off x="1225296" y="3843528"/>
            <a:ext cx="17110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1200" dirty="0"/>
          </a:p>
        </p:txBody>
      </p:sp>
      <p:sp>
        <p:nvSpPr>
          <p:cNvPr id="5030" name="Shape 98"/>
          <p:cNvSpPr/>
          <p:nvPr/>
        </p:nvSpPr>
        <p:spPr>
          <a:xfrm>
            <a:off x="2798064" y="387096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pic>
        <p:nvPicPr>
          <p:cNvPr id="50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62072" y="3902964"/>
            <a:ext cx="118872" cy="118872"/>
          </a:xfrm>
          <a:prstGeom prst="rect">
            <a:avLst/>
          </a:prstGeom>
        </p:spPr>
      </p:pic>
      <p:sp>
        <p:nvSpPr>
          <p:cNvPr id="5032" name="Text 99"/>
          <p:cNvSpPr txBox="1"/>
          <p:nvPr/>
        </p:nvSpPr>
        <p:spPr>
          <a:xfrm>
            <a:off x="3008376" y="387096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96 TIDAK SEHAT</a:t>
            </a:r>
            <a:endParaRPr lang="en-US" sz="660" dirty="0"/>
          </a:p>
        </p:txBody>
      </p:sp>
      <p:sp>
        <p:nvSpPr>
          <p:cNvPr id="5033" name="Shape 100"/>
          <p:cNvSpPr/>
          <p:nvPr/>
        </p:nvSpPr>
        <p:spPr>
          <a:xfrm>
            <a:off x="3767328" y="387096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50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336" y="3902964"/>
            <a:ext cx="118872" cy="118872"/>
          </a:xfrm>
          <a:prstGeom prst="rect">
            <a:avLst/>
          </a:prstGeom>
        </p:spPr>
      </p:pic>
      <p:sp>
        <p:nvSpPr>
          <p:cNvPr id="5035" name="Text 101"/>
          <p:cNvSpPr txBox="1"/>
          <p:nvPr/>
        </p:nvSpPr>
        <p:spPr>
          <a:xfrm>
            <a:off x="3977640" y="3870960"/>
            <a:ext cx="6675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ANGIN KENCANG</a:t>
            </a:r>
            <a:endParaRPr lang="en-US" sz="660" dirty="0"/>
          </a:p>
        </p:txBody>
      </p:sp>
      <p:pic>
        <p:nvPicPr>
          <p:cNvPr id="5036" name="Image 4" descr="preencoded.png">    </p:cNvPr>
          <p:cNvPicPr>
            <a:picLocks noChangeAspect="1"/>
          </p:cNvPicPr>
          <p:nvPr/>
        </p:nvPicPr>
        <p:blipFill>
          <a:blip r:embed="S2rId5"/>
          <a:stretch>
            <a:fillRect/>
          </a:stretch>
        </p:blipFill>
        <p:spPr>
          <a:xfrm>
            <a:off x="783579" y="4270248"/>
            <a:ext cx="316505" cy="420624"/>
          </a:xfrm>
          <a:prstGeom prst="rect">
            <a:avLst/>
          </a:prstGeom>
        </p:spPr>
      </p:pic>
      <p:sp>
        <p:nvSpPr>
          <p:cNvPr id="5037" name="Text 26"/>
          <p:cNvSpPr txBox="1"/>
          <p:nvPr/>
        </p:nvSpPr>
        <p:spPr>
          <a:xfrm>
            <a:off x="1225296" y="4361688"/>
            <a:ext cx="12611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Selatan</a:t>
            </a:r>
            <a:endParaRPr lang="en-US" sz="1200" dirty="0"/>
          </a:p>
        </p:txBody>
      </p:sp>
      <p:sp>
        <p:nvSpPr>
          <p:cNvPr id="5038" name="Shape 27"/>
          <p:cNvSpPr/>
          <p:nvPr/>
        </p:nvSpPr>
        <p:spPr>
          <a:xfrm>
            <a:off x="2798064" y="438912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39" name="Image 5" descr="preencoded.png">    </p:cNvPr>
          <p:cNvPicPr>
            <a:picLocks noChangeAspect="1"/>
          </p:cNvPicPr>
          <p:nvPr/>
        </p:nvPicPr>
        <p:blipFill>
          <a:blip r:embed="S2rId6"/>
          <a:stretch>
            <a:fillRect/>
          </a:stretch>
        </p:blipFill>
        <p:spPr>
          <a:xfrm>
            <a:off x="2862072" y="4421124"/>
            <a:ext cx="118872" cy="118872"/>
          </a:xfrm>
          <a:prstGeom prst="rect">
            <a:avLst/>
          </a:prstGeom>
        </p:spPr>
      </p:pic>
      <p:sp>
        <p:nvSpPr>
          <p:cNvPr id="5040" name="Text 28"/>
          <p:cNvSpPr txBox="1"/>
          <p:nvPr/>
        </p:nvSpPr>
        <p:spPr>
          <a:xfrm>
            <a:off x="3008376" y="438912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&lt; 88</a:t>
            </a:r>
            <a:endParaRPr lang="en-US" sz="660" dirty="0"/>
          </a:p>
        </p:txBody>
      </p:sp>
      <p:sp>
        <p:nvSpPr>
          <p:cNvPr id="5041" name="Shape 29"/>
          <p:cNvSpPr/>
          <p:nvPr/>
        </p:nvSpPr>
        <p:spPr>
          <a:xfrm>
            <a:off x="3767328" y="438912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42" name="Image 6" descr="preencoded.png">    </p:cNvPr>
          <p:cNvPicPr>
            <a:picLocks noChangeAspect="1"/>
          </p:cNvPicPr>
          <p:nvPr/>
        </p:nvPicPr>
        <p:blipFill>
          <a:blip r:embed="S2rId7"/>
          <a:stretch>
            <a:fillRect/>
          </a:stretch>
        </p:blipFill>
        <p:spPr>
          <a:xfrm>
            <a:off x="3831336" y="4421124"/>
            <a:ext cx="118872" cy="118872"/>
          </a:xfrm>
          <a:prstGeom prst="rect">
            <a:avLst/>
          </a:prstGeom>
        </p:spPr>
      </p:pic>
      <p:sp>
        <p:nvSpPr>
          <p:cNvPr id="5043" name="Text 30"/>
          <p:cNvSpPr txBox="1"/>
          <p:nvPr/>
        </p:nvSpPr>
        <p:spPr>
          <a:xfrm>
            <a:off x="3977640" y="438912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44" name="Image 10" descr="preencoded.png">    </p:cNvPr>
          <p:cNvPicPr>
            <a:picLocks noChangeAspect="1"/>
          </p:cNvPicPr>
          <p:nvPr/>
        </p:nvPicPr>
        <p:blipFill>
          <a:blip r:embed="S2rId11"/>
          <a:stretch>
            <a:fillRect/>
          </a:stretch>
        </p:blipFill>
        <p:spPr>
          <a:xfrm>
            <a:off x="770954" y="4788408"/>
            <a:ext cx="341757" cy="420624"/>
          </a:xfrm>
          <a:prstGeom prst="rect">
            <a:avLst/>
          </a:prstGeom>
        </p:spPr>
      </p:pic>
      <p:sp>
        <p:nvSpPr>
          <p:cNvPr id="5045" name="Text 81"/>
          <p:cNvSpPr txBox="1"/>
          <p:nvPr/>
        </p:nvSpPr>
        <p:spPr>
          <a:xfrm>
            <a:off x="1225296" y="4879848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</a:t>
            </a:r>
            <a:endParaRPr lang="en-US" sz="1200" dirty="0"/>
          </a:p>
        </p:txBody>
      </p:sp>
      <p:sp>
        <p:nvSpPr>
          <p:cNvPr id="5046" name="Shape 98"/>
          <p:cNvSpPr/>
          <p:nvPr/>
        </p:nvSpPr>
        <p:spPr>
          <a:xfrm>
            <a:off x="2798064" y="49072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pic>
        <p:nvPicPr>
          <p:cNvPr id="504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62072" y="4939284"/>
            <a:ext cx="118872" cy="118872"/>
          </a:xfrm>
          <a:prstGeom prst="rect">
            <a:avLst/>
          </a:prstGeom>
        </p:spPr>
      </p:pic>
      <p:sp>
        <p:nvSpPr>
          <p:cNvPr id="5048" name="Text 99"/>
          <p:cNvSpPr txBox="1"/>
          <p:nvPr/>
        </p:nvSpPr>
        <p:spPr>
          <a:xfrm>
            <a:off x="3008376" y="490728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104 TIDAK SEHAT</a:t>
            </a:r>
            <a:endParaRPr lang="en-US" sz="660" dirty="0"/>
          </a:p>
        </p:txBody>
      </p:sp>
      <p:sp>
        <p:nvSpPr>
          <p:cNvPr id="5049" name="Shape 29"/>
          <p:cNvSpPr/>
          <p:nvPr/>
        </p:nvSpPr>
        <p:spPr>
          <a:xfrm>
            <a:off x="3767328" y="49072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50" name="Image 6" descr="preencoded.png">    </p:cNvPr>
          <p:cNvPicPr>
            <a:picLocks noChangeAspect="1"/>
          </p:cNvPicPr>
          <p:nvPr/>
        </p:nvPicPr>
        <p:blipFill>
          <a:blip r:embed="S2rId7"/>
          <a:stretch>
            <a:fillRect/>
          </a:stretch>
        </p:blipFill>
        <p:spPr>
          <a:xfrm>
            <a:off x="3831336" y="4939284"/>
            <a:ext cx="118872" cy="118872"/>
          </a:xfrm>
          <a:prstGeom prst="rect">
            <a:avLst/>
          </a:prstGeom>
        </p:spPr>
      </p:pic>
      <p:sp>
        <p:nvSpPr>
          <p:cNvPr id="5051" name="Text 30"/>
          <p:cNvSpPr txBox="1"/>
          <p:nvPr/>
        </p:nvSpPr>
        <p:spPr>
          <a:xfrm>
            <a:off x="3977640" y="490728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sp>
        <p:nvSpPr>
          <p:cNvPr id="5052" name="Shape 45"/>
          <p:cNvSpPr/>
          <p:nvPr/>
        </p:nvSpPr>
        <p:spPr>
          <a:xfrm>
            <a:off x="4914907" y="2482608"/>
            <a:ext cx="297979" cy="2284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53" name="Text 46"/>
          <p:cNvSpPr txBox="1"/>
          <p:nvPr/>
        </p:nvSpPr>
        <p:spPr>
          <a:xfrm>
            <a:off x="4663440" y="2308872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3.250</a:t>
            </a:r>
            <a:endParaRPr lang="en-US" sz="800" dirty="0"/>
          </a:p>
        </p:txBody>
      </p:sp>
      <p:sp>
        <p:nvSpPr>
          <p:cNvPr id="5054" name="Text 47"/>
          <p:cNvSpPr txBox="1"/>
          <p:nvPr/>
        </p:nvSpPr>
        <p:spPr>
          <a:xfrm>
            <a:off x="4663440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▲38%</a:t>
            </a:r>
            <a:endParaRPr lang="en-US" sz="680" dirty="0"/>
          </a:p>
        </p:txBody>
      </p:sp>
      <p:sp>
        <p:nvSpPr>
          <p:cNvPr id="5055" name="Shape 45"/>
          <p:cNvSpPr/>
          <p:nvPr/>
        </p:nvSpPr>
        <p:spPr>
          <a:xfrm>
            <a:off x="5624380" y="2416300"/>
            <a:ext cx="297979" cy="8915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56" name="Text 46"/>
          <p:cNvSpPr txBox="1"/>
          <p:nvPr/>
        </p:nvSpPr>
        <p:spPr>
          <a:xfrm>
            <a:off x="5372913" y="2242564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12.682</a:t>
            </a:r>
            <a:endParaRPr lang="en-US" sz="800" dirty="0"/>
          </a:p>
        </p:txBody>
      </p:sp>
      <p:sp>
        <p:nvSpPr>
          <p:cNvPr id="5057" name="Text 47"/>
          <p:cNvSpPr txBox="1"/>
          <p:nvPr/>
        </p:nvSpPr>
        <p:spPr>
          <a:xfrm>
            <a:off x="5372913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▲290%</a:t>
            </a:r>
            <a:endParaRPr lang="en-US" sz="680" dirty="0"/>
          </a:p>
        </p:txBody>
      </p:sp>
      <p:sp>
        <p:nvSpPr>
          <p:cNvPr id="5058" name="Shape 45"/>
          <p:cNvSpPr/>
          <p:nvPr/>
        </p:nvSpPr>
        <p:spPr>
          <a:xfrm>
            <a:off x="6333853" y="238658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59" name="Text 49"/>
          <p:cNvSpPr txBox="1"/>
          <p:nvPr/>
        </p:nvSpPr>
        <p:spPr>
          <a:xfrm>
            <a:off x="6082386" y="22128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16.909</a:t>
            </a:r>
            <a:endParaRPr lang="en-US" sz="900" dirty="0"/>
          </a:p>
        </p:txBody>
      </p:sp>
      <p:sp>
        <p:nvSpPr>
          <p:cNvPr id="5060" name="Text 47"/>
          <p:cNvSpPr txBox="1"/>
          <p:nvPr/>
        </p:nvSpPr>
        <p:spPr>
          <a:xfrm>
            <a:off x="6082386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▲33%</a:t>
            </a:r>
            <a:endParaRPr lang="en-US" sz="680" dirty="0"/>
          </a:p>
        </p:txBody>
      </p:sp>
      <p:sp>
        <p:nvSpPr>
          <p:cNvPr id="5061" name="Shape 45"/>
          <p:cNvSpPr/>
          <p:nvPr/>
        </p:nvSpPr>
        <p:spPr>
          <a:xfrm>
            <a:off x="7226206" y="2470645"/>
            <a:ext cx="297979" cy="3481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62" name="Text 46"/>
          <p:cNvSpPr txBox="1"/>
          <p:nvPr/>
        </p:nvSpPr>
        <p:spPr>
          <a:xfrm>
            <a:off x="6974738" y="2296909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8.527</a:t>
            </a:r>
            <a:endParaRPr lang="en-US" sz="800" dirty="0"/>
          </a:p>
        </p:txBody>
      </p:sp>
      <p:sp>
        <p:nvSpPr>
          <p:cNvPr id="5063" name="Text 47"/>
          <p:cNvSpPr txBox="1"/>
          <p:nvPr/>
        </p:nvSpPr>
        <p:spPr>
          <a:xfrm>
            <a:off x="6974738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▲28%</a:t>
            </a:r>
            <a:endParaRPr lang="en-US" sz="680" dirty="0"/>
          </a:p>
        </p:txBody>
      </p:sp>
      <p:sp>
        <p:nvSpPr>
          <p:cNvPr id="5064" name="Shape 45"/>
          <p:cNvSpPr/>
          <p:nvPr/>
        </p:nvSpPr>
        <p:spPr>
          <a:xfrm>
            <a:off x="7935678" y="238658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65" name="Text 46"/>
          <p:cNvSpPr txBox="1"/>
          <p:nvPr/>
        </p:nvSpPr>
        <p:spPr>
          <a:xfrm>
            <a:off x="7684211" y="22128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29.118</a:t>
            </a:r>
            <a:endParaRPr lang="en-US" sz="800" dirty="0"/>
          </a:p>
        </p:txBody>
      </p:sp>
      <p:sp>
        <p:nvSpPr>
          <p:cNvPr id="5066" name="Text 47"/>
          <p:cNvSpPr txBox="1"/>
          <p:nvPr/>
        </p:nvSpPr>
        <p:spPr>
          <a:xfrm>
            <a:off x="7684211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▲241%</a:t>
            </a:r>
            <a:endParaRPr lang="en-US" sz="680" dirty="0"/>
          </a:p>
        </p:txBody>
      </p:sp>
      <p:sp>
        <p:nvSpPr>
          <p:cNvPr id="5067" name="Shape 45"/>
          <p:cNvSpPr/>
          <p:nvPr/>
        </p:nvSpPr>
        <p:spPr>
          <a:xfrm>
            <a:off x="8645151" y="2391642"/>
            <a:ext cx="297979" cy="11381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68" name="Text 49"/>
          <p:cNvSpPr txBox="1"/>
          <p:nvPr/>
        </p:nvSpPr>
        <p:spPr>
          <a:xfrm>
            <a:off x="8393684" y="221790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27.879</a:t>
            </a:r>
            <a:endParaRPr lang="en-US" sz="900" dirty="0"/>
          </a:p>
        </p:txBody>
      </p:sp>
      <p:sp>
        <p:nvSpPr>
          <p:cNvPr id="5069" name="Text 47"/>
          <p:cNvSpPr txBox="1"/>
          <p:nvPr/>
        </p:nvSpPr>
        <p:spPr>
          <a:xfrm>
            <a:off x="8393684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▼4%</a:t>
            </a:r>
            <a:endParaRPr lang="en-US" sz="680" dirty="0"/>
          </a:p>
        </p:txBody>
      </p:sp>
      <p:sp>
        <p:nvSpPr>
          <p:cNvPr id="5070" name="Shape 45"/>
          <p:cNvSpPr/>
          <p:nvPr/>
        </p:nvSpPr>
        <p:spPr>
          <a:xfrm>
            <a:off x="9537504" y="2473746"/>
            <a:ext cx="297979" cy="3171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71" name="Text 46"/>
          <p:cNvSpPr txBox="1"/>
          <p:nvPr/>
        </p:nvSpPr>
        <p:spPr>
          <a:xfrm>
            <a:off x="9286037" y="2300010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5.477</a:t>
            </a:r>
            <a:endParaRPr lang="en-US" sz="800" dirty="0"/>
          </a:p>
        </p:txBody>
      </p:sp>
      <p:sp>
        <p:nvSpPr>
          <p:cNvPr id="5072" name="Text 47"/>
          <p:cNvSpPr txBox="1"/>
          <p:nvPr/>
        </p:nvSpPr>
        <p:spPr>
          <a:xfrm>
            <a:off x="9286037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▲9%</a:t>
            </a:r>
            <a:endParaRPr lang="en-US" sz="680" dirty="0"/>
          </a:p>
        </p:txBody>
      </p:sp>
      <p:sp>
        <p:nvSpPr>
          <p:cNvPr id="5073" name="Shape 45"/>
          <p:cNvSpPr/>
          <p:nvPr/>
        </p:nvSpPr>
        <p:spPr>
          <a:xfrm>
            <a:off x="10246977" y="2412261"/>
            <a:ext cx="297979" cy="9319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74" name="Text 46"/>
          <p:cNvSpPr txBox="1"/>
          <p:nvPr/>
        </p:nvSpPr>
        <p:spPr>
          <a:xfrm>
            <a:off x="9995510" y="2238525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16.097</a:t>
            </a:r>
            <a:endParaRPr lang="en-US" sz="800" dirty="0"/>
          </a:p>
        </p:txBody>
      </p:sp>
      <p:sp>
        <p:nvSpPr>
          <p:cNvPr id="5075" name="Text 47"/>
          <p:cNvSpPr txBox="1"/>
          <p:nvPr/>
        </p:nvSpPr>
        <p:spPr>
          <a:xfrm>
            <a:off x="9995510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▲194%</a:t>
            </a:r>
            <a:endParaRPr lang="en-US" sz="680" dirty="0"/>
          </a:p>
        </p:txBody>
      </p:sp>
      <p:sp>
        <p:nvSpPr>
          <p:cNvPr id="5076" name="Shape 45"/>
          <p:cNvSpPr/>
          <p:nvPr/>
        </p:nvSpPr>
        <p:spPr>
          <a:xfrm>
            <a:off x="10956450" y="238658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77" name="Text 49"/>
          <p:cNvSpPr txBox="1"/>
          <p:nvPr/>
        </p:nvSpPr>
        <p:spPr>
          <a:xfrm>
            <a:off x="10704982" y="22128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20.532</a:t>
            </a:r>
            <a:endParaRPr lang="en-US" sz="900" dirty="0"/>
          </a:p>
        </p:txBody>
      </p:sp>
      <p:sp>
        <p:nvSpPr>
          <p:cNvPr id="5078" name="Text 47"/>
          <p:cNvSpPr txBox="1"/>
          <p:nvPr/>
        </p:nvSpPr>
        <p:spPr>
          <a:xfrm>
            <a:off x="10704982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▲28%</a:t>
            </a:r>
            <a:endParaRPr lang="en-US" sz="680" dirty="0"/>
          </a:p>
        </p:txBody>
      </p:sp>
      <p:sp>
        <p:nvSpPr>
          <p:cNvPr id="5079" name="Shape 45"/>
          <p:cNvSpPr/>
          <p:nvPr/>
        </p:nvSpPr>
        <p:spPr>
          <a:xfrm>
            <a:off x="4914907" y="2993514"/>
            <a:ext cx="297979" cy="3010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80" name="Text 46"/>
          <p:cNvSpPr txBox="1"/>
          <p:nvPr/>
        </p:nvSpPr>
        <p:spPr>
          <a:xfrm>
            <a:off x="4663440" y="281977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529</a:t>
            </a:r>
            <a:endParaRPr lang="en-US" sz="800" dirty="0"/>
          </a:p>
        </p:txBody>
      </p:sp>
      <p:sp>
        <p:nvSpPr>
          <p:cNvPr id="5081" name="Text 47"/>
          <p:cNvSpPr txBox="1"/>
          <p:nvPr/>
        </p:nvSpPr>
        <p:spPr>
          <a:xfrm>
            <a:off x="4663440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▲151%</a:t>
            </a:r>
            <a:endParaRPr lang="en-US" sz="680" dirty="0"/>
          </a:p>
        </p:txBody>
      </p:sp>
      <p:sp>
        <p:nvSpPr>
          <p:cNvPr id="5082" name="Shape 45"/>
          <p:cNvSpPr/>
          <p:nvPr/>
        </p:nvSpPr>
        <p:spPr>
          <a:xfrm>
            <a:off x="5624380" y="2965802"/>
            <a:ext cx="297979" cy="5781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83" name="Text 46"/>
          <p:cNvSpPr txBox="1"/>
          <p:nvPr/>
        </p:nvSpPr>
        <p:spPr>
          <a:xfrm>
            <a:off x="5372913" y="279206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1.016</a:t>
            </a:r>
            <a:endParaRPr lang="en-US" sz="800" dirty="0"/>
          </a:p>
        </p:txBody>
      </p:sp>
      <p:sp>
        <p:nvSpPr>
          <p:cNvPr id="5084" name="Text 47"/>
          <p:cNvSpPr txBox="1"/>
          <p:nvPr/>
        </p:nvSpPr>
        <p:spPr>
          <a:xfrm>
            <a:off x="5372913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▲92%</a:t>
            </a:r>
            <a:endParaRPr lang="en-US" sz="680" dirty="0"/>
          </a:p>
        </p:txBody>
      </p:sp>
      <p:sp>
        <p:nvSpPr>
          <p:cNvPr id="5085" name="Shape 45"/>
          <p:cNvSpPr/>
          <p:nvPr/>
        </p:nvSpPr>
        <p:spPr>
          <a:xfrm>
            <a:off x="6333853" y="290474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86" name="Text 49"/>
          <p:cNvSpPr txBox="1"/>
          <p:nvPr/>
        </p:nvSpPr>
        <p:spPr>
          <a:xfrm>
            <a:off x="6082386" y="273100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2.089</a:t>
            </a:r>
            <a:endParaRPr lang="en-US" sz="900" dirty="0"/>
          </a:p>
        </p:txBody>
      </p:sp>
      <p:sp>
        <p:nvSpPr>
          <p:cNvPr id="5087" name="Text 47"/>
          <p:cNvSpPr txBox="1"/>
          <p:nvPr/>
        </p:nvSpPr>
        <p:spPr>
          <a:xfrm>
            <a:off x="6082386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▲106%</a:t>
            </a:r>
            <a:endParaRPr lang="en-US" sz="680" dirty="0"/>
          </a:p>
        </p:txBody>
      </p:sp>
      <p:sp>
        <p:nvSpPr>
          <p:cNvPr id="5088" name="Shape 45"/>
          <p:cNvSpPr/>
          <p:nvPr/>
        </p:nvSpPr>
        <p:spPr>
          <a:xfrm>
            <a:off x="7226206" y="2960459"/>
            <a:ext cx="297979" cy="6315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89" name="Text 46"/>
          <p:cNvSpPr txBox="1"/>
          <p:nvPr/>
        </p:nvSpPr>
        <p:spPr>
          <a:xfrm>
            <a:off x="6974738" y="278672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1.239</a:t>
            </a:r>
            <a:endParaRPr lang="en-US" sz="800" dirty="0"/>
          </a:p>
        </p:txBody>
      </p:sp>
      <p:sp>
        <p:nvSpPr>
          <p:cNvPr id="5090" name="Text 47"/>
          <p:cNvSpPr txBox="1"/>
          <p:nvPr/>
        </p:nvSpPr>
        <p:spPr>
          <a:xfrm>
            <a:off x="6974738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▲76%</a:t>
            </a:r>
            <a:endParaRPr lang="en-US" sz="680" dirty="0"/>
          </a:p>
        </p:txBody>
      </p:sp>
      <p:sp>
        <p:nvSpPr>
          <p:cNvPr id="5091" name="Shape 45"/>
          <p:cNvSpPr/>
          <p:nvPr/>
        </p:nvSpPr>
        <p:spPr>
          <a:xfrm>
            <a:off x="7935678" y="2907089"/>
            <a:ext cx="297979" cy="11652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92" name="Text 46"/>
          <p:cNvSpPr txBox="1"/>
          <p:nvPr/>
        </p:nvSpPr>
        <p:spPr>
          <a:xfrm>
            <a:off x="7684211" y="273335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2.286</a:t>
            </a:r>
            <a:endParaRPr lang="en-US" sz="800" dirty="0"/>
          </a:p>
        </p:txBody>
      </p:sp>
      <p:sp>
        <p:nvSpPr>
          <p:cNvPr id="5093" name="Text 47"/>
          <p:cNvSpPr txBox="1"/>
          <p:nvPr/>
        </p:nvSpPr>
        <p:spPr>
          <a:xfrm>
            <a:off x="7684211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▲85%</a:t>
            </a:r>
            <a:endParaRPr lang="en-US" sz="680" dirty="0"/>
          </a:p>
        </p:txBody>
      </p:sp>
      <p:sp>
        <p:nvSpPr>
          <p:cNvPr id="5094" name="Shape 45"/>
          <p:cNvSpPr/>
          <p:nvPr/>
        </p:nvSpPr>
        <p:spPr>
          <a:xfrm>
            <a:off x="8645151" y="290474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95" name="Text 49"/>
          <p:cNvSpPr txBox="1"/>
          <p:nvPr/>
        </p:nvSpPr>
        <p:spPr>
          <a:xfrm>
            <a:off x="8393684" y="273100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2.332</a:t>
            </a:r>
            <a:endParaRPr lang="en-US" sz="900" dirty="0"/>
          </a:p>
        </p:txBody>
      </p:sp>
      <p:sp>
        <p:nvSpPr>
          <p:cNvPr id="5096" name="Text 47"/>
          <p:cNvSpPr txBox="1"/>
          <p:nvPr/>
        </p:nvSpPr>
        <p:spPr>
          <a:xfrm>
            <a:off x="8393684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▲2%</a:t>
            </a:r>
            <a:endParaRPr lang="en-US" sz="680" dirty="0"/>
          </a:p>
        </p:txBody>
      </p:sp>
      <p:sp>
        <p:nvSpPr>
          <p:cNvPr id="5097" name="Shape 45"/>
          <p:cNvSpPr/>
          <p:nvPr/>
        </p:nvSpPr>
        <p:spPr>
          <a:xfrm>
            <a:off x="9537504" y="2951669"/>
            <a:ext cx="297979" cy="7194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98" name="Text 46"/>
          <p:cNvSpPr txBox="1"/>
          <p:nvPr/>
        </p:nvSpPr>
        <p:spPr>
          <a:xfrm>
            <a:off x="9286037" y="277793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900</a:t>
            </a:r>
            <a:endParaRPr lang="en-US" sz="800" dirty="0"/>
          </a:p>
        </p:txBody>
      </p:sp>
      <p:sp>
        <p:nvSpPr>
          <p:cNvPr id="5099" name="Text 47"/>
          <p:cNvSpPr txBox="1"/>
          <p:nvPr/>
        </p:nvSpPr>
        <p:spPr>
          <a:xfrm>
            <a:off x="9286037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▲56%</a:t>
            </a:r>
            <a:endParaRPr lang="en-US" sz="680" dirty="0"/>
          </a:p>
        </p:txBody>
      </p:sp>
      <p:sp>
        <p:nvSpPr>
          <p:cNvPr id="5100" name="Shape 45"/>
          <p:cNvSpPr/>
          <p:nvPr/>
        </p:nvSpPr>
        <p:spPr>
          <a:xfrm>
            <a:off x="10246977" y="2914097"/>
            <a:ext cx="297979" cy="10951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1" name="Text 46"/>
          <p:cNvSpPr txBox="1"/>
          <p:nvPr/>
        </p:nvSpPr>
        <p:spPr>
          <a:xfrm>
            <a:off x="9995510" y="2740361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1.370</a:t>
            </a:r>
            <a:endParaRPr lang="en-US" sz="800" dirty="0"/>
          </a:p>
        </p:txBody>
      </p:sp>
      <p:sp>
        <p:nvSpPr>
          <p:cNvPr id="5102" name="Text 47"/>
          <p:cNvSpPr txBox="1"/>
          <p:nvPr/>
        </p:nvSpPr>
        <p:spPr>
          <a:xfrm>
            <a:off x="9995510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▲52%</a:t>
            </a:r>
            <a:endParaRPr lang="en-US" sz="680" dirty="0"/>
          </a:p>
        </p:txBody>
      </p:sp>
      <p:sp>
        <p:nvSpPr>
          <p:cNvPr id="5103" name="Shape 45"/>
          <p:cNvSpPr/>
          <p:nvPr/>
        </p:nvSpPr>
        <p:spPr>
          <a:xfrm>
            <a:off x="10956450" y="290474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4" name="Text 49"/>
          <p:cNvSpPr txBox="1"/>
          <p:nvPr/>
        </p:nvSpPr>
        <p:spPr>
          <a:xfrm>
            <a:off x="10704982" y="273100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1.487</a:t>
            </a:r>
            <a:endParaRPr lang="en-US" sz="900" dirty="0"/>
          </a:p>
        </p:txBody>
      </p:sp>
      <p:sp>
        <p:nvSpPr>
          <p:cNvPr id="5105" name="Text 47"/>
          <p:cNvSpPr txBox="1"/>
          <p:nvPr/>
        </p:nvSpPr>
        <p:spPr>
          <a:xfrm>
            <a:off x="10704982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▲9%</a:t>
            </a:r>
            <a:endParaRPr lang="en-US" sz="680" dirty="0"/>
          </a:p>
        </p:txBody>
      </p:sp>
      <p:sp>
        <p:nvSpPr>
          <p:cNvPr id="5106" name="Shape 45"/>
          <p:cNvSpPr/>
          <p:nvPr/>
        </p:nvSpPr>
        <p:spPr>
          <a:xfrm>
            <a:off x="4914907" y="342290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7" name="Text 46"/>
          <p:cNvSpPr txBox="1"/>
          <p:nvPr/>
        </p:nvSpPr>
        <p:spPr>
          <a:xfrm>
            <a:off x="4663440" y="324916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2.524</a:t>
            </a:r>
            <a:endParaRPr lang="en-US" sz="800" dirty="0"/>
          </a:p>
        </p:txBody>
      </p:sp>
      <p:sp>
        <p:nvSpPr>
          <p:cNvPr id="5108" name="Text 47"/>
          <p:cNvSpPr txBox="1"/>
          <p:nvPr/>
        </p:nvSpPr>
        <p:spPr>
          <a:xfrm>
            <a:off x="4663440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▲167%</a:t>
            </a:r>
            <a:endParaRPr lang="en-US" sz="680" dirty="0"/>
          </a:p>
        </p:txBody>
      </p:sp>
      <p:sp>
        <p:nvSpPr>
          <p:cNvPr id="5109" name="Shape 45"/>
          <p:cNvSpPr/>
          <p:nvPr/>
        </p:nvSpPr>
        <p:spPr>
          <a:xfrm>
            <a:off x="5624380" y="3431947"/>
            <a:ext cx="297979" cy="109829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0" name="Text 46"/>
          <p:cNvSpPr txBox="1"/>
          <p:nvPr/>
        </p:nvSpPr>
        <p:spPr>
          <a:xfrm>
            <a:off x="5372913" y="3258211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2.332</a:t>
            </a:r>
            <a:endParaRPr lang="en-US" sz="800" dirty="0"/>
          </a:p>
        </p:txBody>
      </p:sp>
      <p:sp>
        <p:nvSpPr>
          <p:cNvPr id="5111" name="Text 47"/>
          <p:cNvSpPr txBox="1"/>
          <p:nvPr/>
        </p:nvSpPr>
        <p:spPr>
          <a:xfrm>
            <a:off x="5372913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▼8%</a:t>
            </a:r>
            <a:endParaRPr lang="en-US" sz="680" dirty="0"/>
          </a:p>
        </p:txBody>
      </p:sp>
      <p:sp>
        <p:nvSpPr>
          <p:cNvPr id="5112" name="Shape 45"/>
          <p:cNvSpPr/>
          <p:nvPr/>
        </p:nvSpPr>
        <p:spPr>
          <a:xfrm>
            <a:off x="6333853" y="3453517"/>
            <a:ext cx="297979" cy="88259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3" name="Text 49"/>
          <p:cNvSpPr txBox="1"/>
          <p:nvPr/>
        </p:nvSpPr>
        <p:spPr>
          <a:xfrm>
            <a:off x="6082386" y="3279781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1.874</a:t>
            </a:r>
            <a:endParaRPr lang="en-US" sz="900" dirty="0"/>
          </a:p>
        </p:txBody>
      </p:sp>
      <p:sp>
        <p:nvSpPr>
          <p:cNvPr id="5114" name="Text 47"/>
          <p:cNvSpPr txBox="1"/>
          <p:nvPr/>
        </p:nvSpPr>
        <p:spPr>
          <a:xfrm>
            <a:off x="6082386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▼20%</a:t>
            </a:r>
            <a:endParaRPr lang="en-US" sz="680" dirty="0"/>
          </a:p>
        </p:txBody>
      </p:sp>
      <p:sp>
        <p:nvSpPr>
          <p:cNvPr id="5115" name="Shape 45"/>
          <p:cNvSpPr/>
          <p:nvPr/>
        </p:nvSpPr>
        <p:spPr>
          <a:xfrm>
            <a:off x="7226206" y="342290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6" name="Text 46"/>
          <p:cNvSpPr txBox="1"/>
          <p:nvPr/>
        </p:nvSpPr>
        <p:spPr>
          <a:xfrm>
            <a:off x="6974738" y="324916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5.093</a:t>
            </a:r>
            <a:endParaRPr lang="en-US" sz="800" dirty="0"/>
          </a:p>
        </p:txBody>
      </p:sp>
      <p:sp>
        <p:nvSpPr>
          <p:cNvPr id="5117" name="Text 47"/>
          <p:cNvSpPr txBox="1"/>
          <p:nvPr/>
        </p:nvSpPr>
        <p:spPr>
          <a:xfrm>
            <a:off x="6974738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▲64%</a:t>
            </a:r>
            <a:endParaRPr lang="en-US" sz="680" dirty="0"/>
          </a:p>
        </p:txBody>
      </p:sp>
      <p:sp>
        <p:nvSpPr>
          <p:cNvPr id="5118" name="Shape 45"/>
          <p:cNvSpPr/>
          <p:nvPr/>
        </p:nvSpPr>
        <p:spPr>
          <a:xfrm>
            <a:off x="7935678" y="3465010"/>
            <a:ext cx="297979" cy="7676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9" name="Text 46"/>
          <p:cNvSpPr txBox="1"/>
          <p:nvPr/>
        </p:nvSpPr>
        <p:spPr>
          <a:xfrm>
            <a:off x="7684211" y="3291274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3.289</a:t>
            </a:r>
            <a:endParaRPr lang="en-US" sz="800" dirty="0"/>
          </a:p>
        </p:txBody>
      </p:sp>
      <p:sp>
        <p:nvSpPr>
          <p:cNvPr id="5120" name="Text 47"/>
          <p:cNvSpPr txBox="1"/>
          <p:nvPr/>
        </p:nvSpPr>
        <p:spPr>
          <a:xfrm>
            <a:off x="7684211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▼35%</a:t>
            </a:r>
            <a:endParaRPr lang="en-US" sz="680" dirty="0"/>
          </a:p>
        </p:txBody>
      </p:sp>
      <p:sp>
        <p:nvSpPr>
          <p:cNvPr id="5121" name="Shape 45"/>
          <p:cNvSpPr/>
          <p:nvPr/>
        </p:nvSpPr>
        <p:spPr>
          <a:xfrm>
            <a:off x="8645151" y="3431680"/>
            <a:ext cx="297979" cy="11009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2" name="Text 49"/>
          <p:cNvSpPr txBox="1"/>
          <p:nvPr/>
        </p:nvSpPr>
        <p:spPr>
          <a:xfrm>
            <a:off x="8393684" y="3257944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4.717</a:t>
            </a:r>
            <a:endParaRPr lang="en-US" sz="900" dirty="0"/>
          </a:p>
        </p:txBody>
      </p:sp>
      <p:sp>
        <p:nvSpPr>
          <p:cNvPr id="5123" name="Text 47"/>
          <p:cNvSpPr txBox="1"/>
          <p:nvPr/>
        </p:nvSpPr>
        <p:spPr>
          <a:xfrm>
            <a:off x="8393684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▲43%</a:t>
            </a:r>
            <a:endParaRPr lang="en-US" sz="680" dirty="0"/>
          </a:p>
        </p:txBody>
      </p:sp>
      <p:sp>
        <p:nvSpPr>
          <p:cNvPr id="5124" name="Shape 45"/>
          <p:cNvSpPr/>
          <p:nvPr/>
        </p:nvSpPr>
        <p:spPr>
          <a:xfrm>
            <a:off x="9537504" y="342290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5" name="Text 46"/>
          <p:cNvSpPr txBox="1"/>
          <p:nvPr/>
        </p:nvSpPr>
        <p:spPr>
          <a:xfrm>
            <a:off x="9286037" y="324916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2.910</a:t>
            </a:r>
            <a:endParaRPr lang="en-US" sz="800" dirty="0"/>
          </a:p>
        </p:txBody>
      </p:sp>
      <p:sp>
        <p:nvSpPr>
          <p:cNvPr id="5126" name="Text 47"/>
          <p:cNvSpPr txBox="1"/>
          <p:nvPr/>
        </p:nvSpPr>
        <p:spPr>
          <a:xfrm>
            <a:off x="9286037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▲117%</a:t>
            </a:r>
            <a:endParaRPr lang="en-US" sz="680" dirty="0"/>
          </a:p>
        </p:txBody>
      </p:sp>
      <p:sp>
        <p:nvSpPr>
          <p:cNvPr id="5127" name="Shape 45"/>
          <p:cNvSpPr/>
          <p:nvPr/>
        </p:nvSpPr>
        <p:spPr>
          <a:xfrm>
            <a:off x="10246977" y="3458035"/>
            <a:ext cx="297979" cy="8374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28" name="Text 46"/>
          <p:cNvSpPr txBox="1"/>
          <p:nvPr/>
        </p:nvSpPr>
        <p:spPr>
          <a:xfrm>
            <a:off x="9995510" y="3284299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2.050</a:t>
            </a:r>
            <a:endParaRPr lang="en-US" sz="800" dirty="0"/>
          </a:p>
        </p:txBody>
      </p:sp>
      <p:sp>
        <p:nvSpPr>
          <p:cNvPr id="5129" name="Text 47"/>
          <p:cNvSpPr txBox="1"/>
          <p:nvPr/>
        </p:nvSpPr>
        <p:spPr>
          <a:xfrm>
            <a:off x="9995510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▼30%</a:t>
            </a:r>
            <a:endParaRPr lang="en-US" sz="680" dirty="0"/>
          </a:p>
        </p:txBody>
      </p:sp>
      <p:sp>
        <p:nvSpPr>
          <p:cNvPr id="5130" name="Shape 45"/>
          <p:cNvSpPr/>
          <p:nvPr/>
        </p:nvSpPr>
        <p:spPr>
          <a:xfrm>
            <a:off x="10956450" y="3434424"/>
            <a:ext cx="297979" cy="10735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31" name="Text 49"/>
          <p:cNvSpPr txBox="1"/>
          <p:nvPr/>
        </p:nvSpPr>
        <p:spPr>
          <a:xfrm>
            <a:off x="10704982" y="326068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2.628</a:t>
            </a:r>
            <a:endParaRPr lang="en-US" sz="900" dirty="0"/>
          </a:p>
        </p:txBody>
      </p:sp>
      <p:sp>
        <p:nvSpPr>
          <p:cNvPr id="5132" name="Text 47"/>
          <p:cNvSpPr txBox="1"/>
          <p:nvPr/>
        </p:nvSpPr>
        <p:spPr>
          <a:xfrm>
            <a:off x="10704982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▲28%</a:t>
            </a:r>
            <a:endParaRPr lang="en-US" sz="680" dirty="0"/>
          </a:p>
        </p:txBody>
      </p:sp>
      <p:sp>
        <p:nvSpPr>
          <p:cNvPr id="5133" name="Shape 45"/>
          <p:cNvSpPr/>
          <p:nvPr/>
        </p:nvSpPr>
        <p:spPr>
          <a:xfrm>
            <a:off x="4914907" y="3959252"/>
            <a:ext cx="297979" cy="10068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34" name="Text 46"/>
          <p:cNvSpPr txBox="1"/>
          <p:nvPr/>
        </p:nvSpPr>
        <p:spPr>
          <a:xfrm>
            <a:off x="4663440" y="378551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1.240</a:t>
            </a:r>
            <a:endParaRPr lang="en-US" sz="800" dirty="0"/>
          </a:p>
        </p:txBody>
      </p:sp>
      <p:sp>
        <p:nvSpPr>
          <p:cNvPr id="5135" name="Text 47"/>
          <p:cNvSpPr txBox="1"/>
          <p:nvPr/>
        </p:nvSpPr>
        <p:spPr>
          <a:xfrm>
            <a:off x="4663440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▲25%</a:t>
            </a:r>
            <a:endParaRPr lang="en-US" sz="680" dirty="0"/>
          </a:p>
        </p:txBody>
      </p:sp>
      <p:sp>
        <p:nvSpPr>
          <p:cNvPr id="5136" name="Shape 45"/>
          <p:cNvSpPr/>
          <p:nvPr/>
        </p:nvSpPr>
        <p:spPr>
          <a:xfrm>
            <a:off x="5624380" y="394106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37" name="Text 46"/>
          <p:cNvSpPr txBox="1"/>
          <p:nvPr/>
        </p:nvSpPr>
        <p:spPr>
          <a:xfrm>
            <a:off x="5372913" y="376732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1.464</a:t>
            </a:r>
            <a:endParaRPr lang="en-US" sz="800" dirty="0"/>
          </a:p>
        </p:txBody>
      </p:sp>
      <p:sp>
        <p:nvSpPr>
          <p:cNvPr id="5138" name="Text 47"/>
          <p:cNvSpPr txBox="1"/>
          <p:nvPr/>
        </p:nvSpPr>
        <p:spPr>
          <a:xfrm>
            <a:off x="5372913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▲18%</a:t>
            </a:r>
            <a:endParaRPr lang="en-US" sz="680" dirty="0"/>
          </a:p>
        </p:txBody>
      </p:sp>
      <p:sp>
        <p:nvSpPr>
          <p:cNvPr id="5139" name="Shape 45"/>
          <p:cNvSpPr/>
          <p:nvPr/>
        </p:nvSpPr>
        <p:spPr>
          <a:xfrm>
            <a:off x="6333853" y="3960389"/>
            <a:ext cx="297979" cy="9954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0" name="Text 49"/>
          <p:cNvSpPr txBox="1"/>
          <p:nvPr/>
        </p:nvSpPr>
        <p:spPr>
          <a:xfrm>
            <a:off x="6082386" y="378665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1.226</a:t>
            </a:r>
            <a:endParaRPr lang="en-US" sz="900" dirty="0"/>
          </a:p>
        </p:txBody>
      </p:sp>
      <p:sp>
        <p:nvSpPr>
          <p:cNvPr id="5141" name="Text 47"/>
          <p:cNvSpPr txBox="1"/>
          <p:nvPr/>
        </p:nvSpPr>
        <p:spPr>
          <a:xfrm>
            <a:off x="6082386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▼16%</a:t>
            </a:r>
            <a:endParaRPr lang="en-US" sz="680" dirty="0"/>
          </a:p>
        </p:txBody>
      </p:sp>
      <p:sp>
        <p:nvSpPr>
          <p:cNvPr id="5142" name="Shape 45"/>
          <p:cNvSpPr/>
          <p:nvPr/>
        </p:nvSpPr>
        <p:spPr>
          <a:xfrm>
            <a:off x="7226206" y="3977955"/>
            <a:ext cx="297979" cy="8198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3" name="Text 46"/>
          <p:cNvSpPr txBox="1"/>
          <p:nvPr/>
        </p:nvSpPr>
        <p:spPr>
          <a:xfrm>
            <a:off x="6974738" y="3804219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2.520</a:t>
            </a:r>
            <a:endParaRPr lang="en-US" sz="800" dirty="0"/>
          </a:p>
        </p:txBody>
      </p:sp>
      <p:sp>
        <p:nvSpPr>
          <p:cNvPr id="5144" name="Text 47"/>
          <p:cNvSpPr txBox="1"/>
          <p:nvPr/>
        </p:nvSpPr>
        <p:spPr>
          <a:xfrm>
            <a:off x="6974738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▲28%</a:t>
            </a:r>
            <a:endParaRPr lang="en-US" sz="680" dirty="0"/>
          </a:p>
        </p:txBody>
      </p:sp>
      <p:sp>
        <p:nvSpPr>
          <p:cNvPr id="5145" name="Shape 45"/>
          <p:cNvSpPr/>
          <p:nvPr/>
        </p:nvSpPr>
        <p:spPr>
          <a:xfrm>
            <a:off x="7935678" y="394106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6" name="Text 46"/>
          <p:cNvSpPr txBox="1"/>
          <p:nvPr/>
        </p:nvSpPr>
        <p:spPr>
          <a:xfrm>
            <a:off x="7684211" y="376732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3.654</a:t>
            </a:r>
            <a:endParaRPr lang="en-US" sz="800" dirty="0"/>
          </a:p>
        </p:txBody>
      </p:sp>
      <p:sp>
        <p:nvSpPr>
          <p:cNvPr id="5147" name="Text 47"/>
          <p:cNvSpPr txBox="1"/>
          <p:nvPr/>
        </p:nvSpPr>
        <p:spPr>
          <a:xfrm>
            <a:off x="7684211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▲45%</a:t>
            </a:r>
            <a:endParaRPr lang="en-US" sz="680" dirty="0"/>
          </a:p>
        </p:txBody>
      </p:sp>
      <p:sp>
        <p:nvSpPr>
          <p:cNvPr id="5148" name="Shape 45"/>
          <p:cNvSpPr/>
          <p:nvPr/>
        </p:nvSpPr>
        <p:spPr>
          <a:xfrm>
            <a:off x="8645151" y="3997214"/>
            <a:ext cx="297979" cy="6272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9" name="Text 49"/>
          <p:cNvSpPr txBox="1"/>
          <p:nvPr/>
        </p:nvSpPr>
        <p:spPr>
          <a:xfrm>
            <a:off x="8393684" y="382347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1.928</a:t>
            </a:r>
            <a:endParaRPr lang="en-US" sz="900" dirty="0"/>
          </a:p>
        </p:txBody>
      </p:sp>
      <p:sp>
        <p:nvSpPr>
          <p:cNvPr id="5150" name="Text 47"/>
          <p:cNvSpPr txBox="1"/>
          <p:nvPr/>
        </p:nvSpPr>
        <p:spPr>
          <a:xfrm>
            <a:off x="8393684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▼47%</a:t>
            </a:r>
            <a:endParaRPr lang="en-US" sz="680" dirty="0"/>
          </a:p>
        </p:txBody>
      </p:sp>
      <p:sp>
        <p:nvSpPr>
          <p:cNvPr id="5151" name="Shape 45"/>
          <p:cNvSpPr/>
          <p:nvPr/>
        </p:nvSpPr>
        <p:spPr>
          <a:xfrm>
            <a:off x="9537504" y="3971137"/>
            <a:ext cx="297979" cy="8879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52" name="Text 46"/>
          <p:cNvSpPr txBox="1"/>
          <p:nvPr/>
        </p:nvSpPr>
        <p:spPr>
          <a:xfrm>
            <a:off x="9286037" y="3797401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1.125</a:t>
            </a:r>
            <a:endParaRPr lang="en-US" sz="800" dirty="0"/>
          </a:p>
        </p:txBody>
      </p:sp>
      <p:sp>
        <p:nvSpPr>
          <p:cNvPr id="5153" name="Text 47"/>
          <p:cNvSpPr txBox="1"/>
          <p:nvPr/>
        </p:nvSpPr>
        <p:spPr>
          <a:xfrm>
            <a:off x="9286037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▲47%</a:t>
            </a:r>
            <a:endParaRPr lang="en-US" sz="680" dirty="0"/>
          </a:p>
        </p:txBody>
      </p:sp>
      <p:sp>
        <p:nvSpPr>
          <p:cNvPr id="5154" name="Shape 45"/>
          <p:cNvSpPr/>
          <p:nvPr/>
        </p:nvSpPr>
        <p:spPr>
          <a:xfrm>
            <a:off x="10246977" y="394106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55" name="Text 46"/>
          <p:cNvSpPr txBox="1"/>
          <p:nvPr/>
        </p:nvSpPr>
        <p:spPr>
          <a:xfrm>
            <a:off x="9995510" y="376732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1.506</a:t>
            </a:r>
            <a:endParaRPr lang="en-US" sz="800" dirty="0"/>
          </a:p>
        </p:txBody>
      </p:sp>
      <p:sp>
        <p:nvSpPr>
          <p:cNvPr id="5156" name="Text 47"/>
          <p:cNvSpPr txBox="1"/>
          <p:nvPr/>
        </p:nvSpPr>
        <p:spPr>
          <a:xfrm>
            <a:off x="9995510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▲34%</a:t>
            </a:r>
            <a:endParaRPr lang="en-US" sz="680" dirty="0"/>
          </a:p>
        </p:txBody>
      </p:sp>
      <p:sp>
        <p:nvSpPr>
          <p:cNvPr id="5157" name="Shape 45"/>
          <p:cNvSpPr/>
          <p:nvPr/>
        </p:nvSpPr>
        <p:spPr>
          <a:xfrm>
            <a:off x="10956450" y="3981477"/>
            <a:ext cx="297979" cy="78459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8" name="Text 49"/>
          <p:cNvSpPr txBox="1"/>
          <p:nvPr/>
        </p:nvSpPr>
        <p:spPr>
          <a:xfrm>
            <a:off x="10704982" y="3807741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994</a:t>
            </a:r>
            <a:endParaRPr lang="en-US" sz="900" dirty="0"/>
          </a:p>
        </p:txBody>
      </p:sp>
      <p:sp>
        <p:nvSpPr>
          <p:cNvPr id="5159" name="Text 47"/>
          <p:cNvSpPr txBox="1"/>
          <p:nvPr/>
        </p:nvSpPr>
        <p:spPr>
          <a:xfrm>
            <a:off x="10704982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▼34%</a:t>
            </a:r>
            <a:endParaRPr lang="en-US" sz="680" dirty="0"/>
          </a:p>
        </p:txBody>
      </p:sp>
      <p:sp>
        <p:nvSpPr>
          <p:cNvPr id="5160" name="Shape 45"/>
          <p:cNvSpPr/>
          <p:nvPr/>
        </p:nvSpPr>
        <p:spPr>
          <a:xfrm>
            <a:off x="4914907" y="4472443"/>
            <a:ext cx="297979" cy="10565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61" name="Text 46"/>
          <p:cNvSpPr txBox="1"/>
          <p:nvPr/>
        </p:nvSpPr>
        <p:spPr>
          <a:xfrm>
            <a:off x="4663440" y="4298707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1.039</a:t>
            </a:r>
            <a:endParaRPr lang="en-US" sz="800" dirty="0"/>
          </a:p>
        </p:txBody>
      </p:sp>
      <p:sp>
        <p:nvSpPr>
          <p:cNvPr id="5162" name="Text 47"/>
          <p:cNvSpPr txBox="1"/>
          <p:nvPr/>
        </p:nvSpPr>
        <p:spPr>
          <a:xfrm>
            <a:off x="4663440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▼62%</a:t>
            </a:r>
            <a:endParaRPr lang="en-US" sz="680" dirty="0"/>
          </a:p>
        </p:txBody>
      </p:sp>
      <p:sp>
        <p:nvSpPr>
          <p:cNvPr id="5163" name="Shape 45"/>
          <p:cNvSpPr/>
          <p:nvPr/>
        </p:nvSpPr>
        <p:spPr>
          <a:xfrm>
            <a:off x="5624380" y="445922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64" name="Text 46"/>
          <p:cNvSpPr txBox="1"/>
          <p:nvPr/>
        </p:nvSpPr>
        <p:spPr>
          <a:xfrm>
            <a:off x="5372913" y="428548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1.169</a:t>
            </a:r>
            <a:endParaRPr lang="en-US" sz="800" dirty="0"/>
          </a:p>
        </p:txBody>
      </p:sp>
      <p:sp>
        <p:nvSpPr>
          <p:cNvPr id="5165" name="Text 47"/>
          <p:cNvSpPr txBox="1"/>
          <p:nvPr/>
        </p:nvSpPr>
        <p:spPr>
          <a:xfrm>
            <a:off x="5372913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▲13%</a:t>
            </a:r>
            <a:endParaRPr lang="en-US" sz="680" dirty="0"/>
          </a:p>
        </p:txBody>
      </p:sp>
      <p:sp>
        <p:nvSpPr>
          <p:cNvPr id="5166" name="Shape 45"/>
          <p:cNvSpPr/>
          <p:nvPr/>
        </p:nvSpPr>
        <p:spPr>
          <a:xfrm>
            <a:off x="6333853" y="4460139"/>
            <a:ext cx="297979" cy="11795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67" name="Text 49"/>
          <p:cNvSpPr txBox="1"/>
          <p:nvPr/>
        </p:nvSpPr>
        <p:spPr>
          <a:xfrm>
            <a:off x="6082386" y="428640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1.160</a:t>
            </a:r>
            <a:endParaRPr lang="en-US" sz="900" dirty="0"/>
          </a:p>
        </p:txBody>
      </p:sp>
      <p:sp>
        <p:nvSpPr>
          <p:cNvPr id="5168" name="Text 47"/>
          <p:cNvSpPr txBox="1"/>
          <p:nvPr/>
        </p:nvSpPr>
        <p:spPr>
          <a:xfrm>
            <a:off x="6082386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▼1%</a:t>
            </a:r>
            <a:endParaRPr lang="en-US" sz="680" dirty="0"/>
          </a:p>
        </p:txBody>
      </p:sp>
      <p:sp>
        <p:nvSpPr>
          <p:cNvPr id="5169" name="Shape 45"/>
          <p:cNvSpPr/>
          <p:nvPr/>
        </p:nvSpPr>
        <p:spPr>
          <a:xfrm>
            <a:off x="7226206" y="4459224"/>
            <a:ext cx="297979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70" name="Text 46"/>
          <p:cNvSpPr txBox="1"/>
          <p:nvPr/>
        </p:nvSpPr>
        <p:spPr>
          <a:xfrm>
            <a:off x="6974738" y="428548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2.874</a:t>
            </a:r>
            <a:endParaRPr lang="en-US" sz="800" dirty="0"/>
          </a:p>
        </p:txBody>
      </p:sp>
      <p:sp>
        <p:nvSpPr>
          <p:cNvPr id="5171" name="Text 47"/>
          <p:cNvSpPr txBox="1"/>
          <p:nvPr/>
        </p:nvSpPr>
        <p:spPr>
          <a:xfrm>
            <a:off x="6974738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▼52%</a:t>
            </a:r>
            <a:endParaRPr lang="en-US" sz="680" dirty="0"/>
          </a:p>
        </p:txBody>
      </p:sp>
      <p:sp>
        <p:nvSpPr>
          <p:cNvPr id="5172" name="Shape 45"/>
          <p:cNvSpPr/>
          <p:nvPr/>
        </p:nvSpPr>
        <p:spPr>
          <a:xfrm>
            <a:off x="7935678" y="4508899"/>
            <a:ext cx="297979" cy="6919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73" name="Text 46"/>
          <p:cNvSpPr txBox="1"/>
          <p:nvPr/>
        </p:nvSpPr>
        <p:spPr>
          <a:xfrm>
            <a:off x="7684211" y="433516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1.673</a:t>
            </a:r>
            <a:endParaRPr lang="en-US" sz="800" dirty="0"/>
          </a:p>
        </p:txBody>
      </p:sp>
      <p:sp>
        <p:nvSpPr>
          <p:cNvPr id="5174" name="Text 47"/>
          <p:cNvSpPr txBox="1"/>
          <p:nvPr/>
        </p:nvSpPr>
        <p:spPr>
          <a:xfrm>
            <a:off x="7684211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▼42%</a:t>
            </a:r>
            <a:endParaRPr lang="en-US" sz="680" dirty="0"/>
          </a:p>
        </p:txBody>
      </p:sp>
      <p:sp>
        <p:nvSpPr>
          <p:cNvPr id="5175" name="Shape 45"/>
          <p:cNvSpPr/>
          <p:nvPr/>
        </p:nvSpPr>
        <p:spPr>
          <a:xfrm>
            <a:off x="8645151" y="4492768"/>
            <a:ext cx="297979" cy="8532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6" name="Text 49"/>
          <p:cNvSpPr txBox="1"/>
          <p:nvPr/>
        </p:nvSpPr>
        <p:spPr>
          <a:xfrm>
            <a:off x="8393684" y="4319032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2.063</a:t>
            </a:r>
            <a:endParaRPr lang="en-US" sz="900" dirty="0"/>
          </a:p>
        </p:txBody>
      </p:sp>
      <p:sp>
        <p:nvSpPr>
          <p:cNvPr id="5177" name="Text 47"/>
          <p:cNvSpPr txBox="1"/>
          <p:nvPr/>
        </p:nvSpPr>
        <p:spPr>
          <a:xfrm>
            <a:off x="8393684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▲23%</a:t>
            </a:r>
            <a:endParaRPr lang="en-US" sz="680" dirty="0"/>
          </a:p>
        </p:txBody>
      </p:sp>
      <p:sp>
        <p:nvSpPr>
          <p:cNvPr id="5178" name="Shape 45"/>
          <p:cNvSpPr/>
          <p:nvPr/>
        </p:nvSpPr>
        <p:spPr>
          <a:xfrm>
            <a:off x="9537504" y="4459224"/>
            <a:ext cx="297979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79" name="Text 46"/>
          <p:cNvSpPr txBox="1"/>
          <p:nvPr/>
        </p:nvSpPr>
        <p:spPr>
          <a:xfrm>
            <a:off x="9286037" y="428548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1.428</a:t>
            </a:r>
            <a:endParaRPr lang="en-US" sz="800" dirty="0"/>
          </a:p>
        </p:txBody>
      </p:sp>
      <p:sp>
        <p:nvSpPr>
          <p:cNvPr id="5180" name="Text 47"/>
          <p:cNvSpPr txBox="1"/>
          <p:nvPr/>
        </p:nvSpPr>
        <p:spPr>
          <a:xfrm>
            <a:off x="9286037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▼46%</a:t>
            </a:r>
            <a:endParaRPr lang="en-US" sz="680" dirty="0"/>
          </a:p>
        </p:txBody>
      </p:sp>
      <p:sp>
        <p:nvSpPr>
          <p:cNvPr id="5181" name="Shape 45"/>
          <p:cNvSpPr/>
          <p:nvPr/>
        </p:nvSpPr>
        <p:spPr>
          <a:xfrm>
            <a:off x="10246977" y="4506423"/>
            <a:ext cx="297979" cy="7167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82" name="Text 46"/>
          <p:cNvSpPr txBox="1"/>
          <p:nvPr/>
        </p:nvSpPr>
        <p:spPr>
          <a:xfrm>
            <a:off x="9995510" y="4332687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861</a:t>
            </a:r>
            <a:endParaRPr lang="en-US" sz="800" dirty="0"/>
          </a:p>
        </p:txBody>
      </p:sp>
      <p:sp>
        <p:nvSpPr>
          <p:cNvPr id="5183" name="Text 47"/>
          <p:cNvSpPr txBox="1"/>
          <p:nvPr/>
        </p:nvSpPr>
        <p:spPr>
          <a:xfrm>
            <a:off x="9995510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▼40%</a:t>
            </a:r>
            <a:endParaRPr lang="en-US" sz="680" dirty="0"/>
          </a:p>
        </p:txBody>
      </p:sp>
      <p:sp>
        <p:nvSpPr>
          <p:cNvPr id="5184" name="Shape 45"/>
          <p:cNvSpPr/>
          <p:nvPr/>
        </p:nvSpPr>
        <p:spPr>
          <a:xfrm>
            <a:off x="10956450" y="4508005"/>
            <a:ext cx="297979" cy="7009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85" name="Text 49"/>
          <p:cNvSpPr txBox="1"/>
          <p:nvPr/>
        </p:nvSpPr>
        <p:spPr>
          <a:xfrm>
            <a:off x="10704982" y="4334269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842</a:t>
            </a:r>
            <a:endParaRPr lang="en-US" sz="900" dirty="0"/>
          </a:p>
        </p:txBody>
      </p:sp>
      <p:sp>
        <p:nvSpPr>
          <p:cNvPr id="5186" name="Text 47"/>
          <p:cNvSpPr txBox="1"/>
          <p:nvPr/>
        </p:nvSpPr>
        <p:spPr>
          <a:xfrm>
            <a:off x="10704982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▼2%</a:t>
            </a:r>
            <a:endParaRPr lang="en-US" sz="680" dirty="0"/>
          </a:p>
        </p:txBody>
      </p:sp>
      <p:sp>
        <p:nvSpPr>
          <p:cNvPr id="5187" name="Shape 45"/>
          <p:cNvSpPr/>
          <p:nvPr/>
        </p:nvSpPr>
        <p:spPr>
          <a:xfrm>
            <a:off x="4914907" y="4992874"/>
            <a:ext cx="297979" cy="10338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88" name="Text 46"/>
          <p:cNvSpPr txBox="1"/>
          <p:nvPr/>
        </p:nvSpPr>
        <p:spPr>
          <a:xfrm>
            <a:off x="4663440" y="481913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881</a:t>
            </a:r>
            <a:endParaRPr lang="en-US" sz="800" dirty="0"/>
          </a:p>
        </p:txBody>
      </p:sp>
      <p:sp>
        <p:nvSpPr>
          <p:cNvPr id="5189" name="Text 47"/>
          <p:cNvSpPr txBox="1"/>
          <p:nvPr/>
        </p:nvSpPr>
        <p:spPr>
          <a:xfrm>
            <a:off x="4663440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▲17%</a:t>
            </a:r>
            <a:endParaRPr lang="en-US" sz="680" dirty="0"/>
          </a:p>
        </p:txBody>
      </p:sp>
      <p:sp>
        <p:nvSpPr>
          <p:cNvPr id="5190" name="Shape 45"/>
          <p:cNvSpPr/>
          <p:nvPr/>
        </p:nvSpPr>
        <p:spPr>
          <a:xfrm>
            <a:off x="5624380" y="497738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1" name="Text 46"/>
          <p:cNvSpPr txBox="1"/>
          <p:nvPr/>
        </p:nvSpPr>
        <p:spPr>
          <a:xfrm>
            <a:off x="5372913" y="48036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1.013</a:t>
            </a:r>
            <a:endParaRPr lang="en-US" sz="800" dirty="0"/>
          </a:p>
        </p:txBody>
      </p:sp>
      <p:sp>
        <p:nvSpPr>
          <p:cNvPr id="5192" name="Text 47"/>
          <p:cNvSpPr txBox="1"/>
          <p:nvPr/>
        </p:nvSpPr>
        <p:spPr>
          <a:xfrm>
            <a:off x="5372913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▲15%</a:t>
            </a:r>
            <a:endParaRPr lang="en-US" sz="680" dirty="0"/>
          </a:p>
        </p:txBody>
      </p:sp>
      <p:sp>
        <p:nvSpPr>
          <p:cNvPr id="5193" name="Shape 45"/>
          <p:cNvSpPr/>
          <p:nvPr/>
        </p:nvSpPr>
        <p:spPr>
          <a:xfrm>
            <a:off x="6333853" y="5001205"/>
            <a:ext cx="297979" cy="9505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94" name="Text 49"/>
          <p:cNvSpPr txBox="1"/>
          <p:nvPr/>
        </p:nvSpPr>
        <p:spPr>
          <a:xfrm>
            <a:off x="6082386" y="4827469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810</a:t>
            </a:r>
            <a:endParaRPr lang="en-US" sz="900" dirty="0"/>
          </a:p>
        </p:txBody>
      </p:sp>
      <p:sp>
        <p:nvSpPr>
          <p:cNvPr id="5195" name="Text 47"/>
          <p:cNvSpPr txBox="1"/>
          <p:nvPr/>
        </p:nvSpPr>
        <p:spPr>
          <a:xfrm>
            <a:off x="6082386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▼20%</a:t>
            </a:r>
            <a:endParaRPr lang="en-US" sz="680" dirty="0"/>
          </a:p>
        </p:txBody>
      </p:sp>
      <p:sp>
        <p:nvSpPr>
          <p:cNvPr id="5196" name="Shape 45"/>
          <p:cNvSpPr/>
          <p:nvPr/>
        </p:nvSpPr>
        <p:spPr>
          <a:xfrm>
            <a:off x="7226206" y="4985158"/>
            <a:ext cx="297979" cy="11109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7" name="Text 46"/>
          <p:cNvSpPr txBox="1"/>
          <p:nvPr/>
        </p:nvSpPr>
        <p:spPr>
          <a:xfrm>
            <a:off x="6974738" y="4811422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2.458</a:t>
            </a:r>
            <a:endParaRPr lang="en-US" sz="800" dirty="0"/>
          </a:p>
        </p:txBody>
      </p:sp>
      <p:sp>
        <p:nvSpPr>
          <p:cNvPr id="5198" name="Text 47"/>
          <p:cNvSpPr txBox="1"/>
          <p:nvPr/>
        </p:nvSpPr>
        <p:spPr>
          <a:xfrm>
            <a:off x="6974738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▲68%</a:t>
            </a:r>
            <a:endParaRPr lang="en-US" sz="680" dirty="0"/>
          </a:p>
        </p:txBody>
      </p:sp>
      <p:sp>
        <p:nvSpPr>
          <p:cNvPr id="5199" name="Shape 45"/>
          <p:cNvSpPr/>
          <p:nvPr/>
        </p:nvSpPr>
        <p:spPr>
          <a:xfrm>
            <a:off x="7935678" y="497738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0" name="Text 46"/>
          <p:cNvSpPr txBox="1"/>
          <p:nvPr/>
        </p:nvSpPr>
        <p:spPr>
          <a:xfrm>
            <a:off x="7684211" y="48036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2.630</a:t>
            </a:r>
            <a:endParaRPr lang="en-US" sz="800" dirty="0"/>
          </a:p>
        </p:txBody>
      </p:sp>
      <p:sp>
        <p:nvSpPr>
          <p:cNvPr id="5201" name="Text 47"/>
          <p:cNvSpPr txBox="1"/>
          <p:nvPr/>
        </p:nvSpPr>
        <p:spPr>
          <a:xfrm>
            <a:off x="7684211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▲7%</a:t>
            </a:r>
            <a:endParaRPr lang="en-US" sz="680" dirty="0"/>
          </a:p>
        </p:txBody>
      </p:sp>
      <p:sp>
        <p:nvSpPr>
          <p:cNvPr id="5202" name="Shape 45"/>
          <p:cNvSpPr/>
          <p:nvPr/>
        </p:nvSpPr>
        <p:spPr>
          <a:xfrm>
            <a:off x="8645151" y="5030492"/>
            <a:ext cx="297979" cy="6576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3" name="Text 49"/>
          <p:cNvSpPr txBox="1"/>
          <p:nvPr/>
        </p:nvSpPr>
        <p:spPr>
          <a:xfrm>
            <a:off x="8393684" y="485675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1.455</a:t>
            </a:r>
            <a:endParaRPr lang="en-US" sz="900" dirty="0"/>
          </a:p>
        </p:txBody>
      </p:sp>
      <p:sp>
        <p:nvSpPr>
          <p:cNvPr id="5204" name="Text 47"/>
          <p:cNvSpPr txBox="1"/>
          <p:nvPr/>
        </p:nvSpPr>
        <p:spPr>
          <a:xfrm>
            <a:off x="8393684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▼45%</a:t>
            </a:r>
            <a:endParaRPr lang="en-US" sz="680" dirty="0"/>
          </a:p>
        </p:txBody>
      </p:sp>
      <p:sp>
        <p:nvSpPr>
          <p:cNvPr id="5205" name="Shape 45"/>
          <p:cNvSpPr/>
          <p:nvPr/>
        </p:nvSpPr>
        <p:spPr>
          <a:xfrm>
            <a:off x="9537504" y="5009236"/>
            <a:ext cx="297979" cy="870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6" name="Text 46"/>
          <p:cNvSpPr txBox="1"/>
          <p:nvPr/>
        </p:nvSpPr>
        <p:spPr>
          <a:xfrm>
            <a:off x="9286037" y="4835500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948</a:t>
            </a:r>
            <a:endParaRPr lang="en-US" sz="800" dirty="0"/>
          </a:p>
        </p:txBody>
      </p:sp>
      <p:sp>
        <p:nvSpPr>
          <p:cNvPr id="5207" name="Text 47"/>
          <p:cNvSpPr txBox="1"/>
          <p:nvPr/>
        </p:nvSpPr>
        <p:spPr>
          <a:xfrm>
            <a:off x="9286037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▲82%</a:t>
            </a:r>
            <a:endParaRPr lang="en-US" sz="680" dirty="0"/>
          </a:p>
        </p:txBody>
      </p:sp>
      <p:sp>
        <p:nvSpPr>
          <p:cNvPr id="5208" name="Shape 45"/>
          <p:cNvSpPr/>
          <p:nvPr/>
        </p:nvSpPr>
        <p:spPr>
          <a:xfrm>
            <a:off x="10246977" y="497738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9" name="Text 46"/>
          <p:cNvSpPr txBox="1"/>
          <p:nvPr/>
        </p:nvSpPr>
        <p:spPr>
          <a:xfrm>
            <a:off x="9995510" y="48036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1.295</a:t>
            </a:r>
            <a:endParaRPr lang="en-US" sz="800" dirty="0"/>
          </a:p>
        </p:txBody>
      </p:sp>
      <p:sp>
        <p:nvSpPr>
          <p:cNvPr id="5210" name="Text 47"/>
          <p:cNvSpPr txBox="1"/>
          <p:nvPr/>
        </p:nvSpPr>
        <p:spPr>
          <a:xfrm>
            <a:off x="9995510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▲37%</a:t>
            </a:r>
            <a:endParaRPr lang="en-US" sz="680" dirty="0"/>
          </a:p>
        </p:txBody>
      </p:sp>
      <p:sp>
        <p:nvSpPr>
          <p:cNvPr id="5211" name="Shape 45"/>
          <p:cNvSpPr/>
          <p:nvPr/>
        </p:nvSpPr>
        <p:spPr>
          <a:xfrm>
            <a:off x="10956450" y="5041456"/>
            <a:ext cx="297979" cy="5480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12" name="Text 49"/>
          <p:cNvSpPr txBox="1"/>
          <p:nvPr/>
        </p:nvSpPr>
        <p:spPr>
          <a:xfrm>
            <a:off x="10704982" y="4867720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597</a:t>
            </a:r>
            <a:endParaRPr lang="en-US" sz="900" dirty="0"/>
          </a:p>
        </p:txBody>
      </p:sp>
      <p:sp>
        <p:nvSpPr>
          <p:cNvPr id="5213" name="Text 47"/>
          <p:cNvSpPr txBox="1"/>
          <p:nvPr/>
        </p:nvSpPr>
        <p:spPr>
          <a:xfrm>
            <a:off x="10704982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▼54%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Operasi Penanganan Karhutla yang Dilakukan per Tanggal 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184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personel darat,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61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armada udara, dan OMC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dengan hujan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provinsi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5806723"/>
            <a:ext cx="548640" cy="161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711677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" y="1508760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002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52144" y="13990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655064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5214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darat</a:t>
            </a:r>
            <a:endParaRPr lang="en-US" sz="6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0824" y="165506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20370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202082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6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9504" y="1655064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07238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288950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pesawat patroli/OMC</a:t>
            </a:r>
            <a:endParaRPr lang="en-US" sz="650" dirty="0"/>
          </a:p>
        </p:txBody>
      </p:sp>
      <p:sp>
        <p:nvSpPr>
          <p:cNvPr id="22" name="Shape 15"/>
          <p:cNvSpPr/>
          <p:nvPr/>
        </p:nvSpPr>
        <p:spPr>
          <a:xfrm>
            <a:off x="3749040" y="1417320"/>
            <a:ext cx="0" cy="566928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1440180"/>
            <a:ext cx="109728" cy="10972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986784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TNI</a:t>
            </a:r>
            <a:endParaRPr lang="en-US" sz="680" dirty="0"/>
          </a:p>
        </p:txBody>
      </p:sp>
      <p:sp>
        <p:nvSpPr>
          <p:cNvPr id="25" name="Text 17"/>
          <p:cNvSpPr txBox="1"/>
          <p:nvPr/>
        </p:nvSpPr>
        <p:spPr>
          <a:xfrm>
            <a:off x="3840480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13.396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1645920"/>
            <a:ext cx="109728" cy="10972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3986784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BPBD</a:t>
            </a:r>
            <a:endParaRPr lang="en-US" sz="680" dirty="0"/>
          </a:p>
        </p:txBody>
      </p:sp>
      <p:sp>
        <p:nvSpPr>
          <p:cNvPr id="28" name="Text 19"/>
          <p:cNvSpPr txBox="1"/>
          <p:nvPr/>
        </p:nvSpPr>
        <p:spPr>
          <a:xfrm>
            <a:off x="3840480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11.231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0" y="1851660"/>
            <a:ext cx="109728" cy="109728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3986784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Polri</a:t>
            </a:r>
            <a:endParaRPr lang="en-US" sz="680" dirty="0"/>
          </a:p>
        </p:txBody>
      </p:sp>
      <p:sp>
        <p:nvSpPr>
          <p:cNvPr id="31" name="Text 21"/>
          <p:cNvSpPr txBox="1"/>
          <p:nvPr/>
        </p:nvSpPr>
        <p:spPr>
          <a:xfrm>
            <a:off x="3840480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10.446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16%</a:t>
            </a:r>
            <a:endParaRPr lang="en-US" sz="12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4978" y="1440180"/>
            <a:ext cx="109728" cy="109728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5231282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Swasta</a:t>
            </a:r>
            <a:endParaRPr lang="en-US" sz="680" dirty="0"/>
          </a:p>
        </p:txBody>
      </p:sp>
      <p:sp>
        <p:nvSpPr>
          <p:cNvPr id="34" name="Text 23"/>
          <p:cNvSpPr txBox="1"/>
          <p:nvPr/>
        </p:nvSpPr>
        <p:spPr>
          <a:xfrm>
            <a:off x="5084978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8.950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14%</a:t>
            </a:r>
            <a:endParaRPr lang="en-US" sz="12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4978" y="1645920"/>
            <a:ext cx="109728" cy="109728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5231282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Relawan</a:t>
            </a:r>
            <a:endParaRPr lang="en-US" sz="680" dirty="0"/>
          </a:p>
        </p:txBody>
      </p:sp>
      <p:sp>
        <p:nvSpPr>
          <p:cNvPr id="37" name="Text 25"/>
          <p:cNvSpPr txBox="1"/>
          <p:nvPr/>
        </p:nvSpPr>
        <p:spPr>
          <a:xfrm>
            <a:off x="5084978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8.201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13%</a:t>
            </a:r>
            <a:endParaRPr lang="en-US" sz="12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84978" y="1851660"/>
            <a:ext cx="109728" cy="109728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5231282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Pemda</a:t>
            </a:r>
            <a:endParaRPr lang="en-US" sz="680" dirty="0"/>
          </a:p>
        </p:txBody>
      </p:sp>
      <p:sp>
        <p:nvSpPr>
          <p:cNvPr id="40" name="Text 27"/>
          <p:cNvSpPr txBox="1"/>
          <p:nvPr/>
        </p:nvSpPr>
        <p:spPr>
          <a:xfrm>
            <a:off x="5084978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4.767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7%</a:t>
            </a:r>
            <a:endParaRPr lang="en-US" sz="12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9477" y="1440180"/>
            <a:ext cx="109728" cy="109728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6475781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MPA</a:t>
            </a:r>
            <a:endParaRPr lang="en-US" sz="680" dirty="0"/>
          </a:p>
        </p:txBody>
      </p:sp>
      <p:sp>
        <p:nvSpPr>
          <p:cNvPr id="43" name="Text 29"/>
          <p:cNvSpPr txBox="1"/>
          <p:nvPr/>
        </p:nvSpPr>
        <p:spPr>
          <a:xfrm>
            <a:off x="6329477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4.749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7%</a:t>
            </a:r>
            <a:endParaRPr lang="en-US" sz="120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9477" y="1645920"/>
            <a:ext cx="109728" cy="109728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6475781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Kehutanan</a:t>
            </a:r>
            <a:endParaRPr lang="en-US" sz="680" dirty="0"/>
          </a:p>
        </p:txBody>
      </p:sp>
      <p:sp>
        <p:nvSpPr>
          <p:cNvPr id="46" name="Text 31"/>
          <p:cNvSpPr txBox="1"/>
          <p:nvPr/>
        </p:nvSpPr>
        <p:spPr>
          <a:xfrm>
            <a:off x="6329477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2.031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3%</a:t>
            </a:r>
            <a:endParaRPr lang="en-US" sz="1200" dirty="0"/>
          </a:p>
        </p:txBody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9477" y="1851660"/>
            <a:ext cx="109728" cy="109728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6475781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M. Agni</a:t>
            </a:r>
            <a:endParaRPr lang="en-US" sz="680" dirty="0"/>
          </a:p>
        </p:txBody>
      </p:sp>
      <p:sp>
        <p:nvSpPr>
          <p:cNvPr id="49" name="Text 33"/>
          <p:cNvSpPr txBox="1"/>
          <p:nvPr/>
        </p:nvSpPr>
        <p:spPr>
          <a:xfrm>
            <a:off x="6329477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1.758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3%</a:t>
            </a:r>
            <a:endParaRPr lang="en-US" sz="1200" dirty="0"/>
          </a:p>
        </p:txBody>
      </p:sp>
      <p:sp>
        <p:nvSpPr>
          <p:cNvPr id="50" name="Shape 34"/>
          <p:cNvSpPr/>
          <p:nvPr/>
        </p:nvSpPr>
        <p:spPr>
          <a:xfrm>
            <a:off x="7802575" y="132588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51" name="Text 35"/>
          <p:cNvSpPr txBox="1"/>
          <p:nvPr/>
        </p:nvSpPr>
        <p:spPr>
          <a:xfrm>
            <a:off x="7948879" y="13898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PER PROVINSI</a:t>
            </a:r>
            <a:endParaRPr lang="en-US" sz="650" dirty="0"/>
          </a:p>
        </p:txBody>
      </p:sp>
      <p:sp>
        <p:nvSpPr>
          <p:cNvPr id="52" name="Shape 36"/>
          <p:cNvSpPr/>
          <p:nvPr/>
        </p:nvSpPr>
        <p:spPr>
          <a:xfrm>
            <a:off x="794887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E6EAF0"/>
          </a:solidFill>
          <a:ln/>
        </p:spPr>
      </p:sp>
      <p:sp>
        <p:nvSpPr>
          <p:cNvPr id="53" name="Text 37"/>
          <p:cNvSpPr txBox="1"/>
          <p:nvPr/>
        </p:nvSpPr>
        <p:spPr>
          <a:xfrm>
            <a:off x="802203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Kalteng</a:t>
            </a:r>
            <a:endParaRPr lang="en-US" sz="700" dirty="0"/>
          </a:p>
        </p:txBody>
      </p:sp>
      <p:sp>
        <p:nvSpPr>
          <p:cNvPr id="54" name="Text 38"/>
          <p:cNvSpPr txBox="1"/>
          <p:nvPr/>
        </p:nvSpPr>
        <p:spPr>
          <a:xfrm>
            <a:off x="840607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16.387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23%</a:t>
            </a:r>
            <a:endParaRPr lang="en-US" sz="1200" dirty="0"/>
          </a:p>
        </p:txBody>
      </p:sp>
      <p:sp>
        <p:nvSpPr>
          <p:cNvPr id="55" name="Shape 39"/>
          <p:cNvSpPr/>
          <p:nvPr/>
        </p:nvSpPr>
        <p:spPr>
          <a:xfrm>
            <a:off x="915283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6" name="Text 40"/>
          <p:cNvSpPr txBox="1"/>
          <p:nvPr/>
        </p:nvSpPr>
        <p:spPr>
          <a:xfrm>
            <a:off x="922599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700" dirty="0"/>
          </a:p>
        </p:txBody>
      </p:sp>
      <p:sp>
        <p:nvSpPr>
          <p:cNvPr id="57" name="Text 41"/>
          <p:cNvSpPr txBox="1"/>
          <p:nvPr/>
        </p:nvSpPr>
        <p:spPr>
          <a:xfrm>
            <a:off x="961003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14.837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21%</a:t>
            </a:r>
            <a:endParaRPr lang="en-US" sz="1200" dirty="0"/>
          </a:p>
        </p:txBody>
      </p:sp>
      <p:sp>
        <p:nvSpPr>
          <p:cNvPr id="58" name="Shape 42"/>
          <p:cNvSpPr/>
          <p:nvPr/>
        </p:nvSpPr>
        <p:spPr>
          <a:xfrm>
            <a:off x="1035679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9" name="Text 43"/>
          <p:cNvSpPr txBox="1"/>
          <p:nvPr/>
        </p:nvSpPr>
        <p:spPr>
          <a:xfrm>
            <a:off x="1042995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Kalbar</a:t>
            </a:r>
            <a:endParaRPr lang="en-US" sz="700" dirty="0"/>
          </a:p>
        </p:txBody>
      </p:sp>
      <p:sp>
        <p:nvSpPr>
          <p:cNvPr id="60" name="Text 44"/>
          <p:cNvSpPr txBox="1"/>
          <p:nvPr/>
        </p:nvSpPr>
        <p:spPr>
          <a:xfrm>
            <a:off x="1081399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14.458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sp>
        <p:nvSpPr>
          <p:cNvPr id="61" name="Shape 45"/>
          <p:cNvSpPr/>
          <p:nvPr/>
        </p:nvSpPr>
        <p:spPr>
          <a:xfrm>
            <a:off x="794887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2" name="Text 46"/>
          <p:cNvSpPr txBox="1"/>
          <p:nvPr/>
        </p:nvSpPr>
        <p:spPr>
          <a:xfrm>
            <a:off x="802203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Sumsel</a:t>
            </a:r>
            <a:endParaRPr lang="en-US" sz="700" dirty="0"/>
          </a:p>
        </p:txBody>
      </p:sp>
      <p:sp>
        <p:nvSpPr>
          <p:cNvPr id="63" name="Text 47"/>
          <p:cNvSpPr txBox="1"/>
          <p:nvPr/>
        </p:nvSpPr>
        <p:spPr>
          <a:xfrm>
            <a:off x="840607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12.285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sp>
        <p:nvSpPr>
          <p:cNvPr id="64" name="Shape 48"/>
          <p:cNvSpPr/>
          <p:nvPr/>
        </p:nvSpPr>
        <p:spPr>
          <a:xfrm>
            <a:off x="915283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5" name="Text 49"/>
          <p:cNvSpPr txBox="1"/>
          <p:nvPr/>
        </p:nvSpPr>
        <p:spPr>
          <a:xfrm>
            <a:off x="922599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Kalsel</a:t>
            </a:r>
            <a:endParaRPr lang="en-US" sz="700" dirty="0"/>
          </a:p>
        </p:txBody>
      </p:sp>
      <p:sp>
        <p:nvSpPr>
          <p:cNvPr id="66" name="Text 50"/>
          <p:cNvSpPr txBox="1"/>
          <p:nvPr/>
        </p:nvSpPr>
        <p:spPr>
          <a:xfrm>
            <a:off x="961003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7.927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11%</a:t>
            </a:r>
            <a:endParaRPr lang="en-US" sz="1200" dirty="0"/>
          </a:p>
        </p:txBody>
      </p:sp>
      <p:sp>
        <p:nvSpPr>
          <p:cNvPr id="67" name="Shape 51"/>
          <p:cNvSpPr/>
          <p:nvPr/>
        </p:nvSpPr>
        <p:spPr>
          <a:xfrm>
            <a:off x="1035679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8" name="Text 52"/>
          <p:cNvSpPr txBox="1"/>
          <p:nvPr/>
        </p:nvSpPr>
        <p:spPr>
          <a:xfrm>
            <a:off x="1042995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700" dirty="0"/>
          </a:p>
        </p:txBody>
      </p:sp>
      <p:sp>
        <p:nvSpPr>
          <p:cNvPr id="69" name="Text 53"/>
          <p:cNvSpPr txBox="1"/>
          <p:nvPr/>
        </p:nvSpPr>
        <p:spPr>
          <a:xfrm>
            <a:off x="1081399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5.984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8%</a:t>
            </a:r>
            <a:endParaRPr lang="en-US" sz="1200" dirty="0"/>
          </a:p>
        </p:txBody>
      </p:sp>
      <p:sp>
        <p:nvSpPr>
          <p:cNvPr id="70" name="Shape 54"/>
          <p:cNvSpPr/>
          <p:nvPr/>
        </p:nvSpPr>
        <p:spPr>
          <a:xfrm>
            <a:off x="548640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71" name="Shape 55"/>
          <p:cNvSpPr/>
          <p:nvPr/>
        </p:nvSpPr>
        <p:spPr>
          <a:xfrm>
            <a:off x="676656" y="2304288"/>
            <a:ext cx="329184" cy="329184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9808" y="2377440"/>
            <a:ext cx="182880" cy="182880"/>
          </a:xfrm>
          <a:prstGeom prst="rect">
            <a:avLst/>
          </a:prstGeom>
        </p:spPr>
      </p:pic>
      <p:sp>
        <p:nvSpPr>
          <p:cNvPr id="73" name="Text 56"/>
          <p:cNvSpPr txBox="1"/>
          <p:nvPr/>
        </p:nvSpPr>
        <p:spPr>
          <a:xfrm>
            <a:off x="1097280" y="2304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MODIFIKASI CUACA</a:t>
            </a:r>
            <a:endParaRPr lang="en-US" sz="1440" dirty="0"/>
          </a:p>
        </p:txBody>
      </p:sp>
      <p:sp>
        <p:nvSpPr>
          <p:cNvPr id="74" name="Shape 57"/>
          <p:cNvSpPr/>
          <p:nvPr/>
        </p:nvSpPr>
        <p:spPr>
          <a:xfrm>
            <a:off x="676656" y="2688336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5" name="Shape 58"/>
          <p:cNvSpPr/>
          <p:nvPr/>
        </p:nvSpPr>
        <p:spPr>
          <a:xfrm>
            <a:off x="676656" y="2734056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7804" y="2775204"/>
            <a:ext cx="118872" cy="118872"/>
          </a:xfrm>
          <a:prstGeom prst="rect">
            <a:avLst/>
          </a:prstGeom>
        </p:spPr>
      </p:pic>
      <p:sp>
        <p:nvSpPr>
          <p:cNvPr id="77" name="Text 59"/>
          <p:cNvSpPr txBox="1"/>
          <p:nvPr/>
        </p:nvSpPr>
        <p:spPr>
          <a:xfrm>
            <a:off x="932688" y="2743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SETELAH OMC</a:t>
            </a:r>
            <a:endParaRPr lang="en-US" sz="840" dirty="0"/>
          </a:p>
        </p:txBody>
      </p:sp>
      <p:sp>
        <p:nvSpPr>
          <p:cNvPr id="78" name="Shape 60"/>
          <p:cNvSpPr/>
          <p:nvPr/>
        </p:nvSpPr>
        <p:spPr>
          <a:xfrm>
            <a:off x="2536546" y="2752344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2536546" y="2752344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Okt</a:t>
            </a:r>
            <a:endParaRPr lang="en-US" sz="792" dirty="0"/>
          </a:p>
        </p:txBody>
      </p:sp>
      <p:sp>
        <p:nvSpPr>
          <p:cNvPr id="80" name="Shape 62"/>
          <p:cNvSpPr/>
          <p:nvPr/>
        </p:nvSpPr>
        <p:spPr>
          <a:xfrm>
            <a:off x="4628236" y="2752344"/>
            <a:ext cx="1271016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81" name="Text 63"/>
          <p:cNvSpPr txBox="1"/>
          <p:nvPr/>
        </p:nvSpPr>
        <p:spPr>
          <a:xfrm>
            <a:off x="4628236" y="2752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dari 4 provinsi hujan</a:t>
            </a:r>
            <a:endParaRPr lang="en-US" sz="792" dirty="0"/>
          </a:p>
        </p:txBody>
      </p:sp>
      <p:sp>
        <p:nvSpPr>
          <p:cNvPr id="82" name="Text 64"/>
          <p:cNvSpPr txBox="1"/>
          <p:nvPr/>
        </p:nvSpPr>
        <p:spPr>
          <a:xfrm>
            <a:off x="2027869" y="296265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SASARAN OMC</a:t>
            </a:r>
            <a:endParaRPr lang="en-US" sz="720" dirty="0"/>
          </a:p>
        </p:txBody>
      </p:sp>
      <p:sp>
        <p:nvSpPr>
          <p:cNvPr id="83" name="Text 65"/>
          <p:cNvSpPr txBox="1"/>
          <p:nvPr/>
        </p:nvSpPr>
        <p:spPr>
          <a:xfrm>
            <a:off x="3561885" y="296265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84" name="Shape 66"/>
          <p:cNvSpPr/>
          <p:nvPr/>
        </p:nvSpPr>
        <p:spPr>
          <a:xfrm>
            <a:off x="676656" y="3294126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85" name="Text 67"/>
          <p:cNvSpPr txBox="1"/>
          <p:nvPr/>
        </p:nvSpPr>
        <p:spPr>
          <a:xfrm>
            <a:off x="795528" y="310896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60" dirty="0"/>
          </a:p>
        </p:txBody>
      </p:sp>
      <p:sp>
        <p:nvSpPr>
          <p:cNvPr id="86" name="Text 68"/>
          <p:cNvSpPr txBox="1"/>
          <p:nvPr/>
        </p:nvSpPr>
        <p:spPr>
          <a:xfrm>
            <a:off x="2027869" y="310896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Sekadau, Ketapang, Sintang</a:t>
            </a:r>
            <a:endParaRPr lang="en-US" sz="864" dirty="0"/>
          </a:p>
        </p:txBody>
      </p:sp>
      <p:sp>
        <p:nvSpPr>
          <p:cNvPr id="87" name="Shape 69"/>
          <p:cNvSpPr/>
          <p:nvPr/>
        </p:nvSpPr>
        <p:spPr>
          <a:xfrm>
            <a:off x="3561885" y="3170682"/>
            <a:ext cx="1498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88" name="Text 70"/>
          <p:cNvSpPr txBox="1"/>
          <p:nvPr/>
        </p:nvSpPr>
        <p:spPr>
          <a:xfrm>
            <a:off x="3561885" y="3170682"/>
            <a:ext cx="149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RINGAN–SEDANG</a:t>
            </a:r>
            <a:endParaRPr lang="en-US" sz="756" dirty="0"/>
          </a:p>
        </p:txBody>
      </p:sp>
      <p:sp>
        <p:nvSpPr>
          <p:cNvPr id="89" name="Text 71"/>
          <p:cNvSpPr txBox="1"/>
          <p:nvPr/>
        </p:nvSpPr>
        <p:spPr>
          <a:xfrm>
            <a:off x="3561885" y="333527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kabupaten, termasuk 3 sasaran</a:t>
            </a:r>
            <a:endParaRPr lang="en-US" sz="840" dirty="0"/>
          </a:p>
        </p:txBody>
      </p:sp>
      <p:sp>
        <p:nvSpPr>
          <p:cNvPr id="90" name="Shape 72"/>
          <p:cNvSpPr/>
          <p:nvPr/>
        </p:nvSpPr>
        <p:spPr>
          <a:xfrm>
            <a:off x="676656" y="3737610"/>
            <a:ext cx="73152" cy="73152"/>
          </a:xfrm>
          <a:prstGeom prst="ellipse">
            <a:avLst/>
          </a:prstGeom>
          <a:solidFill>
            <a:srgbClr val="C4CAD3"/>
          </a:solidFill>
          <a:ln/>
        </p:spPr>
      </p:sp>
      <p:sp>
        <p:nvSpPr>
          <p:cNvPr id="91" name="Text 73"/>
          <p:cNvSpPr txBox="1"/>
          <p:nvPr/>
        </p:nvSpPr>
        <p:spPr>
          <a:xfrm>
            <a:off x="795528" y="3552444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92" name="Text 74"/>
          <p:cNvSpPr txBox="1"/>
          <p:nvPr/>
        </p:nvSpPr>
        <p:spPr>
          <a:xfrm>
            <a:off x="2027869" y="3552444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Katingan, Kotim, Kobar, Seruyan, Palangka Raya</a:t>
            </a:r>
            <a:endParaRPr lang="en-US" sz="864" dirty="0"/>
          </a:p>
        </p:txBody>
      </p:sp>
      <p:sp>
        <p:nvSpPr>
          <p:cNvPr id="105" name="Shape 87"/>
          <p:cNvSpPr/>
          <p:nvPr/>
        </p:nvSpPr>
        <p:spPr>
          <a:xfrm>
            <a:off x="3561885" y="3614166"/>
            <a:ext cx="925373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06" name="Text 88"/>
          <p:cNvSpPr txBox="1"/>
          <p:nvPr/>
        </p:nvSpPr>
        <p:spPr>
          <a:xfrm>
            <a:off x="3561885" y="3614166"/>
            <a:ext cx="92537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HUJAN</a:t>
            </a:r>
            <a:endParaRPr lang="en-US" sz="756" dirty="0"/>
          </a:p>
        </p:txBody>
      </p:sp>
      <p:sp>
        <p:nvSpPr>
          <p:cNvPr id="95" name="Text 77"/>
          <p:cNvSpPr txBox="1"/>
          <p:nvPr/>
        </p:nvSpPr>
        <p:spPr>
          <a:xfrm>
            <a:off x="3561885" y="3778758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ada laporan hujan 23 Okt</a:t>
            </a:r>
            <a:endParaRPr lang="en-US" sz="840" dirty="0"/>
          </a:p>
        </p:txBody>
      </p:sp>
      <p:sp>
        <p:nvSpPr>
          <p:cNvPr id="96" name="Shape 78"/>
          <p:cNvSpPr/>
          <p:nvPr/>
        </p:nvSpPr>
        <p:spPr>
          <a:xfrm>
            <a:off x="676656" y="4181094"/>
            <a:ext cx="73152" cy="73152"/>
          </a:xfrm>
          <a:prstGeom prst="ellipse">
            <a:avLst/>
          </a:prstGeom>
          <a:solidFill>
            <a:srgbClr val="C4CAD3"/>
          </a:solidFill>
          <a:ln/>
        </p:spPr>
      </p:sp>
      <p:sp>
        <p:nvSpPr>
          <p:cNvPr id="97" name="Text 79"/>
          <p:cNvSpPr txBox="1"/>
          <p:nvPr/>
        </p:nvSpPr>
        <p:spPr>
          <a:xfrm>
            <a:off x="795528" y="3995928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98" name="Text 80"/>
          <p:cNvSpPr txBox="1"/>
          <p:nvPr/>
        </p:nvSpPr>
        <p:spPr>
          <a:xfrm>
            <a:off x="2027869" y="3995928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Palembang, Banyuasin, OKI</a:t>
            </a:r>
            <a:endParaRPr lang="en-US" sz="864" dirty="0"/>
          </a:p>
        </p:txBody>
      </p:sp>
      <p:sp>
        <p:nvSpPr>
          <p:cNvPr id="99" name="Shape 87"/>
          <p:cNvSpPr/>
          <p:nvPr/>
        </p:nvSpPr>
        <p:spPr>
          <a:xfrm>
            <a:off x="3561885" y="4057650"/>
            <a:ext cx="925373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00" name="Text 88"/>
          <p:cNvSpPr txBox="1"/>
          <p:nvPr/>
        </p:nvSpPr>
        <p:spPr>
          <a:xfrm>
            <a:off x="3561885" y="4057650"/>
            <a:ext cx="92537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HUJAN</a:t>
            </a:r>
            <a:endParaRPr lang="en-US" sz="756" dirty="0"/>
          </a:p>
        </p:txBody>
      </p:sp>
      <p:sp>
        <p:nvSpPr>
          <p:cNvPr id="101" name="Text 83"/>
          <p:cNvSpPr txBox="1"/>
          <p:nvPr/>
        </p:nvSpPr>
        <p:spPr>
          <a:xfrm>
            <a:off x="3561885" y="4222242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ada laporan hujan 23 Okt</a:t>
            </a:r>
            <a:endParaRPr lang="en-US" sz="840" dirty="0"/>
          </a:p>
        </p:txBody>
      </p:sp>
      <p:sp>
        <p:nvSpPr>
          <p:cNvPr id="102" name="Shape 84"/>
          <p:cNvSpPr/>
          <p:nvPr/>
        </p:nvSpPr>
        <p:spPr>
          <a:xfrm>
            <a:off x="676656" y="4624578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103" name="Text 85"/>
          <p:cNvSpPr txBox="1"/>
          <p:nvPr/>
        </p:nvSpPr>
        <p:spPr>
          <a:xfrm>
            <a:off x="795528" y="4439412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60" dirty="0"/>
          </a:p>
        </p:txBody>
      </p:sp>
      <p:sp>
        <p:nvSpPr>
          <p:cNvPr id="104" name="Text 86"/>
          <p:cNvSpPr txBox="1"/>
          <p:nvPr/>
        </p:nvSpPr>
        <p:spPr>
          <a:xfrm>
            <a:off x="2027869" y="4439412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Kotabaru, Tanah Bumbu, Tanah Laut</a:t>
            </a:r>
            <a:endParaRPr lang="en-US" sz="864" dirty="0"/>
          </a:p>
        </p:txBody>
      </p:sp>
      <p:sp>
        <p:nvSpPr>
          <p:cNvPr id="93" name="Shape 75"/>
          <p:cNvSpPr/>
          <p:nvPr/>
        </p:nvSpPr>
        <p:spPr>
          <a:xfrm>
            <a:off x="3561885" y="4501134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94" name="Text 76"/>
          <p:cNvSpPr txBox="1"/>
          <p:nvPr/>
        </p:nvSpPr>
        <p:spPr>
          <a:xfrm>
            <a:off x="3561885" y="4501134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07" name="Text 89"/>
          <p:cNvSpPr txBox="1"/>
          <p:nvPr/>
        </p:nvSpPr>
        <p:spPr>
          <a:xfrm>
            <a:off x="3561885" y="4665726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Kotabaru, 23 Okt</a:t>
            </a:r>
            <a:endParaRPr lang="en-US" sz="840" dirty="0"/>
          </a:p>
        </p:txBody>
      </p:sp>
      <p:sp>
        <p:nvSpPr>
          <p:cNvPr id="108" name="Shape 90"/>
          <p:cNvSpPr/>
          <p:nvPr/>
        </p:nvSpPr>
        <p:spPr>
          <a:xfrm>
            <a:off x="676656" y="4919472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09" name="Shape 91"/>
          <p:cNvSpPr/>
          <p:nvPr/>
        </p:nvSpPr>
        <p:spPr>
          <a:xfrm>
            <a:off x="676656" y="4965192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7804" y="5006340"/>
            <a:ext cx="118872" cy="118872"/>
          </a:xfrm>
          <a:prstGeom prst="rect">
            <a:avLst/>
          </a:prstGeom>
        </p:spPr>
      </p:pic>
      <p:sp>
        <p:nvSpPr>
          <p:cNvPr id="111" name="Text 92"/>
          <p:cNvSpPr txBox="1"/>
          <p:nvPr/>
        </p:nvSpPr>
        <p:spPr>
          <a:xfrm>
            <a:off x="932688" y="49743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SEMAI OMC</a:t>
            </a:r>
            <a:endParaRPr lang="en-US" sz="840" dirty="0"/>
          </a:p>
        </p:txBody>
      </p:sp>
      <p:sp>
        <p:nvSpPr>
          <p:cNvPr id="112" name="Shape 93"/>
          <p:cNvSpPr/>
          <p:nvPr/>
        </p:nvSpPr>
        <p:spPr>
          <a:xfrm>
            <a:off x="2185416" y="4983480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13" name="Text 94"/>
          <p:cNvSpPr txBox="1"/>
          <p:nvPr/>
        </p:nvSpPr>
        <p:spPr>
          <a:xfrm>
            <a:off x="2185416" y="4983480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Okt</a:t>
            </a:r>
            <a:endParaRPr lang="en-US" sz="792" dirty="0"/>
          </a:p>
        </p:txBody>
      </p:sp>
      <p:sp>
        <p:nvSpPr>
          <p:cNvPr id="114" name="Shape 95"/>
          <p:cNvSpPr/>
          <p:nvPr/>
        </p:nvSpPr>
        <p:spPr>
          <a:xfrm>
            <a:off x="4389252" y="4983480"/>
            <a:ext cx="1510000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15" name="Text 96"/>
          <p:cNvSpPr txBox="1"/>
          <p:nvPr/>
        </p:nvSpPr>
        <p:spPr>
          <a:xfrm>
            <a:off x="4389252" y="4983480"/>
            <a:ext cx="151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 sortie, 14.300 kg</a:t>
            </a:r>
            <a:endParaRPr lang="en-US" sz="792" dirty="0"/>
          </a:p>
        </p:txBody>
      </p:sp>
      <p:sp>
        <p:nvSpPr>
          <p:cNvPr id="116" name="Text 97"/>
          <p:cNvSpPr txBox="1"/>
          <p:nvPr/>
        </p:nvSpPr>
        <p:spPr>
          <a:xfrm>
            <a:off x="2027869" y="519379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DRY ICE + NaCl</a:t>
            </a:r>
            <a:endParaRPr lang="en-US" sz="720" dirty="0"/>
          </a:p>
        </p:txBody>
      </p:sp>
      <p:sp>
        <p:nvSpPr>
          <p:cNvPr id="117" name="Text 98"/>
          <p:cNvSpPr txBox="1"/>
          <p:nvPr/>
        </p:nvSpPr>
        <p:spPr>
          <a:xfrm>
            <a:off x="3561885" y="51937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118" name="Shape 99"/>
          <p:cNvSpPr/>
          <p:nvPr/>
        </p:nvSpPr>
        <p:spPr>
          <a:xfrm>
            <a:off x="676656" y="5525262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19" name="Text 100"/>
          <p:cNvSpPr txBox="1"/>
          <p:nvPr/>
        </p:nvSpPr>
        <p:spPr>
          <a:xfrm>
            <a:off x="795528" y="534009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120" name="Text 101"/>
          <p:cNvSpPr txBox="1"/>
          <p:nvPr/>
        </p:nvSpPr>
        <p:spPr>
          <a:xfrm>
            <a:off x="2027869" y="534009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7.200 kg</a:t>
            </a:r>
            <a:endParaRPr lang="en-US" sz="864" dirty="0"/>
          </a:p>
        </p:txBody>
      </p:sp>
      <p:sp>
        <p:nvSpPr>
          <p:cNvPr id="121" name="Shape 102"/>
          <p:cNvSpPr/>
          <p:nvPr/>
        </p:nvSpPr>
        <p:spPr>
          <a:xfrm>
            <a:off x="3561885" y="5401818"/>
            <a:ext cx="922000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22" name="Text 103"/>
          <p:cNvSpPr txBox="1"/>
          <p:nvPr/>
        </p:nvSpPr>
        <p:spPr>
          <a:xfrm>
            <a:off x="3561885" y="5401818"/>
            <a:ext cx="92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HUJAN</a:t>
            </a:r>
            <a:endParaRPr lang="en-US" sz="756" dirty="0"/>
          </a:p>
        </p:txBody>
      </p:sp>
      <p:sp>
        <p:nvSpPr>
          <p:cNvPr id="123" name="Text 104"/>
          <p:cNvSpPr txBox="1"/>
          <p:nvPr/>
        </p:nvSpPr>
        <p:spPr>
          <a:xfrm>
            <a:off x="3561885" y="556641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NaCl 2.000 kg, dry ice 5.200 kg</a:t>
            </a:r>
            <a:endParaRPr lang="en-US" sz="840" dirty="0"/>
          </a:p>
        </p:txBody>
      </p:sp>
      <p:sp>
        <p:nvSpPr>
          <p:cNvPr id="124" name="Shape 105"/>
          <p:cNvSpPr/>
          <p:nvPr/>
        </p:nvSpPr>
        <p:spPr>
          <a:xfrm>
            <a:off x="2649661" y="5479542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25" name="Text 106"/>
          <p:cNvSpPr txBox="1"/>
          <p:nvPr/>
        </p:nvSpPr>
        <p:spPr>
          <a:xfrm>
            <a:off x="2649661" y="547954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sortie</a:t>
            </a:r>
            <a:endParaRPr lang="en-US" sz="792" dirty="0"/>
          </a:p>
        </p:txBody>
      </p:sp>
      <p:sp>
        <p:nvSpPr>
          <p:cNvPr id="126" name="Shape 107"/>
          <p:cNvSpPr/>
          <p:nvPr/>
        </p:nvSpPr>
        <p:spPr>
          <a:xfrm>
            <a:off x="676656" y="5968746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27" name="Text 108"/>
          <p:cNvSpPr txBox="1"/>
          <p:nvPr/>
        </p:nvSpPr>
        <p:spPr>
          <a:xfrm>
            <a:off x="795528" y="578358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128" name="Text 109"/>
          <p:cNvSpPr txBox="1"/>
          <p:nvPr/>
        </p:nvSpPr>
        <p:spPr>
          <a:xfrm>
            <a:off x="2027869" y="578358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7.100 kg</a:t>
            </a:r>
            <a:endParaRPr lang="en-US" sz="864" dirty="0"/>
          </a:p>
        </p:txBody>
      </p:sp>
      <p:sp>
        <p:nvSpPr>
          <p:cNvPr id="129" name="Shape 110"/>
          <p:cNvSpPr/>
          <p:nvPr/>
        </p:nvSpPr>
        <p:spPr>
          <a:xfrm>
            <a:off x="3561885" y="5845302"/>
            <a:ext cx="138623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30" name="Text 111"/>
          <p:cNvSpPr txBox="1"/>
          <p:nvPr/>
        </p:nvSpPr>
        <p:spPr>
          <a:xfrm>
            <a:off x="3561885" y="5845302"/>
            <a:ext cx="138623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JARAK PANDANG NAIK</a:t>
            </a:r>
            <a:endParaRPr lang="en-US" sz="756" dirty="0"/>
          </a:p>
        </p:txBody>
      </p:sp>
      <p:sp>
        <p:nvSpPr>
          <p:cNvPr id="131" name="Text 112"/>
          <p:cNvSpPr txBox="1"/>
          <p:nvPr/>
        </p:nvSpPr>
        <p:spPr>
          <a:xfrm>
            <a:off x="3561885" y="600989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membaik menjelang siang</a:t>
            </a:r>
            <a:endParaRPr lang="en-US" sz="840" dirty="0"/>
          </a:p>
        </p:txBody>
      </p:sp>
      <p:sp>
        <p:nvSpPr>
          <p:cNvPr id="132" name="Shape 113"/>
          <p:cNvSpPr/>
          <p:nvPr/>
        </p:nvSpPr>
        <p:spPr>
          <a:xfrm>
            <a:off x="2649661" y="5923026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3" name="Text 114"/>
          <p:cNvSpPr txBox="1"/>
          <p:nvPr/>
        </p:nvSpPr>
        <p:spPr>
          <a:xfrm>
            <a:off x="2649661" y="592302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sortie</a:t>
            </a:r>
            <a:endParaRPr lang="en-US" sz="792" dirty="0"/>
          </a:p>
        </p:txBody>
      </p:sp>
      <p:sp>
        <p:nvSpPr>
          <p:cNvPr id="134" name="Shape 115"/>
          <p:cNvSpPr/>
          <p:nvPr/>
        </p:nvSpPr>
        <p:spPr>
          <a:xfrm>
            <a:off x="6164428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35" name="Shape 116"/>
          <p:cNvSpPr/>
          <p:nvPr/>
        </p:nvSpPr>
        <p:spPr>
          <a:xfrm>
            <a:off x="6292444" y="2340864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3884" y="2432304"/>
            <a:ext cx="201168" cy="201168"/>
          </a:xfrm>
          <a:prstGeom prst="rect">
            <a:avLst/>
          </a:prstGeom>
        </p:spPr>
      </p:pic>
      <p:sp>
        <p:nvSpPr>
          <p:cNvPr id="137" name="Text 117"/>
          <p:cNvSpPr txBox="1"/>
          <p:nvPr/>
        </p:nvSpPr>
        <p:spPr>
          <a:xfrm>
            <a:off x="6786220" y="23225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ARMADA UDARA</a:t>
            </a:r>
            <a:endParaRPr lang="en-US" sz="750" dirty="0"/>
          </a:p>
        </p:txBody>
      </p:sp>
      <p:sp>
        <p:nvSpPr>
          <p:cNvPr id="138" name="Shape 118"/>
          <p:cNvSpPr/>
          <p:nvPr/>
        </p:nvSpPr>
        <p:spPr>
          <a:xfrm>
            <a:off x="7792060" y="2327148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9" name="Text 119"/>
          <p:cNvSpPr txBox="1"/>
          <p:nvPr/>
        </p:nvSpPr>
        <p:spPr>
          <a:xfrm>
            <a:off x="7792060" y="232714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Okt</a:t>
            </a:r>
            <a:endParaRPr lang="en-US" sz="680" dirty="0"/>
          </a:p>
        </p:txBody>
      </p:sp>
      <p:sp>
        <p:nvSpPr>
          <p:cNvPr id="140" name="Text 120"/>
          <p:cNvSpPr txBox="1"/>
          <p:nvPr/>
        </p:nvSpPr>
        <p:spPr>
          <a:xfrm>
            <a:off x="678622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61 unit</a:t>
            </a:r>
            <a:endParaRPr lang="en-US" sz="1500" dirty="0"/>
          </a:p>
        </p:txBody>
      </p:sp>
      <p:sp>
        <p:nvSpPr>
          <p:cNvPr id="141" name="Shape 121"/>
          <p:cNvSpPr/>
          <p:nvPr/>
        </p:nvSpPr>
        <p:spPr>
          <a:xfrm>
            <a:off x="7490308" y="2514600"/>
            <a:ext cx="1324051" cy="21945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14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90892" y="2555748"/>
            <a:ext cx="137160" cy="137160"/>
          </a:xfrm>
          <a:prstGeom prst="rect">
            <a:avLst/>
          </a:prstGeom>
        </p:spPr>
      </p:pic>
      <p:sp>
        <p:nvSpPr>
          <p:cNvPr id="143" name="Text 122"/>
          <p:cNvSpPr txBox="1"/>
          <p:nvPr/>
        </p:nvSpPr>
        <p:spPr>
          <a:xfrm>
            <a:off x="7764628" y="2514600"/>
            <a:ext cx="1141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patroli/CASA/OMC</a:t>
            </a:r>
            <a:endParaRPr lang="en-US" sz="1200" dirty="0"/>
          </a:p>
        </p:txBody>
      </p:sp>
      <p:sp>
        <p:nvSpPr>
          <p:cNvPr id="144" name="Shape 123"/>
          <p:cNvSpPr/>
          <p:nvPr/>
        </p:nvSpPr>
        <p:spPr>
          <a:xfrm>
            <a:off x="8869223" y="2514600"/>
            <a:ext cx="1419149" cy="219456"/>
          </a:xfrm>
          <a:prstGeom prst="roundRect">
            <a:avLst>
              <a:gd name="adj" fmla="val 50000"/>
            </a:avLst>
          </a:prstGeom>
          <a:solidFill>
            <a:srgbClr val="D9600B"/>
          </a:solidFill>
          <a:ln/>
        </p:spPr>
      </p:sp>
      <p:pic>
        <p:nvPicPr>
          <p:cNvPr id="14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69807" y="2555748"/>
            <a:ext cx="137160" cy="137160"/>
          </a:xfrm>
          <a:prstGeom prst="rect">
            <a:avLst/>
          </a:prstGeom>
        </p:spPr>
      </p:pic>
      <p:sp>
        <p:nvSpPr>
          <p:cNvPr id="146" name="Text 124"/>
          <p:cNvSpPr txBox="1"/>
          <p:nvPr/>
        </p:nvSpPr>
        <p:spPr>
          <a:xfrm>
            <a:off x="9143543" y="2514600"/>
            <a:ext cx="1236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1200" dirty="0"/>
          </a:p>
        </p:txBody>
      </p:sp>
      <p:sp>
        <p:nvSpPr>
          <p:cNvPr id="147" name="Text 125"/>
          <p:cNvSpPr txBox="1"/>
          <p:nvPr/>
        </p:nvSpPr>
        <p:spPr>
          <a:xfrm>
            <a:off x="6329020" y="2898648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00" dirty="0"/>
          </a:p>
        </p:txBody>
      </p:sp>
      <p:sp>
        <p:nvSpPr>
          <p:cNvPr id="148" name="Shape 126"/>
          <p:cNvSpPr/>
          <p:nvPr/>
        </p:nvSpPr>
        <p:spPr>
          <a:xfrm>
            <a:off x="7792060" y="2942821"/>
            <a:ext cx="1718064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49" name="Text 127"/>
          <p:cNvSpPr txBox="1"/>
          <p:nvPr/>
        </p:nvSpPr>
        <p:spPr>
          <a:xfrm>
            <a:off x="7792060" y="2942821"/>
            <a:ext cx="1718064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000" dirty="0"/>
          </a:p>
        </p:txBody>
      </p:sp>
      <p:sp>
        <p:nvSpPr>
          <p:cNvPr id="150" name="Shape 128"/>
          <p:cNvSpPr/>
          <p:nvPr/>
        </p:nvSpPr>
        <p:spPr>
          <a:xfrm>
            <a:off x="9510124" y="2942821"/>
            <a:ext cx="114537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1" name="Text 129"/>
          <p:cNvSpPr txBox="1"/>
          <p:nvPr/>
        </p:nvSpPr>
        <p:spPr>
          <a:xfrm>
            <a:off x="9510124" y="2942821"/>
            <a:ext cx="114537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000" dirty="0"/>
          </a:p>
        </p:txBody>
      </p:sp>
      <p:sp>
        <p:nvSpPr>
          <p:cNvPr id="152" name="Text 130"/>
          <p:cNvSpPr txBox="1"/>
          <p:nvPr/>
        </p:nvSpPr>
        <p:spPr>
          <a:xfrm>
            <a:off x="10746943" y="2898648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3" name="Text 131"/>
          <p:cNvSpPr txBox="1"/>
          <p:nvPr/>
        </p:nvSpPr>
        <p:spPr>
          <a:xfrm>
            <a:off x="6329020" y="3207861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00" dirty="0"/>
          </a:p>
        </p:txBody>
      </p:sp>
      <p:sp>
        <p:nvSpPr>
          <p:cNvPr id="154" name="Shape 132"/>
          <p:cNvSpPr/>
          <p:nvPr/>
        </p:nvSpPr>
        <p:spPr>
          <a:xfrm>
            <a:off x="7792060" y="3252034"/>
            <a:ext cx="954480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55" name="Text 133"/>
          <p:cNvSpPr txBox="1"/>
          <p:nvPr/>
        </p:nvSpPr>
        <p:spPr>
          <a:xfrm>
            <a:off x="7792060" y="3252034"/>
            <a:ext cx="954480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56" name="Shape 134"/>
          <p:cNvSpPr/>
          <p:nvPr/>
        </p:nvSpPr>
        <p:spPr>
          <a:xfrm>
            <a:off x="8746540" y="3252034"/>
            <a:ext cx="954480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7" name="Text 135"/>
          <p:cNvSpPr txBox="1"/>
          <p:nvPr/>
        </p:nvSpPr>
        <p:spPr>
          <a:xfrm>
            <a:off x="8746540" y="3252034"/>
            <a:ext cx="954480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58" name="Text 136"/>
          <p:cNvSpPr txBox="1"/>
          <p:nvPr/>
        </p:nvSpPr>
        <p:spPr>
          <a:xfrm>
            <a:off x="9792463" y="3207861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9" name="Text 137"/>
          <p:cNvSpPr txBox="1"/>
          <p:nvPr/>
        </p:nvSpPr>
        <p:spPr>
          <a:xfrm>
            <a:off x="6329020" y="3517074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00" dirty="0"/>
          </a:p>
        </p:txBody>
      </p:sp>
      <p:sp>
        <p:nvSpPr>
          <p:cNvPr id="160" name="Shape 138"/>
          <p:cNvSpPr/>
          <p:nvPr/>
        </p:nvSpPr>
        <p:spPr>
          <a:xfrm>
            <a:off x="7792060" y="3561247"/>
            <a:ext cx="381792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1" name="Text 139"/>
          <p:cNvSpPr txBox="1"/>
          <p:nvPr/>
        </p:nvSpPr>
        <p:spPr>
          <a:xfrm>
            <a:off x="7792060" y="3561247"/>
            <a:ext cx="381792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62" name="Shape 140"/>
          <p:cNvSpPr/>
          <p:nvPr/>
        </p:nvSpPr>
        <p:spPr>
          <a:xfrm>
            <a:off x="8173852" y="3561247"/>
            <a:ext cx="1527168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3" name="Text 141"/>
          <p:cNvSpPr txBox="1"/>
          <p:nvPr/>
        </p:nvSpPr>
        <p:spPr>
          <a:xfrm>
            <a:off x="8173852" y="3561247"/>
            <a:ext cx="1527168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  <p:sp>
        <p:nvSpPr>
          <p:cNvPr id="164" name="Text 142"/>
          <p:cNvSpPr txBox="1"/>
          <p:nvPr/>
        </p:nvSpPr>
        <p:spPr>
          <a:xfrm>
            <a:off x="9792463" y="3517074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65" name="Text 143"/>
          <p:cNvSpPr txBox="1"/>
          <p:nvPr/>
        </p:nvSpPr>
        <p:spPr>
          <a:xfrm>
            <a:off x="6329020" y="3826287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00" dirty="0"/>
          </a:p>
        </p:txBody>
      </p:sp>
      <p:sp>
        <p:nvSpPr>
          <p:cNvPr id="166" name="Shape 144"/>
          <p:cNvSpPr/>
          <p:nvPr/>
        </p:nvSpPr>
        <p:spPr>
          <a:xfrm>
            <a:off x="7792060" y="3870460"/>
            <a:ext cx="381792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7" name="Text 145"/>
          <p:cNvSpPr txBox="1"/>
          <p:nvPr/>
        </p:nvSpPr>
        <p:spPr>
          <a:xfrm>
            <a:off x="7792060" y="3870460"/>
            <a:ext cx="381792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68" name="Shape 146"/>
          <p:cNvSpPr/>
          <p:nvPr/>
        </p:nvSpPr>
        <p:spPr>
          <a:xfrm>
            <a:off x="8173852" y="3870460"/>
            <a:ext cx="1336272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9" name="Text 147"/>
          <p:cNvSpPr txBox="1"/>
          <p:nvPr/>
        </p:nvSpPr>
        <p:spPr>
          <a:xfrm>
            <a:off x="8173852" y="3870460"/>
            <a:ext cx="1336272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170" name="Text 148"/>
          <p:cNvSpPr txBox="1"/>
          <p:nvPr/>
        </p:nvSpPr>
        <p:spPr>
          <a:xfrm>
            <a:off x="9601567" y="3826287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1" name="Text 149"/>
          <p:cNvSpPr txBox="1"/>
          <p:nvPr/>
        </p:nvSpPr>
        <p:spPr>
          <a:xfrm>
            <a:off x="6329020" y="4135500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900" dirty="0"/>
          </a:p>
        </p:txBody>
      </p:sp>
      <p:sp>
        <p:nvSpPr>
          <p:cNvPr id="172" name="Shape 150"/>
          <p:cNvSpPr/>
          <p:nvPr/>
        </p:nvSpPr>
        <p:spPr>
          <a:xfrm>
            <a:off x="7792060" y="4179673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3" name="Text 151"/>
          <p:cNvSpPr txBox="1"/>
          <p:nvPr/>
        </p:nvSpPr>
        <p:spPr>
          <a:xfrm>
            <a:off x="7792060" y="4179673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74" name="Shape 152"/>
          <p:cNvSpPr/>
          <p:nvPr/>
        </p:nvSpPr>
        <p:spPr>
          <a:xfrm>
            <a:off x="7982956" y="4179673"/>
            <a:ext cx="763584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75" name="Text 153"/>
          <p:cNvSpPr txBox="1"/>
          <p:nvPr/>
        </p:nvSpPr>
        <p:spPr>
          <a:xfrm>
            <a:off x="7982956" y="4179673"/>
            <a:ext cx="763584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00" dirty="0"/>
          </a:p>
        </p:txBody>
      </p:sp>
      <p:sp>
        <p:nvSpPr>
          <p:cNvPr id="176" name="Text 154"/>
          <p:cNvSpPr txBox="1"/>
          <p:nvPr/>
        </p:nvSpPr>
        <p:spPr>
          <a:xfrm>
            <a:off x="8837983" y="4135500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7" name="Text 155"/>
          <p:cNvSpPr txBox="1"/>
          <p:nvPr/>
        </p:nvSpPr>
        <p:spPr>
          <a:xfrm>
            <a:off x="6329020" y="4444713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900" dirty="0"/>
          </a:p>
        </p:txBody>
      </p:sp>
      <p:sp>
        <p:nvSpPr>
          <p:cNvPr id="178" name="Shape 156"/>
          <p:cNvSpPr/>
          <p:nvPr/>
        </p:nvSpPr>
        <p:spPr>
          <a:xfrm>
            <a:off x="7792060" y="4488886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9" name="Text 157"/>
          <p:cNvSpPr txBox="1"/>
          <p:nvPr/>
        </p:nvSpPr>
        <p:spPr>
          <a:xfrm>
            <a:off x="7792060" y="4488886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0" name="Shape 158"/>
          <p:cNvSpPr/>
          <p:nvPr/>
        </p:nvSpPr>
        <p:spPr>
          <a:xfrm>
            <a:off x="7982956" y="4488886"/>
            <a:ext cx="572688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1" name="Text 159"/>
          <p:cNvSpPr txBox="1"/>
          <p:nvPr/>
        </p:nvSpPr>
        <p:spPr>
          <a:xfrm>
            <a:off x="7982956" y="4488886"/>
            <a:ext cx="572688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82" name="Text 160"/>
          <p:cNvSpPr txBox="1"/>
          <p:nvPr/>
        </p:nvSpPr>
        <p:spPr>
          <a:xfrm>
            <a:off x="8647087" y="4444713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3" name="Text 161"/>
          <p:cNvSpPr txBox="1"/>
          <p:nvPr/>
        </p:nvSpPr>
        <p:spPr>
          <a:xfrm>
            <a:off x="6329020" y="4753926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Timur</a:t>
            </a:r>
            <a:endParaRPr lang="en-US" sz="900" dirty="0"/>
          </a:p>
        </p:txBody>
      </p:sp>
      <p:sp>
        <p:nvSpPr>
          <p:cNvPr id="184" name="Shape 162"/>
          <p:cNvSpPr/>
          <p:nvPr/>
        </p:nvSpPr>
        <p:spPr>
          <a:xfrm>
            <a:off x="7792060" y="4798099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85" name="Text 163"/>
          <p:cNvSpPr txBox="1"/>
          <p:nvPr/>
        </p:nvSpPr>
        <p:spPr>
          <a:xfrm>
            <a:off x="7792060" y="4798099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6" name="Shape 164"/>
          <p:cNvSpPr/>
          <p:nvPr/>
        </p:nvSpPr>
        <p:spPr>
          <a:xfrm>
            <a:off x="7982956" y="4798099"/>
            <a:ext cx="19089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7" name="Text 165"/>
          <p:cNvSpPr txBox="1"/>
          <p:nvPr/>
        </p:nvSpPr>
        <p:spPr>
          <a:xfrm>
            <a:off x="7982956" y="4798099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8" name="Text 166"/>
          <p:cNvSpPr txBox="1"/>
          <p:nvPr/>
        </p:nvSpPr>
        <p:spPr>
          <a:xfrm>
            <a:off x="8265295" y="4753926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9" name="Text 167"/>
          <p:cNvSpPr txBox="1"/>
          <p:nvPr/>
        </p:nvSpPr>
        <p:spPr>
          <a:xfrm>
            <a:off x="6329020" y="5063139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Lampung</a:t>
            </a:r>
            <a:endParaRPr lang="en-US" sz="900" dirty="0"/>
          </a:p>
        </p:txBody>
      </p:sp>
      <p:sp>
        <p:nvSpPr>
          <p:cNvPr id="190" name="Shape 168"/>
          <p:cNvSpPr/>
          <p:nvPr/>
        </p:nvSpPr>
        <p:spPr>
          <a:xfrm>
            <a:off x="7982956" y="5107312"/>
            <a:ext cx="19089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91" name="Text 169"/>
          <p:cNvSpPr txBox="1"/>
          <p:nvPr/>
        </p:nvSpPr>
        <p:spPr>
          <a:xfrm>
            <a:off x="7982956" y="5107312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92" name="Text 170"/>
          <p:cNvSpPr txBox="1"/>
          <p:nvPr/>
        </p:nvSpPr>
        <p:spPr>
          <a:xfrm>
            <a:off x="8265295" y="5063139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93" name="Text 149"/>
          <p:cNvSpPr txBox="1"/>
          <p:nvPr/>
        </p:nvSpPr>
        <p:spPr>
          <a:xfrm>
            <a:off x="6329020" y="5372352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Barat</a:t>
            </a:r>
            <a:endParaRPr lang="en-US" sz="900" dirty="0"/>
          </a:p>
        </p:txBody>
      </p:sp>
      <p:sp>
        <p:nvSpPr>
          <p:cNvPr id="194" name="Shape 150"/>
          <p:cNvSpPr/>
          <p:nvPr/>
        </p:nvSpPr>
        <p:spPr>
          <a:xfrm>
            <a:off x="7792060" y="5416525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95" name="Text 151"/>
          <p:cNvSpPr txBox="1"/>
          <p:nvPr/>
        </p:nvSpPr>
        <p:spPr>
          <a:xfrm>
            <a:off x="7792060" y="5416525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96" name="Shape 152"/>
          <p:cNvSpPr/>
          <p:nvPr/>
        </p:nvSpPr>
        <p:spPr>
          <a:xfrm>
            <a:off x="7982956" y="5416525"/>
            <a:ext cx="19089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97" name="Text 153"/>
          <p:cNvSpPr txBox="1"/>
          <p:nvPr/>
        </p:nvSpPr>
        <p:spPr>
          <a:xfrm>
            <a:off x="7982956" y="5416525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98" name="Text 154"/>
          <p:cNvSpPr txBox="1"/>
          <p:nvPr/>
        </p:nvSpPr>
        <p:spPr>
          <a:xfrm>
            <a:off x="8265295" y="5372352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99" name="Text 149"/>
          <p:cNvSpPr txBox="1"/>
          <p:nvPr/>
        </p:nvSpPr>
        <p:spPr>
          <a:xfrm>
            <a:off x="6329020" y="5681565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Timur/IKN</a:t>
            </a:r>
            <a:endParaRPr lang="en-US" sz="900" dirty="0"/>
          </a:p>
        </p:txBody>
      </p:sp>
      <p:sp>
        <p:nvSpPr>
          <p:cNvPr id="201" name="Text 151"/>
          <p:cNvSpPr txBox="1"/>
          <p:nvPr/>
        </p:nvSpPr>
        <p:spPr>
          <a:xfrm>
            <a:off x="7792060" y="5725738"/>
            <a:ext cx="286344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02" name="Shape 152"/>
          <p:cNvSpPr/>
          <p:nvPr/>
        </p:nvSpPr>
        <p:spPr>
          <a:xfrm>
            <a:off x="7792060" y="5725738"/>
            <a:ext cx="19089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03" name="Text 153"/>
          <p:cNvSpPr txBox="1"/>
          <p:nvPr/>
        </p:nvSpPr>
        <p:spPr>
          <a:xfrm>
            <a:off x="7792060" y="5725738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04" name="Text 154"/>
          <p:cNvSpPr txBox="1"/>
          <p:nvPr/>
        </p:nvSpPr>
        <p:spPr>
          <a:xfrm>
            <a:off x="8074399" y="5681565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05" name="Text 149"/>
          <p:cNvSpPr txBox="1"/>
          <p:nvPr/>
        </p:nvSpPr>
        <p:spPr>
          <a:xfrm>
            <a:off x="6329020" y="5990778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Selatan</a:t>
            </a:r>
            <a:endParaRPr lang="en-US" sz="900" dirty="0"/>
          </a:p>
        </p:txBody>
      </p:sp>
      <p:sp>
        <p:nvSpPr>
          <p:cNvPr id="206" name="Shape 150"/>
          <p:cNvSpPr/>
          <p:nvPr/>
        </p:nvSpPr>
        <p:spPr>
          <a:xfrm>
            <a:off x="7792060" y="6034951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07" name="Text 151"/>
          <p:cNvSpPr txBox="1"/>
          <p:nvPr/>
        </p:nvSpPr>
        <p:spPr>
          <a:xfrm>
            <a:off x="7792060" y="6034951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0" name="Text 154"/>
          <p:cNvSpPr txBox="1"/>
          <p:nvPr/>
        </p:nvSpPr>
        <p:spPr>
          <a:xfrm>
            <a:off x="8074399" y="5990778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11" name="Shape 168"/>
          <p:cNvSpPr/>
          <p:nvPr/>
        </p:nvSpPr>
        <p:spPr>
          <a:xfrm>
            <a:off x="7792060" y="5107312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12" name="Text 169"/>
          <p:cNvSpPr txBox="1"/>
          <p:nvPr/>
        </p:nvSpPr>
        <p:spPr>
          <a:xfrm>
            <a:off x="7792060" y="5107312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Peta Hotspot untuk Pengendalian dan Penanganan Karhutla 2026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Terbanyak di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16.909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 Total: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27.749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49.170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terbakar,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30.652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belum padam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Okt 2026, 07.00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9001" name="Peta 9001"/>
          <p:cNvSpPr/>
          <p:nvPr/>
        </p:nvSpPr>
        <p:spPr>
          <a:xfrm>
            <a:off x="640080" y="1435608"/>
            <a:ext cx="3576320" cy="502920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2" name="Ikon Hotspot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804672" y="1549908"/>
            <a:ext cx="274320" cy="274320"/>
          </a:xfrm>
          <a:prstGeom prst="rect">
            <a:avLst/>
          </a:prstGeom>
        </p:spPr>
      </p:pic>
      <p:sp>
        <p:nvSpPr>
          <p:cNvPr id="9003" name="Peta 9003"/>
          <p:cNvSpPr/>
          <p:nvPr/>
        </p:nvSpPr>
        <p:spPr>
          <a:xfrm>
            <a:off x="1207008" y="1435608"/>
            <a:ext cx="288137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900" b="1" spc="100" dirty="0">
                <a:solidFill>
                  <a:srgbClr val="AFC3DA"/>
                </a:solidFill>
                <a:latin typeface="Roboto"/>
                <a:ea typeface="Roboto"/>
                <a:cs typeface="Roboto"/>
              </a:rPr>
              <a:t>HOTSPOT</a:t>
            </a:r>
          </a:p>
        </p:txBody>
      </p:sp>
      <p:sp>
        <p:nvSpPr>
          <p:cNvPr id="9004" name="Peta 9004"/>
          <p:cNvSpPr/>
          <p:nvPr/>
        </p:nvSpPr>
        <p:spPr>
          <a:xfrm>
            <a:off x="1207008" y="1435608"/>
            <a:ext cx="2844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27.749</a:t>
            </a:r>
            <a:r>
              <a:rPr lang="id-ID" sz="10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5" name="Peta 9005"/>
          <p:cNvSpPr/>
          <p:nvPr/>
        </p:nvSpPr>
        <p:spPr>
          <a:xfrm>
            <a:off x="4307840" y="1435608"/>
            <a:ext cx="3576320" cy="502920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6" name="Ikon Luas Terbakar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4472432" y="1549908"/>
            <a:ext cx="274320" cy="274320"/>
          </a:xfrm>
          <a:prstGeom prst="rect">
            <a:avLst/>
          </a:prstGeom>
        </p:spPr>
      </p:pic>
      <p:sp>
        <p:nvSpPr>
          <p:cNvPr id="9007" name="Peta 9007"/>
          <p:cNvSpPr/>
          <p:nvPr/>
        </p:nvSpPr>
        <p:spPr>
          <a:xfrm>
            <a:off x="4874768" y="1435608"/>
            <a:ext cx="288137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900" b="1" spc="100" dirty="0">
                <a:solidFill>
                  <a:srgbClr val="D3DFEA"/>
                </a:solidFill>
                <a:latin typeface="Roboto"/>
                <a:ea typeface="Roboto"/>
                <a:cs typeface="Roboto"/>
              </a:rPr>
              <a:t>LUAS TERBAKAR</a:t>
            </a:r>
          </a:p>
        </p:txBody>
      </p:sp>
      <p:sp>
        <p:nvSpPr>
          <p:cNvPr id="9008" name="Peta 9008"/>
          <p:cNvSpPr/>
          <p:nvPr/>
        </p:nvSpPr>
        <p:spPr>
          <a:xfrm>
            <a:off x="4874768" y="1435608"/>
            <a:ext cx="2844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49.170</a:t>
            </a:r>
            <a:r>
              <a:rPr lang="id-ID" sz="10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09" name="Peta 9009"/>
          <p:cNvSpPr/>
          <p:nvPr/>
        </p:nvSpPr>
        <p:spPr>
          <a:xfrm>
            <a:off x="7975600" y="1435608"/>
            <a:ext cx="3576320" cy="502920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0" name="Ikon Belum Padam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8140192" y="1549908"/>
            <a:ext cx="274320" cy="274320"/>
          </a:xfrm>
          <a:prstGeom prst="rect">
            <a:avLst/>
          </a:prstGeom>
        </p:spPr>
      </p:pic>
      <p:sp>
        <p:nvSpPr>
          <p:cNvPr id="9011" name="Peta 9011"/>
          <p:cNvSpPr/>
          <p:nvPr/>
        </p:nvSpPr>
        <p:spPr>
          <a:xfrm>
            <a:off x="8542528" y="1435608"/>
            <a:ext cx="288137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900" b="1" spc="100" dirty="0">
                <a:solidFill>
                  <a:srgbClr val="FFDCC2"/>
                </a:solidFill>
                <a:latin typeface="Roboto"/>
                <a:ea typeface="Roboto"/>
                <a:cs typeface="Roboto"/>
              </a:rPr>
              <a:t>BELUM PADAM</a:t>
            </a:r>
          </a:p>
        </p:txBody>
      </p:sp>
      <p:sp>
        <p:nvSpPr>
          <p:cNvPr id="9012" name="Peta 9012"/>
          <p:cNvSpPr/>
          <p:nvPr/>
        </p:nvSpPr>
        <p:spPr>
          <a:xfrm>
            <a:off x="8542528" y="1435608"/>
            <a:ext cx="2844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30.652</a:t>
            </a:r>
            <a:r>
              <a:rPr lang="id-ID" sz="10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3" name="Peta 9013"/>
          <p:cNvSpPr/>
          <p:nvPr/>
        </p:nvSpPr>
        <p:spPr>
          <a:xfrm>
            <a:off x="7735920" y="2029968"/>
            <a:ext cx="100600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spc="15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PROVINSI</a:t>
            </a:r>
          </a:p>
        </p:txBody>
      </p:sp>
      <p:sp>
        <p:nvSpPr>
          <p:cNvPr id="9014" name="Peta 9014"/>
          <p:cNvSpPr/>
          <p:nvPr/>
        </p:nvSpPr>
        <p:spPr>
          <a:xfrm>
            <a:off x="8769352" y="2029968"/>
            <a:ext cx="852568" cy="338328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5" name="Ikon HOTSPOT*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8824216" y="2139696"/>
            <a:ext cx="118872" cy="118872"/>
          </a:xfrm>
          <a:prstGeom prst="rect">
            <a:avLst/>
          </a:prstGeom>
        </p:spPr>
      </p:pic>
      <p:sp>
        <p:nvSpPr>
          <p:cNvPr id="9016" name="Peta 9016"/>
          <p:cNvSpPr/>
          <p:nvPr/>
        </p:nvSpPr>
        <p:spPr>
          <a:xfrm>
            <a:off x="8970520" y="2029968"/>
            <a:ext cx="642256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6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HOTSPOT*</a:t>
            </a:r>
            <a:r>
              <a:rPr lang="id-ID" sz="56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17" name="Peta 9017"/>
          <p:cNvSpPr/>
          <p:nvPr/>
        </p:nvSpPr>
        <p:spPr>
          <a:xfrm>
            <a:off x="9649352" y="2029968"/>
            <a:ext cx="982568" cy="338328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8" name="Ikon LUAS TERBAKAR*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9704216" y="2139696"/>
            <a:ext cx="118872" cy="118872"/>
          </a:xfrm>
          <a:prstGeom prst="rect">
            <a:avLst/>
          </a:prstGeom>
        </p:spPr>
      </p:pic>
      <p:sp>
        <p:nvSpPr>
          <p:cNvPr id="9019" name="Peta 9019"/>
          <p:cNvSpPr/>
          <p:nvPr/>
        </p:nvSpPr>
        <p:spPr>
          <a:xfrm>
            <a:off x="9850520" y="2029968"/>
            <a:ext cx="772256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6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LUAS TERBAKAR*</a:t>
            </a:r>
            <a:r>
              <a:rPr lang="id-ID" sz="56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20" name="Peta 9020"/>
          <p:cNvSpPr/>
          <p:nvPr/>
        </p:nvSpPr>
        <p:spPr>
          <a:xfrm>
            <a:off x="10659352" y="2029968"/>
            <a:ext cx="892568" cy="338328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1" name="Ikon BELUM PADAM*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10714216" y="2139696"/>
            <a:ext cx="118872" cy="118872"/>
          </a:xfrm>
          <a:prstGeom prst="rect">
            <a:avLst/>
          </a:prstGeom>
        </p:spPr>
      </p:pic>
      <p:sp>
        <p:nvSpPr>
          <p:cNvPr id="9022" name="Peta 9022"/>
          <p:cNvSpPr/>
          <p:nvPr/>
        </p:nvSpPr>
        <p:spPr>
          <a:xfrm>
            <a:off x="10860520" y="2029968"/>
            <a:ext cx="682256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6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BELUM PADAM*</a:t>
            </a:r>
            <a:r>
              <a:rPr lang="id-ID" sz="560" dirty="0">
                <a:solidFill>
                  <a:srgbClr val="FFE6D5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23" name="Peta 9023"/>
          <p:cNvSpPr/>
          <p:nvPr/>
        </p:nvSpPr>
        <p:spPr>
          <a:xfrm>
            <a:off x="7507320" y="248351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9024" name="Peta 9024"/>
          <p:cNvSpPr/>
          <p:nvPr/>
        </p:nvSpPr>
        <p:spPr>
          <a:xfrm>
            <a:off x="7781640" y="2414016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Tengah</a:t>
            </a:r>
          </a:p>
        </p:txBody>
      </p:sp>
      <p:sp>
        <p:nvSpPr>
          <p:cNvPr id="9025" name="Peta 9025"/>
          <p:cNvSpPr/>
          <p:nvPr/>
        </p:nvSpPr>
        <p:spPr>
          <a:xfrm>
            <a:off x="8741920" y="2414016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16.909</a:t>
            </a:r>
          </a:p>
        </p:txBody>
      </p:sp>
      <p:sp>
        <p:nvSpPr>
          <p:cNvPr id="9026" name="Peta 9026"/>
          <p:cNvSpPr/>
          <p:nvPr/>
        </p:nvSpPr>
        <p:spPr>
          <a:xfrm>
            <a:off x="9311024" y="241401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▲33%</a:t>
            </a:r>
          </a:p>
        </p:txBody>
      </p:sp>
      <p:sp>
        <p:nvSpPr>
          <p:cNvPr id="9027" name="Peta 9027"/>
          <p:cNvSpPr/>
          <p:nvPr/>
        </p:nvSpPr>
        <p:spPr>
          <a:xfrm>
            <a:off x="9621920" y="2414016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27.879</a:t>
            </a:r>
          </a:p>
        </p:txBody>
      </p:sp>
      <p:sp>
        <p:nvSpPr>
          <p:cNvPr id="9028" name="Peta 9028"/>
          <p:cNvSpPr/>
          <p:nvPr/>
        </p:nvSpPr>
        <p:spPr>
          <a:xfrm>
            <a:off x="10321024" y="241401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▼4%</a:t>
            </a:r>
          </a:p>
        </p:txBody>
      </p:sp>
      <p:sp>
        <p:nvSpPr>
          <p:cNvPr id="9029" name="Peta 9029"/>
          <p:cNvSpPr/>
          <p:nvPr/>
        </p:nvSpPr>
        <p:spPr>
          <a:xfrm>
            <a:off x="10631920" y="2414016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20.532</a:t>
            </a:r>
          </a:p>
        </p:txBody>
      </p:sp>
      <p:sp>
        <p:nvSpPr>
          <p:cNvPr id="9030" name="Peta 9030"/>
          <p:cNvSpPr/>
          <p:nvPr/>
        </p:nvSpPr>
        <p:spPr>
          <a:xfrm>
            <a:off x="11241024" y="241401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▲28%</a:t>
            </a:r>
          </a:p>
        </p:txBody>
      </p:sp>
      <p:sp>
        <p:nvSpPr>
          <p:cNvPr id="9031" name="Peta 9031"/>
          <p:cNvSpPr/>
          <p:nvPr/>
        </p:nvSpPr>
        <p:spPr>
          <a:xfrm>
            <a:off x="7479888" y="2745028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32" name="Peta 9032"/>
          <p:cNvSpPr/>
          <p:nvPr/>
        </p:nvSpPr>
        <p:spPr>
          <a:xfrm>
            <a:off x="7507320" y="281452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9033" name="Peta 9033"/>
          <p:cNvSpPr/>
          <p:nvPr/>
        </p:nvSpPr>
        <p:spPr>
          <a:xfrm>
            <a:off x="7781640" y="2745028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Barat</a:t>
            </a:r>
          </a:p>
        </p:txBody>
      </p:sp>
      <p:sp>
        <p:nvSpPr>
          <p:cNvPr id="9034" name="Peta 9034"/>
          <p:cNvSpPr/>
          <p:nvPr/>
        </p:nvSpPr>
        <p:spPr>
          <a:xfrm>
            <a:off x="8741920" y="2745028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2.089</a:t>
            </a:r>
          </a:p>
        </p:txBody>
      </p:sp>
      <p:sp>
        <p:nvSpPr>
          <p:cNvPr id="9035" name="Peta 9035"/>
          <p:cNvSpPr/>
          <p:nvPr/>
        </p:nvSpPr>
        <p:spPr>
          <a:xfrm>
            <a:off x="9311024" y="274502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▲106%</a:t>
            </a:r>
          </a:p>
        </p:txBody>
      </p:sp>
      <p:sp>
        <p:nvSpPr>
          <p:cNvPr id="9036" name="Peta 9036"/>
          <p:cNvSpPr/>
          <p:nvPr/>
        </p:nvSpPr>
        <p:spPr>
          <a:xfrm>
            <a:off x="9621920" y="2745028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2.332</a:t>
            </a:r>
          </a:p>
        </p:txBody>
      </p:sp>
      <p:sp>
        <p:nvSpPr>
          <p:cNvPr id="9037" name="Peta 9037"/>
          <p:cNvSpPr/>
          <p:nvPr/>
        </p:nvSpPr>
        <p:spPr>
          <a:xfrm>
            <a:off x="10321024" y="274502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▲2%</a:t>
            </a:r>
          </a:p>
        </p:txBody>
      </p:sp>
      <p:sp>
        <p:nvSpPr>
          <p:cNvPr id="9038" name="Peta 9038"/>
          <p:cNvSpPr/>
          <p:nvPr/>
        </p:nvSpPr>
        <p:spPr>
          <a:xfrm>
            <a:off x="10631920" y="2745028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1.487</a:t>
            </a:r>
          </a:p>
        </p:txBody>
      </p:sp>
      <p:sp>
        <p:nvSpPr>
          <p:cNvPr id="9039" name="Peta 9039"/>
          <p:cNvSpPr/>
          <p:nvPr/>
        </p:nvSpPr>
        <p:spPr>
          <a:xfrm>
            <a:off x="11241024" y="274502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▲9%</a:t>
            </a:r>
          </a:p>
        </p:txBody>
      </p:sp>
      <p:sp>
        <p:nvSpPr>
          <p:cNvPr id="9040" name="Peta 9040"/>
          <p:cNvSpPr/>
          <p:nvPr/>
        </p:nvSpPr>
        <p:spPr>
          <a:xfrm>
            <a:off x="7479888" y="3076040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41" name="Peta 9041"/>
          <p:cNvSpPr/>
          <p:nvPr/>
        </p:nvSpPr>
        <p:spPr>
          <a:xfrm>
            <a:off x="7507320" y="314553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9042" name="Peta 9042"/>
          <p:cNvSpPr/>
          <p:nvPr/>
        </p:nvSpPr>
        <p:spPr>
          <a:xfrm>
            <a:off x="7781640" y="3076040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Selatan</a:t>
            </a:r>
          </a:p>
        </p:txBody>
      </p:sp>
      <p:sp>
        <p:nvSpPr>
          <p:cNvPr id="9043" name="Peta 9043"/>
          <p:cNvSpPr/>
          <p:nvPr/>
        </p:nvSpPr>
        <p:spPr>
          <a:xfrm>
            <a:off x="8741920" y="3076040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1.874</a:t>
            </a:r>
          </a:p>
        </p:txBody>
      </p:sp>
      <p:sp>
        <p:nvSpPr>
          <p:cNvPr id="9044" name="Peta 9044"/>
          <p:cNvSpPr/>
          <p:nvPr/>
        </p:nvSpPr>
        <p:spPr>
          <a:xfrm>
            <a:off x="9311024" y="307604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▼20%</a:t>
            </a:r>
          </a:p>
        </p:txBody>
      </p:sp>
      <p:sp>
        <p:nvSpPr>
          <p:cNvPr id="9045" name="Peta 9045"/>
          <p:cNvSpPr/>
          <p:nvPr/>
        </p:nvSpPr>
        <p:spPr>
          <a:xfrm>
            <a:off x="9621920" y="3076040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4.717</a:t>
            </a:r>
          </a:p>
        </p:txBody>
      </p:sp>
      <p:sp>
        <p:nvSpPr>
          <p:cNvPr id="9046" name="Peta 9046"/>
          <p:cNvSpPr/>
          <p:nvPr/>
        </p:nvSpPr>
        <p:spPr>
          <a:xfrm>
            <a:off x="10321024" y="307604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▲43%</a:t>
            </a:r>
          </a:p>
        </p:txBody>
      </p:sp>
      <p:sp>
        <p:nvSpPr>
          <p:cNvPr id="9047" name="Peta 9047"/>
          <p:cNvSpPr/>
          <p:nvPr/>
        </p:nvSpPr>
        <p:spPr>
          <a:xfrm>
            <a:off x="10631920" y="3076040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2.628</a:t>
            </a:r>
          </a:p>
        </p:txBody>
      </p:sp>
      <p:sp>
        <p:nvSpPr>
          <p:cNvPr id="9048" name="Peta 9048"/>
          <p:cNvSpPr/>
          <p:nvPr/>
        </p:nvSpPr>
        <p:spPr>
          <a:xfrm>
            <a:off x="11241024" y="307604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▲28%</a:t>
            </a:r>
          </a:p>
        </p:txBody>
      </p:sp>
      <p:sp>
        <p:nvSpPr>
          <p:cNvPr id="9049" name="Peta 9049"/>
          <p:cNvSpPr/>
          <p:nvPr/>
        </p:nvSpPr>
        <p:spPr>
          <a:xfrm>
            <a:off x="7479888" y="3407052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50" name="Peta 9050"/>
          <p:cNvSpPr/>
          <p:nvPr/>
        </p:nvSpPr>
        <p:spPr>
          <a:xfrm>
            <a:off x="7507320" y="347654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9051" name="Peta 9051"/>
          <p:cNvSpPr/>
          <p:nvPr/>
        </p:nvSpPr>
        <p:spPr>
          <a:xfrm>
            <a:off x="7781640" y="3407052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Selatan</a:t>
            </a:r>
          </a:p>
        </p:txBody>
      </p:sp>
      <p:sp>
        <p:nvSpPr>
          <p:cNvPr id="9052" name="Peta 9052"/>
          <p:cNvSpPr/>
          <p:nvPr/>
        </p:nvSpPr>
        <p:spPr>
          <a:xfrm>
            <a:off x="8741920" y="3407052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1.226</a:t>
            </a:r>
          </a:p>
        </p:txBody>
      </p:sp>
      <p:sp>
        <p:nvSpPr>
          <p:cNvPr id="9053" name="Peta 9053"/>
          <p:cNvSpPr/>
          <p:nvPr/>
        </p:nvSpPr>
        <p:spPr>
          <a:xfrm>
            <a:off x="9311024" y="340705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▼16%</a:t>
            </a:r>
          </a:p>
        </p:txBody>
      </p:sp>
      <p:sp>
        <p:nvSpPr>
          <p:cNvPr id="9054" name="Peta 9054"/>
          <p:cNvSpPr/>
          <p:nvPr/>
        </p:nvSpPr>
        <p:spPr>
          <a:xfrm>
            <a:off x="9621920" y="3407052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1.928</a:t>
            </a:r>
          </a:p>
        </p:txBody>
      </p:sp>
      <p:sp>
        <p:nvSpPr>
          <p:cNvPr id="9055" name="Peta 9055"/>
          <p:cNvSpPr/>
          <p:nvPr/>
        </p:nvSpPr>
        <p:spPr>
          <a:xfrm>
            <a:off x="10321024" y="340705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▼47%</a:t>
            </a:r>
          </a:p>
        </p:txBody>
      </p:sp>
      <p:sp>
        <p:nvSpPr>
          <p:cNvPr id="9056" name="Peta 9056"/>
          <p:cNvSpPr/>
          <p:nvPr/>
        </p:nvSpPr>
        <p:spPr>
          <a:xfrm>
            <a:off x="10631920" y="3407052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994</a:t>
            </a:r>
          </a:p>
        </p:txBody>
      </p:sp>
      <p:sp>
        <p:nvSpPr>
          <p:cNvPr id="9057" name="Peta 9057"/>
          <p:cNvSpPr/>
          <p:nvPr/>
        </p:nvSpPr>
        <p:spPr>
          <a:xfrm>
            <a:off x="11241024" y="340705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▼34%</a:t>
            </a:r>
          </a:p>
        </p:txBody>
      </p:sp>
      <p:sp>
        <p:nvSpPr>
          <p:cNvPr id="9058" name="Peta 9058"/>
          <p:cNvSpPr/>
          <p:nvPr/>
        </p:nvSpPr>
        <p:spPr>
          <a:xfrm>
            <a:off x="7479888" y="3738064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59" name="Peta 9059"/>
          <p:cNvSpPr/>
          <p:nvPr/>
        </p:nvSpPr>
        <p:spPr>
          <a:xfrm>
            <a:off x="7507320" y="380755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</a:t>
            </a:r>
          </a:p>
        </p:txBody>
      </p:sp>
      <p:sp>
        <p:nvSpPr>
          <p:cNvPr id="9060" name="Peta 9060"/>
          <p:cNvSpPr/>
          <p:nvPr/>
        </p:nvSpPr>
        <p:spPr>
          <a:xfrm>
            <a:off x="7781640" y="3738064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</a:p>
        </p:txBody>
      </p:sp>
      <p:sp>
        <p:nvSpPr>
          <p:cNvPr id="9061" name="Peta 9061"/>
          <p:cNvSpPr/>
          <p:nvPr/>
        </p:nvSpPr>
        <p:spPr>
          <a:xfrm>
            <a:off x="8741920" y="3738064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1.160</a:t>
            </a:r>
          </a:p>
        </p:txBody>
      </p:sp>
      <p:sp>
        <p:nvSpPr>
          <p:cNvPr id="9062" name="Peta 9062"/>
          <p:cNvSpPr/>
          <p:nvPr/>
        </p:nvSpPr>
        <p:spPr>
          <a:xfrm>
            <a:off x="9311024" y="373806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▼1%</a:t>
            </a:r>
          </a:p>
        </p:txBody>
      </p:sp>
      <p:sp>
        <p:nvSpPr>
          <p:cNvPr id="9063" name="Peta 9063"/>
          <p:cNvSpPr/>
          <p:nvPr/>
        </p:nvSpPr>
        <p:spPr>
          <a:xfrm>
            <a:off x="9621920" y="3738064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2.063</a:t>
            </a:r>
          </a:p>
        </p:txBody>
      </p:sp>
      <p:sp>
        <p:nvSpPr>
          <p:cNvPr id="9064" name="Peta 9064"/>
          <p:cNvSpPr/>
          <p:nvPr/>
        </p:nvSpPr>
        <p:spPr>
          <a:xfrm>
            <a:off x="10321024" y="373806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▲23%</a:t>
            </a:r>
          </a:p>
        </p:txBody>
      </p:sp>
      <p:sp>
        <p:nvSpPr>
          <p:cNvPr id="9065" name="Peta 9065"/>
          <p:cNvSpPr/>
          <p:nvPr/>
        </p:nvSpPr>
        <p:spPr>
          <a:xfrm>
            <a:off x="10631920" y="3738064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842</a:t>
            </a:r>
          </a:p>
        </p:txBody>
      </p:sp>
      <p:sp>
        <p:nvSpPr>
          <p:cNvPr id="9066" name="Peta 9066"/>
          <p:cNvSpPr/>
          <p:nvPr/>
        </p:nvSpPr>
        <p:spPr>
          <a:xfrm>
            <a:off x="11241024" y="373806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▼2%</a:t>
            </a:r>
          </a:p>
        </p:txBody>
      </p:sp>
      <p:sp>
        <p:nvSpPr>
          <p:cNvPr id="9067" name="Peta 9067"/>
          <p:cNvSpPr/>
          <p:nvPr/>
        </p:nvSpPr>
        <p:spPr>
          <a:xfrm>
            <a:off x="7479888" y="4069076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68" name="Peta 9068"/>
          <p:cNvSpPr/>
          <p:nvPr/>
        </p:nvSpPr>
        <p:spPr>
          <a:xfrm>
            <a:off x="7507320" y="413857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6</a:t>
            </a:r>
          </a:p>
        </p:txBody>
      </p:sp>
      <p:sp>
        <p:nvSpPr>
          <p:cNvPr id="9069" name="Peta 9069"/>
          <p:cNvSpPr/>
          <p:nvPr/>
        </p:nvSpPr>
        <p:spPr>
          <a:xfrm>
            <a:off x="7781640" y="4069076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Timur</a:t>
            </a:r>
          </a:p>
        </p:txBody>
      </p:sp>
      <p:sp>
        <p:nvSpPr>
          <p:cNvPr id="9070" name="Peta 9070"/>
          <p:cNvSpPr/>
          <p:nvPr/>
        </p:nvSpPr>
        <p:spPr>
          <a:xfrm>
            <a:off x="8741920" y="4069076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810</a:t>
            </a:r>
          </a:p>
        </p:txBody>
      </p:sp>
      <p:sp>
        <p:nvSpPr>
          <p:cNvPr id="9071" name="Peta 9071"/>
          <p:cNvSpPr/>
          <p:nvPr/>
        </p:nvSpPr>
        <p:spPr>
          <a:xfrm>
            <a:off x="9311024" y="406907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▼20%</a:t>
            </a:r>
          </a:p>
        </p:txBody>
      </p:sp>
      <p:sp>
        <p:nvSpPr>
          <p:cNvPr id="9072" name="Peta 9072"/>
          <p:cNvSpPr/>
          <p:nvPr/>
        </p:nvSpPr>
        <p:spPr>
          <a:xfrm>
            <a:off x="9621920" y="4069076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1.455</a:t>
            </a:r>
          </a:p>
        </p:txBody>
      </p:sp>
      <p:sp>
        <p:nvSpPr>
          <p:cNvPr id="9073" name="Peta 9073"/>
          <p:cNvSpPr/>
          <p:nvPr/>
        </p:nvSpPr>
        <p:spPr>
          <a:xfrm>
            <a:off x="10321024" y="406907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▼45%</a:t>
            </a:r>
          </a:p>
        </p:txBody>
      </p:sp>
      <p:sp>
        <p:nvSpPr>
          <p:cNvPr id="9074" name="Peta 9074"/>
          <p:cNvSpPr/>
          <p:nvPr/>
        </p:nvSpPr>
        <p:spPr>
          <a:xfrm>
            <a:off x="10631920" y="4069076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597</a:t>
            </a:r>
          </a:p>
        </p:txBody>
      </p:sp>
      <p:sp>
        <p:nvSpPr>
          <p:cNvPr id="9075" name="Peta 9075"/>
          <p:cNvSpPr/>
          <p:nvPr/>
        </p:nvSpPr>
        <p:spPr>
          <a:xfrm>
            <a:off x="11241024" y="406907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▼54%</a:t>
            </a:r>
          </a:p>
        </p:txBody>
      </p:sp>
      <p:sp>
        <p:nvSpPr>
          <p:cNvPr id="9076" name="Peta 9076"/>
          <p:cNvSpPr/>
          <p:nvPr/>
        </p:nvSpPr>
        <p:spPr>
          <a:xfrm>
            <a:off x="7479888" y="4400088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77" name="Peta 9077"/>
          <p:cNvSpPr/>
          <p:nvPr/>
        </p:nvSpPr>
        <p:spPr>
          <a:xfrm>
            <a:off x="7507320" y="446958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</a:t>
            </a:r>
          </a:p>
        </p:txBody>
      </p:sp>
      <p:sp>
        <p:nvSpPr>
          <p:cNvPr id="9078" name="Peta 9078"/>
          <p:cNvSpPr/>
          <p:nvPr/>
        </p:nvSpPr>
        <p:spPr>
          <a:xfrm>
            <a:off x="7781640" y="4400088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Jambi</a:t>
            </a:r>
          </a:p>
        </p:txBody>
      </p:sp>
      <p:sp>
        <p:nvSpPr>
          <p:cNvPr id="9079" name="Peta 9079"/>
          <p:cNvSpPr/>
          <p:nvPr/>
        </p:nvSpPr>
        <p:spPr>
          <a:xfrm>
            <a:off x="8741920" y="4400088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587</a:t>
            </a:r>
          </a:p>
        </p:txBody>
      </p:sp>
      <p:sp>
        <p:nvSpPr>
          <p:cNvPr id="9080" name="Peta 9080"/>
          <p:cNvSpPr/>
          <p:nvPr/>
        </p:nvSpPr>
        <p:spPr>
          <a:xfrm>
            <a:off x="9311024" y="440008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▲53%</a:t>
            </a:r>
          </a:p>
        </p:txBody>
      </p:sp>
      <p:sp>
        <p:nvSpPr>
          <p:cNvPr id="9081" name="Peta 9081"/>
          <p:cNvSpPr/>
          <p:nvPr/>
        </p:nvSpPr>
        <p:spPr>
          <a:xfrm>
            <a:off x="9621920" y="4400088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1.483</a:t>
            </a:r>
          </a:p>
        </p:txBody>
      </p:sp>
      <p:sp>
        <p:nvSpPr>
          <p:cNvPr id="9082" name="Peta 9082"/>
          <p:cNvSpPr/>
          <p:nvPr/>
        </p:nvSpPr>
        <p:spPr>
          <a:xfrm>
            <a:off x="10321024" y="440008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▲167%</a:t>
            </a:r>
          </a:p>
        </p:txBody>
      </p:sp>
      <p:sp>
        <p:nvSpPr>
          <p:cNvPr id="9083" name="Peta 9083"/>
          <p:cNvSpPr/>
          <p:nvPr/>
        </p:nvSpPr>
        <p:spPr>
          <a:xfrm>
            <a:off x="10631920" y="4400088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936</a:t>
            </a:r>
          </a:p>
        </p:txBody>
      </p:sp>
      <p:sp>
        <p:nvSpPr>
          <p:cNvPr id="9084" name="Peta 9084"/>
          <p:cNvSpPr/>
          <p:nvPr/>
        </p:nvSpPr>
        <p:spPr>
          <a:xfrm>
            <a:off x="11241024" y="440008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▲147%</a:t>
            </a:r>
          </a:p>
        </p:txBody>
      </p:sp>
      <p:sp>
        <p:nvSpPr>
          <p:cNvPr id="9085" name="Peta 9085"/>
          <p:cNvSpPr/>
          <p:nvPr/>
        </p:nvSpPr>
        <p:spPr>
          <a:xfrm>
            <a:off x="7479888" y="4731100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86" name="Peta 9086"/>
          <p:cNvSpPr/>
          <p:nvPr/>
        </p:nvSpPr>
        <p:spPr>
          <a:xfrm>
            <a:off x="7507320" y="480059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8</a:t>
            </a:r>
          </a:p>
        </p:txBody>
      </p:sp>
      <p:sp>
        <p:nvSpPr>
          <p:cNvPr id="9087" name="Peta 9087"/>
          <p:cNvSpPr/>
          <p:nvPr/>
        </p:nvSpPr>
        <p:spPr>
          <a:xfrm>
            <a:off x="7781640" y="4731100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Kep. Bangka Belitung</a:t>
            </a:r>
          </a:p>
        </p:txBody>
      </p:sp>
      <p:sp>
        <p:nvSpPr>
          <p:cNvPr id="9088" name="Peta 9088"/>
          <p:cNvSpPr/>
          <p:nvPr/>
        </p:nvSpPr>
        <p:spPr>
          <a:xfrm>
            <a:off x="8741920" y="4731100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518</a:t>
            </a:r>
          </a:p>
        </p:txBody>
      </p:sp>
      <p:sp>
        <p:nvSpPr>
          <p:cNvPr id="9089" name="Peta 9089"/>
          <p:cNvSpPr/>
          <p:nvPr/>
        </p:nvSpPr>
        <p:spPr>
          <a:xfrm>
            <a:off x="9311024" y="473110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▲99%</a:t>
            </a:r>
          </a:p>
        </p:txBody>
      </p:sp>
      <p:sp>
        <p:nvSpPr>
          <p:cNvPr id="9090" name="Peta 9090"/>
          <p:cNvSpPr/>
          <p:nvPr/>
        </p:nvSpPr>
        <p:spPr>
          <a:xfrm>
            <a:off x="9621920" y="4731100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739</a:t>
            </a:r>
          </a:p>
        </p:txBody>
      </p:sp>
      <p:sp>
        <p:nvSpPr>
          <p:cNvPr id="9091" name="Peta 9091"/>
          <p:cNvSpPr/>
          <p:nvPr/>
        </p:nvSpPr>
        <p:spPr>
          <a:xfrm>
            <a:off x="10321024" y="473110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▲83%</a:t>
            </a:r>
          </a:p>
        </p:txBody>
      </p:sp>
      <p:sp>
        <p:nvSpPr>
          <p:cNvPr id="9092" name="Peta 9092"/>
          <p:cNvSpPr/>
          <p:nvPr/>
        </p:nvSpPr>
        <p:spPr>
          <a:xfrm>
            <a:off x="10631920" y="4731100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321</a:t>
            </a:r>
          </a:p>
        </p:txBody>
      </p:sp>
      <p:sp>
        <p:nvSpPr>
          <p:cNvPr id="9093" name="Peta 9093"/>
          <p:cNvSpPr/>
          <p:nvPr/>
        </p:nvSpPr>
        <p:spPr>
          <a:xfrm>
            <a:off x="11241024" y="473110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▲108%</a:t>
            </a:r>
          </a:p>
        </p:txBody>
      </p:sp>
      <p:sp>
        <p:nvSpPr>
          <p:cNvPr id="9094" name="Peta 9094"/>
          <p:cNvSpPr/>
          <p:nvPr/>
        </p:nvSpPr>
        <p:spPr>
          <a:xfrm>
            <a:off x="7479888" y="5062112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95" name="Peta 9095"/>
          <p:cNvSpPr/>
          <p:nvPr/>
        </p:nvSpPr>
        <p:spPr>
          <a:xfrm>
            <a:off x="7507320" y="513160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9</a:t>
            </a:r>
          </a:p>
        </p:txBody>
      </p:sp>
      <p:sp>
        <p:nvSpPr>
          <p:cNvPr id="9096" name="Peta 9096"/>
          <p:cNvSpPr/>
          <p:nvPr/>
        </p:nvSpPr>
        <p:spPr>
          <a:xfrm>
            <a:off x="7781640" y="5062112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Jawa Timur</a:t>
            </a:r>
          </a:p>
        </p:txBody>
      </p:sp>
      <p:sp>
        <p:nvSpPr>
          <p:cNvPr id="9097" name="Peta 9097"/>
          <p:cNvSpPr/>
          <p:nvPr/>
        </p:nvSpPr>
        <p:spPr>
          <a:xfrm>
            <a:off x="8741920" y="5062112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371</a:t>
            </a:r>
          </a:p>
        </p:txBody>
      </p:sp>
      <p:sp>
        <p:nvSpPr>
          <p:cNvPr id="9098" name="Peta 9098"/>
          <p:cNvSpPr/>
          <p:nvPr/>
        </p:nvSpPr>
        <p:spPr>
          <a:xfrm>
            <a:off x="9311024" y="506211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▼7%</a:t>
            </a:r>
          </a:p>
        </p:txBody>
      </p:sp>
      <p:sp>
        <p:nvSpPr>
          <p:cNvPr id="9099" name="Peta 9099"/>
          <p:cNvSpPr/>
          <p:nvPr/>
        </p:nvSpPr>
        <p:spPr>
          <a:xfrm>
            <a:off x="9621920" y="5062112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611</a:t>
            </a:r>
          </a:p>
        </p:txBody>
      </p:sp>
      <p:sp>
        <p:nvSpPr>
          <p:cNvPr id="9100" name="Peta 9100"/>
          <p:cNvSpPr/>
          <p:nvPr/>
        </p:nvSpPr>
        <p:spPr>
          <a:xfrm>
            <a:off x="10321024" y="506211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▼33%</a:t>
            </a:r>
          </a:p>
        </p:txBody>
      </p:sp>
      <p:sp>
        <p:nvSpPr>
          <p:cNvPr id="9101" name="Peta 9101"/>
          <p:cNvSpPr/>
          <p:nvPr/>
        </p:nvSpPr>
        <p:spPr>
          <a:xfrm>
            <a:off x="10631920" y="5062112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266</a:t>
            </a:r>
          </a:p>
        </p:txBody>
      </p:sp>
      <p:sp>
        <p:nvSpPr>
          <p:cNvPr id="9102" name="Peta 9102"/>
          <p:cNvSpPr/>
          <p:nvPr/>
        </p:nvSpPr>
        <p:spPr>
          <a:xfrm>
            <a:off x="11241024" y="506211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▲9%</a:t>
            </a:r>
          </a:p>
        </p:txBody>
      </p:sp>
      <p:sp>
        <p:nvSpPr>
          <p:cNvPr id="9103" name="Peta 9103"/>
          <p:cNvSpPr/>
          <p:nvPr/>
        </p:nvSpPr>
        <p:spPr>
          <a:xfrm>
            <a:off x="7479888" y="5393124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04" name="Peta 9104"/>
          <p:cNvSpPr/>
          <p:nvPr/>
        </p:nvSpPr>
        <p:spPr>
          <a:xfrm>
            <a:off x="7507320" y="546261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10</a:t>
            </a:r>
          </a:p>
        </p:txBody>
      </p:sp>
      <p:sp>
        <p:nvSpPr>
          <p:cNvPr id="9105" name="Peta 9105"/>
          <p:cNvSpPr/>
          <p:nvPr/>
        </p:nvSpPr>
        <p:spPr>
          <a:xfrm>
            <a:off x="7781640" y="5393124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Timur</a:t>
            </a:r>
          </a:p>
        </p:txBody>
      </p:sp>
      <p:sp>
        <p:nvSpPr>
          <p:cNvPr id="9106" name="Peta 9106"/>
          <p:cNvSpPr/>
          <p:nvPr/>
        </p:nvSpPr>
        <p:spPr>
          <a:xfrm>
            <a:off x="8741920" y="5393124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301</a:t>
            </a:r>
          </a:p>
        </p:txBody>
      </p:sp>
      <p:sp>
        <p:nvSpPr>
          <p:cNvPr id="9107" name="Peta 9107"/>
          <p:cNvSpPr/>
          <p:nvPr/>
        </p:nvSpPr>
        <p:spPr>
          <a:xfrm>
            <a:off x="9311024" y="539312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▼41%</a:t>
            </a:r>
          </a:p>
        </p:txBody>
      </p:sp>
      <p:sp>
        <p:nvSpPr>
          <p:cNvPr id="9108" name="Peta 9108"/>
          <p:cNvSpPr/>
          <p:nvPr/>
        </p:nvSpPr>
        <p:spPr>
          <a:xfrm>
            <a:off x="9621920" y="5393124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684</a:t>
            </a:r>
          </a:p>
        </p:txBody>
      </p:sp>
      <p:sp>
        <p:nvSpPr>
          <p:cNvPr id="9109" name="Peta 9109"/>
          <p:cNvSpPr/>
          <p:nvPr/>
        </p:nvSpPr>
        <p:spPr>
          <a:xfrm>
            <a:off x="10321024" y="539312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0%</a:t>
            </a:r>
          </a:p>
        </p:txBody>
      </p:sp>
      <p:sp>
        <p:nvSpPr>
          <p:cNvPr id="9110" name="Peta 9110"/>
          <p:cNvSpPr/>
          <p:nvPr/>
        </p:nvSpPr>
        <p:spPr>
          <a:xfrm>
            <a:off x="10631920" y="5393124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71</a:t>
            </a:r>
          </a:p>
        </p:txBody>
      </p:sp>
      <p:sp>
        <p:nvSpPr>
          <p:cNvPr id="9111" name="Peta 9111"/>
          <p:cNvSpPr/>
          <p:nvPr/>
        </p:nvSpPr>
        <p:spPr>
          <a:xfrm>
            <a:off x="11241024" y="539312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▼45%</a:t>
            </a:r>
          </a:p>
        </p:txBody>
      </p:sp>
      <p:pic>
        <p:nvPicPr>
          <p:cNvPr id="9112" name="Peta hotspot 20 Okt"/>
          <p:cNvPicPr>
            <a:picLocks noChangeAspect="1"/>
          </p:cNvPicPr>
          <p:nvPr/>
        </p:nvPicPr>
        <p:blipFill>
          <a:blip r:embed="rIdPeta"/>
          <a:stretch>
            <a:fillRect/>
          </a:stretch>
        </p:blipFill>
        <p:spPr>
          <a:xfrm>
            <a:off x="640080" y="2540530"/>
            <a:ext cx="6656928" cy="2673052"/>
          </a:xfrm>
          <a:prstGeom prst="rect">
            <a:avLst/>
          </a:prstGeom>
        </p:spPr>
      </p:pic>
      <p:sp>
        <p:nvSpPr>
          <p:cNvPr id="9113" name="Peta 9113"/>
          <p:cNvSpPr/>
          <p:nvPr/>
        </p:nvSpPr>
        <p:spPr>
          <a:xfrm>
            <a:off x="1413357" y="5939028"/>
            <a:ext cx="128016" cy="1280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14" name="Peta 9114"/>
          <p:cNvSpPr/>
          <p:nvPr/>
        </p:nvSpPr>
        <p:spPr>
          <a:xfrm>
            <a:off x="1632813" y="5897880"/>
            <a:ext cx="24631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Ukuran lingkaran sebanding jumlah titik panas</a:t>
            </a:r>
          </a:p>
        </p:txBody>
      </p:sp>
      <p:sp>
        <p:nvSpPr>
          <p:cNvPr id="9115" name="Peta 9115"/>
          <p:cNvSpPr/>
          <p:nvPr/>
        </p:nvSpPr>
        <p:spPr>
          <a:xfrm>
            <a:off x="4095978" y="5939028"/>
            <a:ext cx="128016" cy="12801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16" name="Peta 9116"/>
          <p:cNvSpPr/>
          <p:nvPr/>
        </p:nvSpPr>
        <p:spPr>
          <a:xfrm>
            <a:off x="4315434" y="5897880"/>
            <a:ext cx="160591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Provinsi dengan titik panas</a:t>
            </a:r>
          </a:p>
        </p:txBody>
      </p:sp>
      <p:sp>
        <p:nvSpPr>
          <p:cNvPr id="9117" name="Peta 9117"/>
          <p:cNvSpPr/>
          <p:nvPr/>
        </p:nvSpPr>
        <p:spPr>
          <a:xfrm>
            <a:off x="5921349" y="5939028"/>
            <a:ext cx="128016" cy="1280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18" name="Peta 9118"/>
          <p:cNvSpPr/>
          <p:nvPr/>
        </p:nvSpPr>
        <p:spPr>
          <a:xfrm>
            <a:off x="6140805" y="5897880"/>
            <a:ext cx="1129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Tanpa titik panas</a:t>
            </a:r>
          </a:p>
        </p:txBody>
      </p:sp>
      <p:sp>
        <p:nvSpPr>
          <p:cNvPr id="9119" name="Peta 9119"/>
          <p:cNvSpPr/>
          <p:nvPr/>
        </p:nvSpPr>
        <p:spPr>
          <a:xfrm>
            <a:off x="7270470" y="5939028"/>
            <a:ext cx="128016" cy="128016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20" name="Peta 9120"/>
          <p:cNvSpPr/>
          <p:nvPr/>
        </p:nvSpPr>
        <p:spPr>
          <a:xfrm>
            <a:off x="7489926" y="5897880"/>
            <a:ext cx="1510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naik dari hari sebelumnya</a:t>
            </a:r>
          </a:p>
        </p:txBody>
      </p:sp>
      <p:sp>
        <p:nvSpPr>
          <p:cNvPr id="9121" name="Peta 9121"/>
          <p:cNvSpPr/>
          <p:nvPr/>
        </p:nvSpPr>
        <p:spPr>
          <a:xfrm>
            <a:off x="9000591" y="5939028"/>
            <a:ext cx="128016" cy="128016"/>
          </a:xfrm>
          <a:prstGeom prst="rect">
            <a:avLst/>
          </a:prstGeom>
          <a:solidFill>
            <a:srgbClr val="2F86D1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22" name="Peta 9122"/>
          <p:cNvSpPr/>
          <p:nvPr/>
        </p:nvSpPr>
        <p:spPr>
          <a:xfrm>
            <a:off x="9220047" y="5897880"/>
            <a:ext cx="155829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turun dari hari sebelumnya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Kepala BNPB kepada Presiden: Penanganan dan Pengendalian Karhutla di Provinsi Prioritas</dc:title>
  <dc:subject>PptxGenJS Presentation</dc:subject>
  <dc:creator>BNPB</dc:creator>
  <cp:lastModifiedBy>BNPB</cp:lastModifiedBy>
  <cp:revision>1</cp:revision>
  <dcterms:created xsi:type="dcterms:W3CDTF">2026-10-21T05:38:24Z</dcterms:created>
  <dcterms:modified xsi:type="dcterms:W3CDTF">2026-10-21T05:38:24Z</dcterms:modified>
</cp:coreProperties>
</file>