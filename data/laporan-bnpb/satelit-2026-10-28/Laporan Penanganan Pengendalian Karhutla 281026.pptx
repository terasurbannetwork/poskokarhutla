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99"/>
    <p:sldId id="256" r:id="rId2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9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Relationship Id="S2rId1" Type="http://schemas.openxmlformats.org/officeDocument/2006/relationships/image" Target="../media/image-2-1.png"/><Relationship Id="S2rId2" Type="http://schemas.openxmlformats.org/officeDocument/2006/relationships/image" Target="../media/image-2-2.png"/><Relationship Id="S2rId3" Type="http://schemas.openxmlformats.org/officeDocument/2006/relationships/image" Target="../media/image-2-3.png"/><Relationship Id="S2rId4" Type="http://schemas.openxmlformats.org/officeDocument/2006/relationships/image" Target="../media/image-2-4.png"/><Relationship Id="S2rId5" Type="http://schemas.openxmlformats.org/officeDocument/2006/relationships/image" Target="../media/image-2-5.png"/><Relationship Id="S2rId6" Type="http://schemas.openxmlformats.org/officeDocument/2006/relationships/image" Target="../media/image-2-6.png"/><Relationship Id="S2rId7" Type="http://schemas.openxmlformats.org/officeDocument/2006/relationships/image" Target="../media/image-2-7.png"/><Relationship Id="S2rId8" Type="http://schemas.openxmlformats.org/officeDocument/2006/relationships/image" Target="../media/image-2-8.png"/><Relationship Id="S2rId9" Type="http://schemas.openxmlformats.org/officeDocument/2006/relationships/image" Target="../media/image-2-9.png"/><Relationship Id="S2rId10" Type="http://schemas.openxmlformats.org/officeDocument/2006/relationships/image" Target="../media/image-2-10.png"/><Relationship Id="S2rId11" Type="http://schemas.openxmlformats.org/officeDocument/2006/relationships/image" Target="../media/image-2-11.png"/><Relationship Id="S2rId12" Type="http://schemas.openxmlformats.org/officeDocument/2006/relationships/image" Target="../media/image-2-12.png"/><Relationship Id="S2rId13" Type="http://schemas.openxmlformats.org/officeDocument/2006/relationships/image" Target="../media/image-2-13.png"/><Relationship Id="logo73" Type="http://schemas.openxmlformats.org/officeDocument/2006/relationships/image" Target="../media/logo-73.png"/><Relationship Id="logo74" Type="http://schemas.openxmlformats.org/officeDocument/2006/relationships/image" Target="../media/logo-74.png"/><Relationship Id="rIdFs" Type="http://schemas.openxmlformats.org/officeDocument/2006/relationships/image" Target="../media/ikon-firespot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Relationship Id="rIdPemda" Type="http://schemas.openxmlformats.org/officeDocument/2006/relationships/image" Target="../media/ikon-pemda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Peta" Type="http://schemas.openxmlformats.org/officeDocument/2006/relationships/image" Target="../media/peta-hotspot-20okt.png"/><Relationship Id="rIdIk1" Type="http://schemas.openxmlformats.org/officeDocument/2006/relationships/image" Target="../media/image-1-2.png"/><Relationship Id="rIdIk2" Type="http://schemas.openxmlformats.org/officeDocument/2006/relationships/image" Target="../media/image-1-3.png"/><Relationship Id="rIdIk3" Type="http://schemas.openxmlformats.org/officeDocument/2006/relationships/image" Target="../media/image-1-4.png"/><Relationship Id="rIdIkFs" Type="http://schemas.openxmlformats.org/officeDocument/2006/relationships/image" Target="../media/ikon-firespot.png"/><Relationship Id="rIdLay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 dan Pengendalian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teratas;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±3.385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 persen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dari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±6.280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api 26 Okt telah padam pada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Okt, belum padam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±1.378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 2026, 17.00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8" name="Shape 96"/>
          <p:cNvSpPr/>
          <p:nvPr/>
        </p:nvSpPr>
        <p:spPr>
          <a:xfrm>
            <a:off x="621792" y="320344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5" name="Shape 167"/>
          <p:cNvSpPr/>
          <p:nvPr/>
        </p:nvSpPr>
        <p:spPr>
          <a:xfrm>
            <a:off x="621792" y="423976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24" name="Shape 203"/>
          <p:cNvSpPr/>
          <p:nvPr/>
        </p:nvSpPr>
        <p:spPr>
          <a:xfrm>
            <a:off x="621792" y="53309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225" name="Text 204"/>
          <p:cNvSpPr txBox="1"/>
          <p:nvPr/>
        </p:nvSpPr>
        <p:spPr>
          <a:xfrm>
            <a:off x="731520" y="53309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6 provinsi</a:t>
            </a:r>
            <a:endParaRPr lang="en-US" sz="1200" dirty="0"/>
          </a:p>
        </p:txBody>
      </p:sp>
      <p:sp>
        <p:nvSpPr>
          <p:cNvPr id="235" name="Shape 214"/>
          <p:cNvSpPr/>
          <p:nvPr/>
        </p:nvSpPr>
        <p:spPr>
          <a:xfrm>
            <a:off x="1571396" y="5939028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36" name="Text 215"/>
          <p:cNvSpPr txBox="1"/>
          <p:nvPr/>
        </p:nvSpPr>
        <p:spPr>
          <a:xfrm>
            <a:off x="1790852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237" name="Shape 216"/>
          <p:cNvSpPr/>
          <p:nvPr/>
        </p:nvSpPr>
        <p:spPr>
          <a:xfrm>
            <a:off x="3336188" y="5939028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38" name="Text 217"/>
          <p:cNvSpPr txBox="1"/>
          <p:nvPr/>
        </p:nvSpPr>
        <p:spPr>
          <a:xfrm>
            <a:off x="3555644" y="5897880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239" name="Shape 218"/>
          <p:cNvSpPr/>
          <p:nvPr/>
        </p:nvSpPr>
        <p:spPr>
          <a:xfrm>
            <a:off x="5150358" y="5939028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240" name="Text 219"/>
          <p:cNvSpPr txBox="1"/>
          <p:nvPr/>
        </p:nvSpPr>
        <p:spPr>
          <a:xfrm>
            <a:off x="5369814" y="5897880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241" name="Shape 220"/>
          <p:cNvSpPr/>
          <p:nvPr/>
        </p:nvSpPr>
        <p:spPr>
          <a:xfrm>
            <a:off x="6443320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242" name="Text 221"/>
          <p:cNvSpPr txBox="1"/>
          <p:nvPr/>
        </p:nvSpPr>
        <p:spPr>
          <a:xfrm>
            <a:off x="6690208" y="5897880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243" name="Shape 222"/>
          <p:cNvSpPr/>
          <p:nvPr/>
        </p:nvSpPr>
        <p:spPr>
          <a:xfrm>
            <a:off x="7714336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244" name="Text 223"/>
          <p:cNvSpPr txBox="1"/>
          <p:nvPr/>
        </p:nvSpPr>
        <p:spPr>
          <a:xfrm>
            <a:off x="7961224" y="5897880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245" name="Shape 224"/>
          <p:cNvSpPr/>
          <p:nvPr/>
        </p:nvSpPr>
        <p:spPr>
          <a:xfrm>
            <a:off x="90841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246" name="Text 225"/>
          <p:cNvSpPr txBox="1"/>
          <p:nvPr/>
        </p:nvSpPr>
        <p:spPr>
          <a:xfrm>
            <a:off x="9330995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28 Okt</a:t>
            </a:r>
            <a:endParaRPr lang="en-US" sz="750" dirty="0"/>
          </a:p>
        </p:txBody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5001" name="Shape 31"/>
          <p:cNvSpPr/>
          <p:nvPr/>
        </p:nvSpPr>
        <p:spPr>
          <a:xfrm>
            <a:off x="4709160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2" name="Shape 31"/>
          <p:cNvSpPr/>
          <p:nvPr/>
        </p:nvSpPr>
        <p:spPr>
          <a:xfrm>
            <a:off x="6442632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3" name="Shape 31"/>
          <p:cNvSpPr/>
          <p:nvPr/>
        </p:nvSpPr>
        <p:spPr>
          <a:xfrm>
            <a:off x="8176104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4" name="Shape 31"/>
          <p:cNvSpPr/>
          <p:nvPr/>
        </p:nvSpPr>
        <p:spPr>
          <a:xfrm>
            <a:off x="9909576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5" name="Shape 31"/>
          <p:cNvSpPr/>
          <p:nvPr/>
        </p:nvSpPr>
        <p:spPr>
          <a:xfrm>
            <a:off x="4709160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6" name="Shape 31"/>
          <p:cNvSpPr/>
          <p:nvPr/>
        </p:nvSpPr>
        <p:spPr>
          <a:xfrm>
            <a:off x="6442632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7" name="Shape 31"/>
          <p:cNvSpPr/>
          <p:nvPr/>
        </p:nvSpPr>
        <p:spPr>
          <a:xfrm>
            <a:off x="8176104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8" name="Shape 31"/>
          <p:cNvSpPr/>
          <p:nvPr/>
        </p:nvSpPr>
        <p:spPr>
          <a:xfrm>
            <a:off x="9909576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9" name="Shape 31"/>
          <p:cNvSpPr/>
          <p:nvPr/>
        </p:nvSpPr>
        <p:spPr>
          <a:xfrm>
            <a:off x="4709160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0" name="Shape 31"/>
          <p:cNvSpPr/>
          <p:nvPr/>
        </p:nvSpPr>
        <p:spPr>
          <a:xfrm>
            <a:off x="6442632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1" name="Shape 31"/>
          <p:cNvSpPr/>
          <p:nvPr/>
        </p:nvSpPr>
        <p:spPr>
          <a:xfrm>
            <a:off x="8176104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2" name="Shape 31"/>
          <p:cNvSpPr/>
          <p:nvPr/>
        </p:nvSpPr>
        <p:spPr>
          <a:xfrm>
            <a:off x="9909576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3" name="Shape 31"/>
          <p:cNvSpPr/>
          <p:nvPr/>
        </p:nvSpPr>
        <p:spPr>
          <a:xfrm>
            <a:off x="4709160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4" name="Shape 31"/>
          <p:cNvSpPr/>
          <p:nvPr/>
        </p:nvSpPr>
        <p:spPr>
          <a:xfrm>
            <a:off x="6442632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5" name="Shape 31"/>
          <p:cNvSpPr/>
          <p:nvPr/>
        </p:nvSpPr>
        <p:spPr>
          <a:xfrm>
            <a:off x="8176104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6" name="Shape 31"/>
          <p:cNvSpPr/>
          <p:nvPr/>
        </p:nvSpPr>
        <p:spPr>
          <a:xfrm>
            <a:off x="9909576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7" name="Shape 31"/>
          <p:cNvSpPr/>
          <p:nvPr/>
        </p:nvSpPr>
        <p:spPr>
          <a:xfrm>
            <a:off x="4709160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8" name="Shape 31"/>
          <p:cNvSpPr/>
          <p:nvPr/>
        </p:nvSpPr>
        <p:spPr>
          <a:xfrm>
            <a:off x="6442632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9" name="Shape 31"/>
          <p:cNvSpPr/>
          <p:nvPr/>
        </p:nvSpPr>
        <p:spPr>
          <a:xfrm>
            <a:off x="8176104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0" name="Shape 31"/>
          <p:cNvSpPr/>
          <p:nvPr/>
        </p:nvSpPr>
        <p:spPr>
          <a:xfrm>
            <a:off x="9909576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1" name="Shape 31"/>
          <p:cNvSpPr/>
          <p:nvPr/>
        </p:nvSpPr>
        <p:spPr>
          <a:xfrm>
            <a:off x="4709160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2" name="Shape 31"/>
          <p:cNvSpPr/>
          <p:nvPr/>
        </p:nvSpPr>
        <p:spPr>
          <a:xfrm>
            <a:off x="6442632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3" name="Shape 31"/>
          <p:cNvSpPr/>
          <p:nvPr/>
        </p:nvSpPr>
        <p:spPr>
          <a:xfrm>
            <a:off x="8176104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4" name="Shape 31"/>
          <p:cNvSpPr/>
          <p:nvPr/>
        </p:nvSpPr>
        <p:spPr>
          <a:xfrm>
            <a:off x="9909576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pic>
        <p:nvPicPr>
          <p:cNvPr id="5025" name="Image 10" descr="preencoded.png">    </p:cNvPr>
          <p:cNvPicPr>
            <a:picLocks noChangeAspect="1"/>
          </p:cNvPicPr>
          <p:nvPr/>
        </p:nvPicPr>
        <p:blipFill>
          <a:blip r:embed="S2rId11"/>
          <a:stretch>
            <a:fillRect/>
          </a:stretch>
        </p:blipFill>
        <p:spPr>
          <a:xfrm>
            <a:off x="770954" y="2197608"/>
            <a:ext cx="341757" cy="420624"/>
          </a:xfrm>
          <a:prstGeom prst="rect">
            <a:avLst/>
          </a:prstGeom>
        </p:spPr>
      </p:pic>
      <p:sp>
        <p:nvSpPr>
          <p:cNvPr id="5026" name="Text 81"/>
          <p:cNvSpPr txBox="1"/>
          <p:nvPr/>
        </p:nvSpPr>
        <p:spPr>
          <a:xfrm>
            <a:off x="1225296" y="228904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endParaRPr lang="en-US" sz="1200" dirty="0"/>
          </a:p>
        </p:txBody>
      </p:sp>
      <p:sp>
        <p:nvSpPr>
          <p:cNvPr id="5027" name="Shape 169"/>
          <p:cNvSpPr/>
          <p:nvPr/>
        </p:nvSpPr>
        <p:spPr>
          <a:xfrm>
            <a:off x="2798064" y="23164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2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2348484"/>
            <a:ext cx="118872" cy="118872"/>
          </a:xfrm>
          <a:prstGeom prst="rect">
            <a:avLst/>
          </a:prstGeom>
        </p:spPr>
      </p:pic>
      <p:sp>
        <p:nvSpPr>
          <p:cNvPr id="5029" name="Text 170"/>
          <p:cNvSpPr txBox="1"/>
          <p:nvPr/>
        </p:nvSpPr>
        <p:spPr>
          <a:xfrm>
            <a:off x="3008376" y="23164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SEDANG</a:t>
            </a:r>
            <a:endParaRPr lang="en-US" sz="660" dirty="0"/>
          </a:p>
        </p:txBody>
      </p:sp>
      <p:sp>
        <p:nvSpPr>
          <p:cNvPr id="5030" name="Shape 171"/>
          <p:cNvSpPr/>
          <p:nvPr/>
        </p:nvSpPr>
        <p:spPr>
          <a:xfrm>
            <a:off x="3767328" y="23164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348484"/>
            <a:ext cx="118872" cy="118872"/>
          </a:xfrm>
          <a:prstGeom prst="rect">
            <a:avLst/>
          </a:prstGeom>
        </p:spPr>
      </p:pic>
      <p:sp>
        <p:nvSpPr>
          <p:cNvPr id="5032" name="Text 172"/>
          <p:cNvSpPr txBox="1"/>
          <p:nvPr/>
        </p:nvSpPr>
        <p:spPr>
          <a:xfrm>
            <a:off x="3977640" y="23164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2715768"/>
            <a:ext cx="315468" cy="420624"/>
          </a:xfrm>
          <a:prstGeom prst="rect">
            <a:avLst/>
          </a:prstGeom>
        </p:spPr>
      </p:pic>
      <p:sp>
        <p:nvSpPr>
          <p:cNvPr id="5034" name="Text 26"/>
          <p:cNvSpPr txBox="1"/>
          <p:nvPr/>
        </p:nvSpPr>
        <p:spPr>
          <a:xfrm>
            <a:off x="1225296" y="280720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1200" dirty="0"/>
          </a:p>
        </p:txBody>
      </p:sp>
      <p:sp>
        <p:nvSpPr>
          <p:cNvPr id="5035" name="Shape 98"/>
          <p:cNvSpPr/>
          <p:nvPr/>
        </p:nvSpPr>
        <p:spPr>
          <a:xfrm>
            <a:off x="2798064" y="283464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2866644"/>
            <a:ext cx="118872" cy="118872"/>
          </a:xfrm>
          <a:prstGeom prst="rect">
            <a:avLst/>
          </a:prstGeom>
        </p:spPr>
      </p:pic>
      <p:sp>
        <p:nvSpPr>
          <p:cNvPr id="5037" name="Text 99"/>
          <p:cNvSpPr txBox="1"/>
          <p:nvPr/>
        </p:nvSpPr>
        <p:spPr>
          <a:xfrm>
            <a:off x="3008376" y="283464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3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231 SGT TDK SEHAT</a:t>
            </a:r>
            <a:endParaRPr lang="en-US" sz="530" dirty="0"/>
          </a:p>
        </p:txBody>
      </p:sp>
      <p:sp>
        <p:nvSpPr>
          <p:cNvPr id="5038" name="Shape 171"/>
          <p:cNvSpPr/>
          <p:nvPr/>
        </p:nvSpPr>
        <p:spPr>
          <a:xfrm>
            <a:off x="3767328" y="283464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866644"/>
            <a:ext cx="118872" cy="118872"/>
          </a:xfrm>
          <a:prstGeom prst="rect">
            <a:avLst/>
          </a:prstGeom>
        </p:spPr>
      </p:pic>
      <p:sp>
        <p:nvSpPr>
          <p:cNvPr id="5040" name="Text 172"/>
          <p:cNvSpPr txBox="1"/>
          <p:nvPr/>
        </p:nvSpPr>
        <p:spPr>
          <a:xfrm>
            <a:off x="3977640" y="2834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1" name="Image 4" descr="preencoded.png">    </p:cNvPr>
          <p:cNvPicPr>
            <a:picLocks noChangeAspect="1"/>
          </p:cNvPicPr>
          <p:nvPr/>
        </p:nvPicPr>
        <p:blipFill>
          <a:blip r:embed="S2rId5"/>
          <a:stretch>
            <a:fillRect/>
          </a:stretch>
        </p:blipFill>
        <p:spPr>
          <a:xfrm>
            <a:off x="783579" y="3233928"/>
            <a:ext cx="316505" cy="420624"/>
          </a:xfrm>
          <a:prstGeom prst="rect">
            <a:avLst/>
          </a:prstGeom>
        </p:spPr>
      </p:pic>
      <p:sp>
        <p:nvSpPr>
          <p:cNvPr id="5042" name="Text 26"/>
          <p:cNvSpPr txBox="1"/>
          <p:nvPr/>
        </p:nvSpPr>
        <p:spPr>
          <a:xfrm>
            <a:off x="1225296" y="3325368"/>
            <a:ext cx="1261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1200" dirty="0"/>
          </a:p>
        </p:txBody>
      </p:sp>
      <p:sp>
        <p:nvSpPr>
          <p:cNvPr id="5043" name="Shape 98"/>
          <p:cNvSpPr/>
          <p:nvPr/>
        </p:nvSpPr>
        <p:spPr>
          <a:xfrm>
            <a:off x="2798064" y="335280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3384804"/>
            <a:ext cx="118872" cy="118872"/>
          </a:xfrm>
          <a:prstGeom prst="rect">
            <a:avLst/>
          </a:prstGeom>
        </p:spPr>
      </p:pic>
      <p:sp>
        <p:nvSpPr>
          <p:cNvPr id="5045" name="Text 99"/>
          <p:cNvSpPr txBox="1"/>
          <p:nvPr/>
        </p:nvSpPr>
        <p:spPr>
          <a:xfrm>
            <a:off x="3008376" y="335280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 TIDAK SEHAT</a:t>
            </a:r>
            <a:endParaRPr lang="en-US" sz="660" dirty="0"/>
          </a:p>
        </p:txBody>
      </p:sp>
      <p:sp>
        <p:nvSpPr>
          <p:cNvPr id="5046" name="Shape 171"/>
          <p:cNvSpPr/>
          <p:nvPr/>
        </p:nvSpPr>
        <p:spPr>
          <a:xfrm>
            <a:off x="3767328" y="335280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4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384804"/>
            <a:ext cx="118872" cy="118872"/>
          </a:xfrm>
          <a:prstGeom prst="rect">
            <a:avLst/>
          </a:prstGeom>
        </p:spPr>
      </p:pic>
      <p:sp>
        <p:nvSpPr>
          <p:cNvPr id="5048" name="Text 172"/>
          <p:cNvSpPr txBox="1"/>
          <p:nvPr/>
        </p:nvSpPr>
        <p:spPr>
          <a:xfrm>
            <a:off x="3977640" y="335280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9" name="Image 7" descr="preencoded.png">    </p:cNvPr>
          <p:cNvPicPr>
            <a:picLocks noChangeAspect="1"/>
          </p:cNvPicPr>
          <p:nvPr/>
        </p:nvPicPr>
        <p:blipFill>
          <a:blip r:embed="S2rId8"/>
          <a:stretch>
            <a:fillRect/>
          </a:stretch>
        </p:blipFill>
        <p:spPr>
          <a:xfrm>
            <a:off x="790670" y="3752088"/>
            <a:ext cx="302324" cy="420624"/>
          </a:xfrm>
          <a:prstGeom prst="rect">
            <a:avLst/>
          </a:prstGeom>
        </p:spPr>
      </p:pic>
      <p:sp>
        <p:nvSpPr>
          <p:cNvPr id="5050" name="Text 54"/>
          <p:cNvSpPr txBox="1"/>
          <p:nvPr/>
        </p:nvSpPr>
        <p:spPr>
          <a:xfrm>
            <a:off x="1225296" y="3843528"/>
            <a:ext cx="14410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Tengah</a:t>
            </a:r>
            <a:endParaRPr lang="en-US" sz="1200" dirty="0"/>
          </a:p>
        </p:txBody>
      </p:sp>
      <p:sp>
        <p:nvSpPr>
          <p:cNvPr id="5051" name="Shape 169"/>
          <p:cNvSpPr/>
          <p:nvPr/>
        </p:nvSpPr>
        <p:spPr>
          <a:xfrm>
            <a:off x="2798064" y="387096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3902964"/>
            <a:ext cx="118872" cy="118872"/>
          </a:xfrm>
          <a:prstGeom prst="rect">
            <a:avLst/>
          </a:prstGeom>
        </p:spPr>
      </p:pic>
      <p:sp>
        <p:nvSpPr>
          <p:cNvPr id="5053" name="Text 170"/>
          <p:cNvSpPr txBox="1"/>
          <p:nvPr/>
        </p:nvSpPr>
        <p:spPr>
          <a:xfrm>
            <a:off x="3008376" y="3870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 SEDANG</a:t>
            </a:r>
            <a:endParaRPr lang="en-US" sz="660" dirty="0"/>
          </a:p>
        </p:txBody>
      </p:sp>
      <p:sp>
        <p:nvSpPr>
          <p:cNvPr id="5054" name="Shape 171"/>
          <p:cNvSpPr/>
          <p:nvPr/>
        </p:nvSpPr>
        <p:spPr>
          <a:xfrm>
            <a:off x="3767328" y="387096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5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902964"/>
            <a:ext cx="118872" cy="118872"/>
          </a:xfrm>
          <a:prstGeom prst="rect">
            <a:avLst/>
          </a:prstGeom>
        </p:spPr>
      </p:pic>
      <p:sp>
        <p:nvSpPr>
          <p:cNvPr id="5056" name="Text 172"/>
          <p:cNvSpPr txBox="1"/>
          <p:nvPr/>
        </p:nvSpPr>
        <p:spPr>
          <a:xfrm>
            <a:off x="3977640" y="387096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57" name="Image 10" descr="preencoded.png">    </p:cNvPr>
          <p:cNvPicPr>
            <a:picLocks noChangeAspect="1"/>
          </p:cNvPicPr>
          <p:nvPr/>
        </p:nvPicPr>
        <p:blipFill>
          <a:blip r:embed="logo73"/>
          <a:stretch>
            <a:fillRect/>
          </a:stretch>
        </p:blipFill>
        <p:spPr>
          <a:xfrm>
            <a:off x="770954" y="4270248"/>
            <a:ext cx="341757" cy="420624"/>
          </a:xfrm>
          <a:prstGeom prst="rect">
            <a:avLst/>
          </a:prstGeom>
        </p:spPr>
      </p:pic>
      <p:sp>
        <p:nvSpPr>
          <p:cNvPr id="5058" name="Text 81"/>
          <p:cNvSpPr txBox="1"/>
          <p:nvPr/>
        </p:nvSpPr>
        <p:spPr>
          <a:xfrm>
            <a:off x="1225296" y="43616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Selatan</a:t>
            </a:r>
            <a:endParaRPr lang="en-US" sz="1200" dirty="0"/>
          </a:p>
        </p:txBody>
      </p:sp>
      <p:sp>
        <p:nvSpPr>
          <p:cNvPr id="5059" name="Shape 169"/>
          <p:cNvSpPr/>
          <p:nvPr/>
        </p:nvSpPr>
        <p:spPr>
          <a:xfrm>
            <a:off x="2798064" y="438912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6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4421124"/>
            <a:ext cx="118872" cy="118872"/>
          </a:xfrm>
          <a:prstGeom prst="rect">
            <a:avLst/>
          </a:prstGeom>
        </p:spPr>
      </p:pic>
      <p:sp>
        <p:nvSpPr>
          <p:cNvPr id="5061" name="Text 170"/>
          <p:cNvSpPr txBox="1"/>
          <p:nvPr/>
        </p:nvSpPr>
        <p:spPr>
          <a:xfrm>
            <a:off x="3008376" y="43891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 SEDANG</a:t>
            </a:r>
            <a:endParaRPr lang="en-US" sz="660" dirty="0"/>
          </a:p>
        </p:txBody>
      </p:sp>
      <p:sp>
        <p:nvSpPr>
          <p:cNvPr id="5062" name="Shape 171"/>
          <p:cNvSpPr/>
          <p:nvPr/>
        </p:nvSpPr>
        <p:spPr>
          <a:xfrm>
            <a:off x="3767328" y="438912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6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4421124"/>
            <a:ext cx="118872" cy="118872"/>
          </a:xfrm>
          <a:prstGeom prst="rect">
            <a:avLst/>
          </a:prstGeom>
        </p:spPr>
      </p:pic>
      <p:sp>
        <p:nvSpPr>
          <p:cNvPr id="5064" name="Text 172"/>
          <p:cNvSpPr txBox="1"/>
          <p:nvPr/>
        </p:nvSpPr>
        <p:spPr>
          <a:xfrm>
            <a:off x="3977640" y="438912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65" name="Image 10" descr="preencoded.png">    </p:cNvPr>
          <p:cNvPicPr>
            <a:picLocks noChangeAspect="1"/>
          </p:cNvPicPr>
          <p:nvPr/>
        </p:nvPicPr>
        <p:blipFill>
          <a:blip r:embed="logo74"/>
          <a:stretch>
            <a:fillRect/>
          </a:stretch>
        </p:blipFill>
        <p:spPr>
          <a:xfrm>
            <a:off x="770954" y="4788408"/>
            <a:ext cx="341757" cy="420624"/>
          </a:xfrm>
          <a:prstGeom prst="rect">
            <a:avLst/>
          </a:prstGeom>
        </p:spPr>
      </p:pic>
      <p:sp>
        <p:nvSpPr>
          <p:cNvPr id="5066" name="Text 81"/>
          <p:cNvSpPr txBox="1"/>
          <p:nvPr/>
        </p:nvSpPr>
        <p:spPr>
          <a:xfrm>
            <a:off x="1225296" y="487984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Tenggara</a:t>
            </a:r>
            <a:endParaRPr lang="en-US" sz="1056" dirty="0"/>
          </a:p>
        </p:txBody>
      </p:sp>
      <p:sp>
        <p:nvSpPr>
          <p:cNvPr id="5067" name="Shape 169"/>
          <p:cNvSpPr/>
          <p:nvPr/>
        </p:nvSpPr>
        <p:spPr>
          <a:xfrm>
            <a:off x="2798064" y="49072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6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4939284"/>
            <a:ext cx="118872" cy="118872"/>
          </a:xfrm>
          <a:prstGeom prst="rect">
            <a:avLst/>
          </a:prstGeom>
        </p:spPr>
      </p:pic>
      <p:sp>
        <p:nvSpPr>
          <p:cNvPr id="5069" name="Text 170"/>
          <p:cNvSpPr txBox="1"/>
          <p:nvPr/>
        </p:nvSpPr>
        <p:spPr>
          <a:xfrm>
            <a:off x="3008376" y="49072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 SEDANG</a:t>
            </a:r>
            <a:endParaRPr lang="en-US" sz="660" dirty="0"/>
          </a:p>
        </p:txBody>
      </p:sp>
      <p:sp>
        <p:nvSpPr>
          <p:cNvPr id="5070" name="Shape 171"/>
          <p:cNvSpPr/>
          <p:nvPr/>
        </p:nvSpPr>
        <p:spPr>
          <a:xfrm>
            <a:off x="3767328" y="49072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7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4939284"/>
            <a:ext cx="118872" cy="118872"/>
          </a:xfrm>
          <a:prstGeom prst="rect">
            <a:avLst/>
          </a:prstGeom>
        </p:spPr>
      </p:pic>
      <p:sp>
        <p:nvSpPr>
          <p:cNvPr id="5072" name="Text 172"/>
          <p:cNvSpPr txBox="1"/>
          <p:nvPr/>
        </p:nvSpPr>
        <p:spPr>
          <a:xfrm>
            <a:off x="3977640" y="49072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sp>
        <p:nvSpPr>
          <p:cNvPr id="5073" name="Shape 9"/>
          <p:cNvSpPr/>
          <p:nvPr/>
        </p:nvSpPr>
        <p:spPr>
          <a:xfrm>
            <a:off x="4709160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507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264" y="1581912"/>
            <a:ext cx="164592" cy="164592"/>
          </a:xfrm>
          <a:prstGeom prst="rect">
            <a:avLst/>
          </a:prstGeom>
        </p:spPr>
      </p:pic>
      <p:sp>
        <p:nvSpPr>
          <p:cNvPr id="5075" name="Text 10"/>
          <p:cNvSpPr txBox="1"/>
          <p:nvPr/>
        </p:nvSpPr>
        <p:spPr>
          <a:xfrm>
            <a:off x="5197436" y="1463040"/>
            <a:ext cx="898652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76" name="Text 11"/>
          <p:cNvSpPr txBox="1"/>
          <p:nvPr/>
        </p:nvSpPr>
        <p:spPr>
          <a:xfrm>
            <a:off x="46863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Okt</a:t>
            </a:r>
            <a:endParaRPr lang="en-US" sz="850" dirty="0"/>
          </a:p>
        </p:txBody>
      </p:sp>
      <p:sp>
        <p:nvSpPr>
          <p:cNvPr id="5077" name="Text 11"/>
          <p:cNvSpPr txBox="1"/>
          <p:nvPr/>
        </p:nvSpPr>
        <p:spPr>
          <a:xfrm>
            <a:off x="520316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78" name="Text 11"/>
          <p:cNvSpPr txBox="1"/>
          <p:nvPr/>
        </p:nvSpPr>
        <p:spPr>
          <a:xfrm>
            <a:off x="572002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79" name="Shape 9"/>
          <p:cNvSpPr/>
          <p:nvPr/>
        </p:nvSpPr>
        <p:spPr>
          <a:xfrm>
            <a:off x="6442632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/>
        </p:spPr>
      </p:sp>
      <p:pic>
        <p:nvPicPr>
          <p:cNvPr id="5080" name="Image 1" descr="preencoded.png">    </p:cNvPr>
          <p:cNvPicPr>
            <a:picLocks noChangeAspect="1"/>
          </p:cNvPicPr>
          <p:nvPr/>
        </p:nvPicPr>
        <p:blipFill>
          <a:blip r:embed="rIdFs"/>
          <a:stretch>
            <a:fillRect/>
          </a:stretch>
        </p:blipFill>
        <p:spPr>
          <a:xfrm>
            <a:off x="6689253" y="1581912"/>
            <a:ext cx="164592" cy="164592"/>
          </a:xfrm>
          <a:prstGeom prst="rect">
            <a:avLst/>
          </a:prstGeom>
        </p:spPr>
      </p:pic>
      <p:sp>
        <p:nvSpPr>
          <p:cNvPr id="5081" name="Text 10"/>
          <p:cNvSpPr txBox="1"/>
          <p:nvPr/>
        </p:nvSpPr>
        <p:spPr>
          <a:xfrm>
            <a:off x="6922425" y="1463040"/>
            <a:ext cx="915619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FIRESPOT*</a:t>
            </a:r>
            <a:pPr algn="l" indent="0" marL="0">
              <a:buNone/>
            </a:pPr>
            <a:r>
              <a:rPr lang="en-US" sz="800" dirty="0">
                <a:solidFill>
                  <a:srgbClr val="FFE3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82" name="Text 11"/>
          <p:cNvSpPr txBox="1"/>
          <p:nvPr/>
        </p:nvSpPr>
        <p:spPr>
          <a:xfrm>
            <a:off x="64197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Okt</a:t>
            </a:r>
            <a:endParaRPr lang="en-US" sz="850" dirty="0"/>
          </a:p>
        </p:txBody>
      </p:sp>
      <p:sp>
        <p:nvSpPr>
          <p:cNvPr id="5083" name="Text 11"/>
          <p:cNvSpPr txBox="1"/>
          <p:nvPr/>
        </p:nvSpPr>
        <p:spPr>
          <a:xfrm>
            <a:off x="693663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84" name="Text 11"/>
          <p:cNvSpPr txBox="1"/>
          <p:nvPr/>
        </p:nvSpPr>
        <p:spPr>
          <a:xfrm>
            <a:off x="74535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85" name="Shape 9"/>
          <p:cNvSpPr/>
          <p:nvPr/>
        </p:nvSpPr>
        <p:spPr>
          <a:xfrm>
            <a:off x="8176104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508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098" y="1581912"/>
            <a:ext cx="164592" cy="164592"/>
          </a:xfrm>
          <a:prstGeom prst="rect">
            <a:avLst/>
          </a:prstGeom>
        </p:spPr>
      </p:pic>
      <p:sp>
        <p:nvSpPr>
          <p:cNvPr id="5087" name="Text 10"/>
          <p:cNvSpPr txBox="1"/>
          <p:nvPr/>
        </p:nvSpPr>
        <p:spPr>
          <a:xfrm>
            <a:off x="8492270" y="1463040"/>
            <a:ext cx="1242873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88" name="Text 11"/>
          <p:cNvSpPr txBox="1"/>
          <p:nvPr/>
        </p:nvSpPr>
        <p:spPr>
          <a:xfrm>
            <a:off x="81532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Okt</a:t>
            </a:r>
            <a:endParaRPr lang="en-US" sz="850" dirty="0"/>
          </a:p>
        </p:txBody>
      </p:sp>
      <p:sp>
        <p:nvSpPr>
          <p:cNvPr id="5089" name="Text 11"/>
          <p:cNvSpPr txBox="1"/>
          <p:nvPr/>
        </p:nvSpPr>
        <p:spPr>
          <a:xfrm>
            <a:off x="867010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90" name="Text 11"/>
          <p:cNvSpPr txBox="1"/>
          <p:nvPr/>
        </p:nvSpPr>
        <p:spPr>
          <a:xfrm>
            <a:off x="91869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91" name="Shape 9"/>
          <p:cNvSpPr/>
          <p:nvPr/>
        </p:nvSpPr>
        <p:spPr>
          <a:xfrm>
            <a:off x="9909576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509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067" y="1581912"/>
            <a:ext cx="164592" cy="164592"/>
          </a:xfrm>
          <a:prstGeom prst="rect">
            <a:avLst/>
          </a:prstGeom>
        </p:spPr>
      </p:pic>
      <p:sp>
        <p:nvSpPr>
          <p:cNvPr id="5093" name="Text 10"/>
          <p:cNvSpPr txBox="1"/>
          <p:nvPr/>
        </p:nvSpPr>
        <p:spPr>
          <a:xfrm>
            <a:off x="10282239" y="1463040"/>
            <a:ext cx="112987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PADAM*</a:t>
            </a:r>
            <a:pPr algn="l" indent="0" marL="0">
              <a:buNone/>
            </a:pPr>
            <a:r>
              <a:rPr lang="en-US" sz="800" dirty="0">
                <a:solidFill>
                  <a:srgbClr val="FFE6D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94" name="Text 11"/>
          <p:cNvSpPr txBox="1"/>
          <p:nvPr/>
        </p:nvSpPr>
        <p:spPr>
          <a:xfrm>
            <a:off x="988671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Okt</a:t>
            </a:r>
            <a:endParaRPr lang="en-US" sz="850" dirty="0"/>
          </a:p>
        </p:txBody>
      </p:sp>
      <p:sp>
        <p:nvSpPr>
          <p:cNvPr id="5095" name="Text 11"/>
          <p:cNvSpPr txBox="1"/>
          <p:nvPr/>
        </p:nvSpPr>
        <p:spPr>
          <a:xfrm>
            <a:off x="1040358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96" name="Text 11"/>
          <p:cNvSpPr txBox="1"/>
          <p:nvPr/>
        </p:nvSpPr>
        <p:spPr>
          <a:xfrm>
            <a:off x="109204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97" name="Shape 45"/>
          <p:cNvSpPr/>
          <p:nvPr/>
        </p:nvSpPr>
        <p:spPr>
          <a:xfrm>
            <a:off x="4859050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8" name="Text 46"/>
          <p:cNvSpPr txBox="1"/>
          <p:nvPr/>
        </p:nvSpPr>
        <p:spPr>
          <a:xfrm>
            <a:off x="4686300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915</a:t>
            </a:r>
            <a:endParaRPr lang="en-US" sz="800" dirty="0"/>
          </a:p>
        </p:txBody>
      </p:sp>
      <p:sp>
        <p:nvSpPr>
          <p:cNvPr id="5099" name="Text 47"/>
          <p:cNvSpPr txBox="1"/>
          <p:nvPr/>
        </p:nvSpPr>
        <p:spPr>
          <a:xfrm>
            <a:off x="46863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▲228%</a:t>
            </a:r>
            <a:endParaRPr lang="en-US" sz="680" dirty="0"/>
          </a:p>
        </p:txBody>
      </p:sp>
      <p:sp>
        <p:nvSpPr>
          <p:cNvPr id="5100" name="Shape 45"/>
          <p:cNvSpPr/>
          <p:nvPr/>
        </p:nvSpPr>
        <p:spPr>
          <a:xfrm>
            <a:off x="5375914" y="2411398"/>
            <a:ext cx="217083" cy="9405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01" name="Text 46"/>
          <p:cNvSpPr txBox="1"/>
          <p:nvPr/>
        </p:nvSpPr>
        <p:spPr>
          <a:xfrm>
            <a:off x="5203164" y="223766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724</a:t>
            </a:r>
            <a:endParaRPr lang="en-US" sz="800" dirty="0"/>
          </a:p>
        </p:txBody>
      </p:sp>
      <p:sp>
        <p:nvSpPr>
          <p:cNvPr id="5102" name="Text 47"/>
          <p:cNvSpPr txBox="1"/>
          <p:nvPr/>
        </p:nvSpPr>
        <p:spPr>
          <a:xfrm>
            <a:off x="520316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▼21%</a:t>
            </a:r>
            <a:endParaRPr lang="en-US" sz="680" dirty="0"/>
          </a:p>
        </p:txBody>
      </p:sp>
      <p:sp>
        <p:nvSpPr>
          <p:cNvPr id="5103" name="Shape 45"/>
          <p:cNvSpPr/>
          <p:nvPr/>
        </p:nvSpPr>
        <p:spPr>
          <a:xfrm>
            <a:off x="5892778" y="2445565"/>
            <a:ext cx="217083" cy="5989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04" name="Text 49"/>
          <p:cNvSpPr txBox="1"/>
          <p:nvPr/>
        </p:nvSpPr>
        <p:spPr>
          <a:xfrm>
            <a:off x="5720028" y="227182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461</a:t>
            </a:r>
            <a:endParaRPr lang="en-US" sz="900" dirty="0"/>
          </a:p>
        </p:txBody>
      </p:sp>
      <p:sp>
        <p:nvSpPr>
          <p:cNvPr id="5105" name="Text 47"/>
          <p:cNvSpPr txBox="1"/>
          <p:nvPr/>
        </p:nvSpPr>
        <p:spPr>
          <a:xfrm>
            <a:off x="572002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▼36%</a:t>
            </a:r>
            <a:endParaRPr lang="en-US" sz="680" dirty="0"/>
          </a:p>
        </p:txBody>
      </p:sp>
      <p:sp>
        <p:nvSpPr>
          <p:cNvPr id="5106" name="Shape 45"/>
          <p:cNvSpPr/>
          <p:nvPr/>
        </p:nvSpPr>
        <p:spPr>
          <a:xfrm>
            <a:off x="6592522" y="2398114"/>
            <a:ext cx="217083" cy="10734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7" name="Text 46"/>
          <p:cNvSpPr txBox="1"/>
          <p:nvPr/>
        </p:nvSpPr>
        <p:spPr>
          <a:xfrm>
            <a:off x="6419772" y="222437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391</a:t>
            </a:r>
            <a:endParaRPr lang="en-US" sz="800" dirty="0"/>
          </a:p>
        </p:txBody>
      </p:sp>
      <p:sp>
        <p:nvSpPr>
          <p:cNvPr id="5108" name="Text 47"/>
          <p:cNvSpPr txBox="1"/>
          <p:nvPr/>
        </p:nvSpPr>
        <p:spPr>
          <a:xfrm>
            <a:off x="64197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▲334%</a:t>
            </a:r>
            <a:endParaRPr lang="en-US" sz="680" dirty="0"/>
          </a:p>
        </p:txBody>
      </p:sp>
      <p:sp>
        <p:nvSpPr>
          <p:cNvPr id="5109" name="Shape 45"/>
          <p:cNvSpPr/>
          <p:nvPr/>
        </p:nvSpPr>
        <p:spPr>
          <a:xfrm>
            <a:off x="7109386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0" name="Text 46"/>
          <p:cNvSpPr txBox="1"/>
          <p:nvPr/>
        </p:nvSpPr>
        <p:spPr>
          <a:xfrm>
            <a:off x="6936636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433</a:t>
            </a:r>
            <a:endParaRPr lang="en-US" sz="800" dirty="0"/>
          </a:p>
        </p:txBody>
      </p:sp>
      <p:sp>
        <p:nvSpPr>
          <p:cNvPr id="5111" name="Text 47"/>
          <p:cNvSpPr txBox="1"/>
          <p:nvPr/>
        </p:nvSpPr>
        <p:spPr>
          <a:xfrm>
            <a:off x="693663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▲11%</a:t>
            </a:r>
            <a:endParaRPr lang="en-US" sz="680" dirty="0"/>
          </a:p>
        </p:txBody>
      </p:sp>
      <p:sp>
        <p:nvSpPr>
          <p:cNvPr id="5112" name="Shape 45"/>
          <p:cNvSpPr/>
          <p:nvPr/>
        </p:nvSpPr>
        <p:spPr>
          <a:xfrm>
            <a:off x="7626250" y="2418704"/>
            <a:ext cx="217083" cy="8675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3" name="Text 49"/>
          <p:cNvSpPr txBox="1"/>
          <p:nvPr/>
        </p:nvSpPr>
        <p:spPr>
          <a:xfrm>
            <a:off x="7453500" y="22449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316</a:t>
            </a:r>
            <a:endParaRPr lang="en-US" sz="900" dirty="0"/>
          </a:p>
        </p:txBody>
      </p:sp>
      <p:sp>
        <p:nvSpPr>
          <p:cNvPr id="5114" name="Text 47"/>
          <p:cNvSpPr txBox="1"/>
          <p:nvPr/>
        </p:nvSpPr>
        <p:spPr>
          <a:xfrm>
            <a:off x="74535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▼27%</a:t>
            </a:r>
            <a:endParaRPr lang="en-US" sz="680" dirty="0"/>
          </a:p>
        </p:txBody>
      </p:sp>
      <p:sp>
        <p:nvSpPr>
          <p:cNvPr id="5115" name="Shape 45"/>
          <p:cNvSpPr/>
          <p:nvPr/>
        </p:nvSpPr>
        <p:spPr>
          <a:xfrm>
            <a:off x="8325994" y="2487168"/>
            <a:ext cx="217083" cy="18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6" name="Text 46"/>
          <p:cNvSpPr txBox="1"/>
          <p:nvPr/>
        </p:nvSpPr>
        <p:spPr>
          <a:xfrm>
            <a:off x="8153244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258</a:t>
            </a:r>
            <a:endParaRPr lang="en-US" sz="800" dirty="0"/>
          </a:p>
        </p:txBody>
      </p:sp>
      <p:sp>
        <p:nvSpPr>
          <p:cNvPr id="5117" name="Text 47"/>
          <p:cNvSpPr txBox="1"/>
          <p:nvPr/>
        </p:nvSpPr>
        <p:spPr>
          <a:xfrm>
            <a:off x="81532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▲47%</a:t>
            </a:r>
            <a:endParaRPr lang="en-US" sz="680" dirty="0"/>
          </a:p>
        </p:txBody>
      </p:sp>
      <p:sp>
        <p:nvSpPr>
          <p:cNvPr id="5118" name="Shape 45"/>
          <p:cNvSpPr/>
          <p:nvPr/>
        </p:nvSpPr>
        <p:spPr>
          <a:xfrm>
            <a:off x="8842858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9" name="Text 46"/>
          <p:cNvSpPr txBox="1"/>
          <p:nvPr/>
        </p:nvSpPr>
        <p:spPr>
          <a:xfrm>
            <a:off x="8670108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1.826</a:t>
            </a:r>
            <a:endParaRPr lang="en-US" sz="800" dirty="0"/>
          </a:p>
        </p:txBody>
      </p:sp>
      <p:sp>
        <p:nvSpPr>
          <p:cNvPr id="5120" name="Text 47"/>
          <p:cNvSpPr txBox="1"/>
          <p:nvPr/>
        </p:nvSpPr>
        <p:spPr>
          <a:xfrm>
            <a:off x="867010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▲608%</a:t>
            </a:r>
            <a:endParaRPr lang="en-US" sz="680" dirty="0"/>
          </a:p>
        </p:txBody>
      </p:sp>
      <p:sp>
        <p:nvSpPr>
          <p:cNvPr id="5121" name="Shape 45"/>
          <p:cNvSpPr/>
          <p:nvPr/>
        </p:nvSpPr>
        <p:spPr>
          <a:xfrm>
            <a:off x="9359722" y="2422389"/>
            <a:ext cx="217083" cy="8306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22" name="Text 49"/>
          <p:cNvSpPr txBox="1"/>
          <p:nvPr/>
        </p:nvSpPr>
        <p:spPr>
          <a:xfrm>
            <a:off x="9186972" y="224865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1.276</a:t>
            </a:r>
            <a:endParaRPr lang="en-US" sz="900" dirty="0"/>
          </a:p>
        </p:txBody>
      </p:sp>
      <p:sp>
        <p:nvSpPr>
          <p:cNvPr id="5123" name="Text 47"/>
          <p:cNvSpPr txBox="1"/>
          <p:nvPr/>
        </p:nvSpPr>
        <p:spPr>
          <a:xfrm>
            <a:off x="91869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▼30%</a:t>
            </a:r>
            <a:endParaRPr lang="en-US" sz="680" dirty="0"/>
          </a:p>
        </p:txBody>
      </p:sp>
      <p:sp>
        <p:nvSpPr>
          <p:cNvPr id="5124" name="Shape 45"/>
          <p:cNvSpPr/>
          <p:nvPr/>
        </p:nvSpPr>
        <p:spPr>
          <a:xfrm>
            <a:off x="10059466" y="24871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25" name="Text 46"/>
          <p:cNvSpPr txBox="1"/>
          <p:nvPr/>
        </p:nvSpPr>
        <p:spPr>
          <a:xfrm>
            <a:off x="9886716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</a:t>
            </a:r>
            <a:endParaRPr lang="en-US" sz="800" dirty="0"/>
          </a:p>
        </p:txBody>
      </p:sp>
      <p:sp>
        <p:nvSpPr>
          <p:cNvPr id="5126" name="Text 47"/>
          <p:cNvSpPr txBox="1"/>
          <p:nvPr/>
        </p:nvSpPr>
        <p:spPr>
          <a:xfrm>
            <a:off x="988671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▼34%</a:t>
            </a:r>
            <a:endParaRPr lang="en-US" sz="680" dirty="0"/>
          </a:p>
        </p:txBody>
      </p:sp>
      <p:sp>
        <p:nvSpPr>
          <p:cNvPr id="5127" name="Shape 45"/>
          <p:cNvSpPr/>
          <p:nvPr/>
        </p:nvSpPr>
        <p:spPr>
          <a:xfrm>
            <a:off x="10576330" y="2442539"/>
            <a:ext cx="217083" cy="6291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8" name="Text 46"/>
          <p:cNvSpPr txBox="1"/>
          <p:nvPr/>
        </p:nvSpPr>
        <p:spPr>
          <a:xfrm>
            <a:off x="10403580" y="226880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244</a:t>
            </a:r>
            <a:endParaRPr lang="en-US" sz="800" dirty="0"/>
          </a:p>
        </p:txBody>
      </p:sp>
      <p:sp>
        <p:nvSpPr>
          <p:cNvPr id="5129" name="Text 47"/>
          <p:cNvSpPr txBox="1"/>
          <p:nvPr/>
        </p:nvSpPr>
        <p:spPr>
          <a:xfrm>
            <a:off x="1040358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▲398%</a:t>
            </a:r>
            <a:endParaRPr lang="en-US" sz="680" dirty="0"/>
          </a:p>
        </p:txBody>
      </p:sp>
      <p:sp>
        <p:nvSpPr>
          <p:cNvPr id="5130" name="Shape 45"/>
          <p:cNvSpPr/>
          <p:nvPr/>
        </p:nvSpPr>
        <p:spPr>
          <a:xfrm>
            <a:off x="11093194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1" name="Text 49"/>
          <p:cNvSpPr txBox="1"/>
          <p:nvPr/>
        </p:nvSpPr>
        <p:spPr>
          <a:xfrm>
            <a:off x="10920444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461</a:t>
            </a:r>
            <a:endParaRPr lang="en-US" sz="900" dirty="0"/>
          </a:p>
        </p:txBody>
      </p:sp>
      <p:sp>
        <p:nvSpPr>
          <p:cNvPr id="5132" name="Text 47"/>
          <p:cNvSpPr txBox="1"/>
          <p:nvPr/>
        </p:nvSpPr>
        <p:spPr>
          <a:xfrm>
            <a:off x="109204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▲89%</a:t>
            </a:r>
            <a:endParaRPr lang="en-US" sz="680" dirty="0"/>
          </a:p>
        </p:txBody>
      </p:sp>
      <p:sp>
        <p:nvSpPr>
          <p:cNvPr id="5133" name="Shape 45"/>
          <p:cNvSpPr/>
          <p:nvPr/>
        </p:nvSpPr>
        <p:spPr>
          <a:xfrm>
            <a:off x="4859050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4" name="Text 46"/>
          <p:cNvSpPr txBox="1"/>
          <p:nvPr/>
        </p:nvSpPr>
        <p:spPr>
          <a:xfrm>
            <a:off x="4686300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1.280</a:t>
            </a:r>
            <a:endParaRPr lang="en-US" sz="800" dirty="0"/>
          </a:p>
        </p:txBody>
      </p:sp>
      <p:sp>
        <p:nvSpPr>
          <p:cNvPr id="5135" name="Text 47"/>
          <p:cNvSpPr txBox="1"/>
          <p:nvPr/>
        </p:nvSpPr>
        <p:spPr>
          <a:xfrm>
            <a:off x="46863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▲2%</a:t>
            </a:r>
            <a:endParaRPr lang="en-US" sz="680" dirty="0"/>
          </a:p>
        </p:txBody>
      </p:sp>
      <p:sp>
        <p:nvSpPr>
          <p:cNvPr id="5136" name="Shape 45"/>
          <p:cNvSpPr/>
          <p:nvPr/>
        </p:nvSpPr>
        <p:spPr>
          <a:xfrm>
            <a:off x="5375914" y="300532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7" name="Text 46"/>
          <p:cNvSpPr txBox="1"/>
          <p:nvPr/>
        </p:nvSpPr>
        <p:spPr>
          <a:xfrm>
            <a:off x="5203164" y="283159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800" dirty="0"/>
          </a:p>
        </p:txBody>
      </p:sp>
      <p:sp>
        <p:nvSpPr>
          <p:cNvPr id="5138" name="Text 47"/>
          <p:cNvSpPr txBox="1"/>
          <p:nvPr/>
        </p:nvSpPr>
        <p:spPr>
          <a:xfrm>
            <a:off x="520316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▼99%</a:t>
            </a:r>
            <a:endParaRPr lang="en-US" sz="680" dirty="0"/>
          </a:p>
        </p:txBody>
      </p:sp>
      <p:sp>
        <p:nvSpPr>
          <p:cNvPr id="5139" name="Shape 45"/>
          <p:cNvSpPr/>
          <p:nvPr/>
        </p:nvSpPr>
        <p:spPr>
          <a:xfrm>
            <a:off x="5892778" y="3005328"/>
            <a:ext cx="217083" cy="18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0" name="Text 49"/>
          <p:cNvSpPr txBox="1"/>
          <p:nvPr/>
        </p:nvSpPr>
        <p:spPr>
          <a:xfrm>
            <a:off x="5720028" y="283159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69</a:t>
            </a:r>
            <a:endParaRPr lang="en-US" sz="900" dirty="0"/>
          </a:p>
        </p:txBody>
      </p:sp>
      <p:sp>
        <p:nvSpPr>
          <p:cNvPr id="5141" name="Text 47"/>
          <p:cNvSpPr txBox="1"/>
          <p:nvPr/>
        </p:nvSpPr>
        <p:spPr>
          <a:xfrm>
            <a:off x="572002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▲360%</a:t>
            </a:r>
            <a:endParaRPr lang="en-US" sz="680" dirty="0"/>
          </a:p>
        </p:txBody>
      </p:sp>
      <p:sp>
        <p:nvSpPr>
          <p:cNvPr id="5142" name="Shape 45"/>
          <p:cNvSpPr/>
          <p:nvPr/>
        </p:nvSpPr>
        <p:spPr>
          <a:xfrm>
            <a:off x="6592522" y="2904744"/>
            <a:ext cx="217083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3" name="Text 46"/>
          <p:cNvSpPr txBox="1"/>
          <p:nvPr/>
        </p:nvSpPr>
        <p:spPr>
          <a:xfrm>
            <a:off x="6419772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1.086</a:t>
            </a:r>
            <a:endParaRPr lang="en-US" sz="800" dirty="0"/>
          </a:p>
        </p:txBody>
      </p:sp>
      <p:sp>
        <p:nvSpPr>
          <p:cNvPr id="5144" name="Text 47"/>
          <p:cNvSpPr txBox="1"/>
          <p:nvPr/>
        </p:nvSpPr>
        <p:spPr>
          <a:xfrm>
            <a:off x="64197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▼6%</a:t>
            </a:r>
            <a:endParaRPr lang="en-US" sz="680" dirty="0"/>
          </a:p>
        </p:txBody>
      </p:sp>
      <p:sp>
        <p:nvSpPr>
          <p:cNvPr id="5145" name="Shape 45"/>
          <p:cNvSpPr/>
          <p:nvPr/>
        </p:nvSpPr>
        <p:spPr>
          <a:xfrm>
            <a:off x="7109386" y="300532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6" name="Text 46"/>
          <p:cNvSpPr txBox="1"/>
          <p:nvPr/>
        </p:nvSpPr>
        <p:spPr>
          <a:xfrm>
            <a:off x="6936636" y="283159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800" dirty="0"/>
          </a:p>
        </p:txBody>
      </p:sp>
      <p:sp>
        <p:nvSpPr>
          <p:cNvPr id="5147" name="Text 47"/>
          <p:cNvSpPr txBox="1"/>
          <p:nvPr/>
        </p:nvSpPr>
        <p:spPr>
          <a:xfrm>
            <a:off x="693663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▼100%</a:t>
            </a:r>
            <a:endParaRPr lang="en-US" sz="680" dirty="0"/>
          </a:p>
        </p:txBody>
      </p:sp>
      <p:sp>
        <p:nvSpPr>
          <p:cNvPr id="5148" name="Shape 45"/>
          <p:cNvSpPr/>
          <p:nvPr/>
        </p:nvSpPr>
        <p:spPr>
          <a:xfrm>
            <a:off x="7626250" y="3005328"/>
            <a:ext cx="217083" cy="18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9" name="Text 49"/>
          <p:cNvSpPr txBox="1"/>
          <p:nvPr/>
        </p:nvSpPr>
        <p:spPr>
          <a:xfrm>
            <a:off x="7453500" y="283159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53</a:t>
            </a:r>
            <a:endParaRPr lang="en-US" sz="900" dirty="0"/>
          </a:p>
        </p:txBody>
      </p:sp>
      <p:sp>
        <p:nvSpPr>
          <p:cNvPr id="5150" name="Text 47"/>
          <p:cNvSpPr txBox="1"/>
          <p:nvPr/>
        </p:nvSpPr>
        <p:spPr>
          <a:xfrm>
            <a:off x="74535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▲960%</a:t>
            </a:r>
            <a:endParaRPr lang="en-US" sz="680" dirty="0"/>
          </a:p>
        </p:txBody>
      </p:sp>
      <p:sp>
        <p:nvSpPr>
          <p:cNvPr id="5151" name="Shape 45"/>
          <p:cNvSpPr/>
          <p:nvPr/>
        </p:nvSpPr>
        <p:spPr>
          <a:xfrm>
            <a:off x="8325994" y="2904744"/>
            <a:ext cx="217083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2" name="Text 46"/>
          <p:cNvSpPr txBox="1"/>
          <p:nvPr/>
        </p:nvSpPr>
        <p:spPr>
          <a:xfrm>
            <a:off x="8153244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2.882</a:t>
            </a:r>
            <a:endParaRPr lang="en-US" sz="800" dirty="0"/>
          </a:p>
        </p:txBody>
      </p:sp>
      <p:sp>
        <p:nvSpPr>
          <p:cNvPr id="5153" name="Text 47"/>
          <p:cNvSpPr txBox="1"/>
          <p:nvPr/>
        </p:nvSpPr>
        <p:spPr>
          <a:xfrm>
            <a:off x="81532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▼77%</a:t>
            </a:r>
            <a:endParaRPr lang="en-US" sz="680" dirty="0"/>
          </a:p>
        </p:txBody>
      </p:sp>
      <p:sp>
        <p:nvSpPr>
          <p:cNvPr id="5154" name="Shape 45"/>
          <p:cNvSpPr/>
          <p:nvPr/>
        </p:nvSpPr>
        <p:spPr>
          <a:xfrm>
            <a:off x="8842858" y="2916293"/>
            <a:ext cx="217083" cy="10732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5" name="Text 46"/>
          <p:cNvSpPr txBox="1"/>
          <p:nvPr/>
        </p:nvSpPr>
        <p:spPr>
          <a:xfrm>
            <a:off x="8670108" y="274255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2.602</a:t>
            </a:r>
            <a:endParaRPr lang="en-US" sz="800" dirty="0"/>
          </a:p>
        </p:txBody>
      </p:sp>
      <p:sp>
        <p:nvSpPr>
          <p:cNvPr id="5156" name="Text 47"/>
          <p:cNvSpPr txBox="1"/>
          <p:nvPr/>
        </p:nvSpPr>
        <p:spPr>
          <a:xfrm>
            <a:off x="867010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▼10%</a:t>
            </a:r>
            <a:endParaRPr lang="en-US" sz="680" dirty="0"/>
          </a:p>
        </p:txBody>
      </p:sp>
      <p:sp>
        <p:nvSpPr>
          <p:cNvPr id="5157" name="Shape 45"/>
          <p:cNvSpPr/>
          <p:nvPr/>
        </p:nvSpPr>
        <p:spPr>
          <a:xfrm>
            <a:off x="9359722" y="300532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8" name="Text 49"/>
          <p:cNvSpPr txBox="1"/>
          <p:nvPr/>
        </p:nvSpPr>
        <p:spPr>
          <a:xfrm>
            <a:off x="9186972" y="283159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900" dirty="0"/>
          </a:p>
        </p:txBody>
      </p:sp>
      <p:sp>
        <p:nvSpPr>
          <p:cNvPr id="5159" name="Text 47"/>
          <p:cNvSpPr txBox="1"/>
          <p:nvPr/>
        </p:nvSpPr>
        <p:spPr>
          <a:xfrm>
            <a:off x="91869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▼100%</a:t>
            </a:r>
            <a:endParaRPr lang="en-US" sz="680" dirty="0"/>
          </a:p>
        </p:txBody>
      </p:sp>
      <p:sp>
        <p:nvSpPr>
          <p:cNvPr id="5160" name="Shape 45"/>
          <p:cNvSpPr/>
          <p:nvPr/>
        </p:nvSpPr>
        <p:spPr>
          <a:xfrm>
            <a:off x="10059466" y="2904744"/>
            <a:ext cx="217083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1" name="Text 46"/>
          <p:cNvSpPr txBox="1"/>
          <p:nvPr/>
        </p:nvSpPr>
        <p:spPr>
          <a:xfrm>
            <a:off x="9886716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2.456</a:t>
            </a:r>
            <a:endParaRPr lang="en-US" sz="800" dirty="0"/>
          </a:p>
        </p:txBody>
      </p:sp>
      <p:sp>
        <p:nvSpPr>
          <p:cNvPr id="5162" name="Text 47"/>
          <p:cNvSpPr txBox="1"/>
          <p:nvPr/>
        </p:nvSpPr>
        <p:spPr>
          <a:xfrm>
            <a:off x="988671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▼77%</a:t>
            </a:r>
            <a:endParaRPr lang="en-US" sz="680" dirty="0"/>
          </a:p>
        </p:txBody>
      </p:sp>
      <p:sp>
        <p:nvSpPr>
          <p:cNvPr id="5163" name="Shape 45"/>
          <p:cNvSpPr/>
          <p:nvPr/>
        </p:nvSpPr>
        <p:spPr>
          <a:xfrm>
            <a:off x="10576330" y="2968439"/>
            <a:ext cx="217083" cy="5517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4" name="Text 46"/>
          <p:cNvSpPr txBox="1"/>
          <p:nvPr/>
        </p:nvSpPr>
        <p:spPr>
          <a:xfrm>
            <a:off x="10403580" y="279470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1.140</a:t>
            </a:r>
            <a:endParaRPr lang="en-US" sz="800" dirty="0"/>
          </a:p>
        </p:txBody>
      </p:sp>
      <p:sp>
        <p:nvSpPr>
          <p:cNvPr id="5165" name="Text 47"/>
          <p:cNvSpPr txBox="1"/>
          <p:nvPr/>
        </p:nvSpPr>
        <p:spPr>
          <a:xfrm>
            <a:off x="1040358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▼54%</a:t>
            </a:r>
            <a:endParaRPr lang="en-US" sz="680" dirty="0"/>
          </a:p>
        </p:txBody>
      </p:sp>
      <p:sp>
        <p:nvSpPr>
          <p:cNvPr id="5166" name="Shape 45"/>
          <p:cNvSpPr/>
          <p:nvPr/>
        </p:nvSpPr>
        <p:spPr>
          <a:xfrm>
            <a:off x="11093194" y="300532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7" name="Text 49"/>
          <p:cNvSpPr txBox="1"/>
          <p:nvPr/>
        </p:nvSpPr>
        <p:spPr>
          <a:xfrm>
            <a:off x="10920444" y="283159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900" dirty="0"/>
          </a:p>
        </p:txBody>
      </p:sp>
      <p:sp>
        <p:nvSpPr>
          <p:cNvPr id="5168" name="Text 47"/>
          <p:cNvSpPr txBox="1"/>
          <p:nvPr/>
        </p:nvSpPr>
        <p:spPr>
          <a:xfrm>
            <a:off x="109204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▼100%</a:t>
            </a:r>
            <a:endParaRPr lang="en-US" sz="680" dirty="0"/>
          </a:p>
        </p:txBody>
      </p:sp>
      <p:sp>
        <p:nvSpPr>
          <p:cNvPr id="5169" name="Shape 45"/>
          <p:cNvSpPr/>
          <p:nvPr/>
        </p:nvSpPr>
        <p:spPr>
          <a:xfrm>
            <a:off x="4859050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0" name="Text 46"/>
          <p:cNvSpPr txBox="1"/>
          <p:nvPr/>
        </p:nvSpPr>
        <p:spPr>
          <a:xfrm>
            <a:off x="4686300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1.295</a:t>
            </a:r>
            <a:endParaRPr lang="en-US" sz="800" dirty="0"/>
          </a:p>
        </p:txBody>
      </p:sp>
      <p:sp>
        <p:nvSpPr>
          <p:cNvPr id="5171" name="Text 47"/>
          <p:cNvSpPr txBox="1"/>
          <p:nvPr/>
        </p:nvSpPr>
        <p:spPr>
          <a:xfrm>
            <a:off x="46863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▲6%</a:t>
            </a:r>
            <a:endParaRPr lang="en-US" sz="680" dirty="0"/>
          </a:p>
        </p:txBody>
      </p:sp>
      <p:sp>
        <p:nvSpPr>
          <p:cNvPr id="5172" name="Shape 45"/>
          <p:cNvSpPr/>
          <p:nvPr/>
        </p:nvSpPr>
        <p:spPr>
          <a:xfrm>
            <a:off x="5375914" y="3461549"/>
            <a:ext cx="217083" cy="8022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3" name="Text 46"/>
          <p:cNvSpPr txBox="1"/>
          <p:nvPr/>
        </p:nvSpPr>
        <p:spPr>
          <a:xfrm>
            <a:off x="5203164" y="328781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874</a:t>
            </a:r>
            <a:endParaRPr lang="en-US" sz="800" dirty="0"/>
          </a:p>
        </p:txBody>
      </p:sp>
      <p:sp>
        <p:nvSpPr>
          <p:cNvPr id="5174" name="Text 47"/>
          <p:cNvSpPr txBox="1"/>
          <p:nvPr/>
        </p:nvSpPr>
        <p:spPr>
          <a:xfrm>
            <a:off x="520316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▼33%</a:t>
            </a:r>
            <a:endParaRPr lang="en-US" sz="680" dirty="0"/>
          </a:p>
        </p:txBody>
      </p:sp>
      <p:sp>
        <p:nvSpPr>
          <p:cNvPr id="5175" name="Shape 45"/>
          <p:cNvSpPr/>
          <p:nvPr/>
        </p:nvSpPr>
        <p:spPr>
          <a:xfrm>
            <a:off x="5892778" y="352348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6" name="Text 49"/>
          <p:cNvSpPr txBox="1"/>
          <p:nvPr/>
        </p:nvSpPr>
        <p:spPr>
          <a:xfrm>
            <a:off x="5720028" y="334975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63</a:t>
            </a:r>
            <a:endParaRPr lang="en-US" sz="900" dirty="0"/>
          </a:p>
        </p:txBody>
      </p:sp>
      <p:sp>
        <p:nvSpPr>
          <p:cNvPr id="5177" name="Text 47"/>
          <p:cNvSpPr txBox="1"/>
          <p:nvPr/>
        </p:nvSpPr>
        <p:spPr>
          <a:xfrm>
            <a:off x="572002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▼93%</a:t>
            </a:r>
            <a:endParaRPr lang="en-US" sz="680" dirty="0"/>
          </a:p>
        </p:txBody>
      </p:sp>
      <p:sp>
        <p:nvSpPr>
          <p:cNvPr id="5178" name="Shape 45"/>
          <p:cNvSpPr/>
          <p:nvPr/>
        </p:nvSpPr>
        <p:spPr>
          <a:xfrm>
            <a:off x="6592522" y="3434303"/>
            <a:ext cx="217083" cy="10747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9" name="Text 46"/>
          <p:cNvSpPr txBox="1"/>
          <p:nvPr/>
        </p:nvSpPr>
        <p:spPr>
          <a:xfrm>
            <a:off x="6419772" y="326056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264</a:t>
            </a:r>
            <a:endParaRPr lang="en-US" sz="800" dirty="0"/>
          </a:p>
        </p:txBody>
      </p:sp>
      <p:sp>
        <p:nvSpPr>
          <p:cNvPr id="5180" name="Text 47"/>
          <p:cNvSpPr txBox="1"/>
          <p:nvPr/>
        </p:nvSpPr>
        <p:spPr>
          <a:xfrm>
            <a:off x="64197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▼20%</a:t>
            </a:r>
            <a:endParaRPr lang="en-US" sz="680" dirty="0"/>
          </a:p>
        </p:txBody>
      </p:sp>
      <p:sp>
        <p:nvSpPr>
          <p:cNvPr id="5181" name="Shape 45"/>
          <p:cNvSpPr/>
          <p:nvPr/>
        </p:nvSpPr>
        <p:spPr>
          <a:xfrm>
            <a:off x="7109386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2" name="Text 46"/>
          <p:cNvSpPr txBox="1"/>
          <p:nvPr/>
        </p:nvSpPr>
        <p:spPr>
          <a:xfrm>
            <a:off x="6936636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292</a:t>
            </a:r>
            <a:endParaRPr lang="en-US" sz="800" dirty="0"/>
          </a:p>
        </p:txBody>
      </p:sp>
      <p:sp>
        <p:nvSpPr>
          <p:cNvPr id="5183" name="Text 47"/>
          <p:cNvSpPr txBox="1"/>
          <p:nvPr/>
        </p:nvSpPr>
        <p:spPr>
          <a:xfrm>
            <a:off x="693663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▲11%</a:t>
            </a:r>
            <a:endParaRPr lang="en-US" sz="680" dirty="0"/>
          </a:p>
        </p:txBody>
      </p:sp>
      <p:sp>
        <p:nvSpPr>
          <p:cNvPr id="5184" name="Shape 45"/>
          <p:cNvSpPr/>
          <p:nvPr/>
        </p:nvSpPr>
        <p:spPr>
          <a:xfrm>
            <a:off x="7626250" y="352348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5" name="Text 49"/>
          <p:cNvSpPr txBox="1"/>
          <p:nvPr/>
        </p:nvSpPr>
        <p:spPr>
          <a:xfrm>
            <a:off x="7453500" y="334975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900" dirty="0"/>
          </a:p>
        </p:txBody>
      </p:sp>
      <p:sp>
        <p:nvSpPr>
          <p:cNvPr id="5186" name="Text 47"/>
          <p:cNvSpPr txBox="1"/>
          <p:nvPr/>
        </p:nvSpPr>
        <p:spPr>
          <a:xfrm>
            <a:off x="74535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▼100%</a:t>
            </a:r>
            <a:endParaRPr lang="en-US" sz="680" dirty="0"/>
          </a:p>
        </p:txBody>
      </p:sp>
      <p:sp>
        <p:nvSpPr>
          <p:cNvPr id="5187" name="Shape 45"/>
          <p:cNvSpPr/>
          <p:nvPr/>
        </p:nvSpPr>
        <p:spPr>
          <a:xfrm>
            <a:off x="8325994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8" name="Text 46"/>
          <p:cNvSpPr txBox="1"/>
          <p:nvPr/>
        </p:nvSpPr>
        <p:spPr>
          <a:xfrm>
            <a:off x="8153244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2.511</a:t>
            </a:r>
            <a:endParaRPr lang="en-US" sz="800" dirty="0"/>
          </a:p>
        </p:txBody>
      </p:sp>
      <p:sp>
        <p:nvSpPr>
          <p:cNvPr id="5189" name="Text 47"/>
          <p:cNvSpPr txBox="1"/>
          <p:nvPr/>
        </p:nvSpPr>
        <p:spPr>
          <a:xfrm>
            <a:off x="81532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▲134%</a:t>
            </a:r>
            <a:endParaRPr lang="en-US" sz="680" dirty="0"/>
          </a:p>
        </p:txBody>
      </p:sp>
      <p:sp>
        <p:nvSpPr>
          <p:cNvPr id="5190" name="Shape 45"/>
          <p:cNvSpPr/>
          <p:nvPr/>
        </p:nvSpPr>
        <p:spPr>
          <a:xfrm>
            <a:off x="8842858" y="3428538"/>
            <a:ext cx="217083" cy="11323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1" name="Text 46"/>
          <p:cNvSpPr txBox="1"/>
          <p:nvPr/>
        </p:nvSpPr>
        <p:spPr>
          <a:xfrm>
            <a:off x="8670108" y="325480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2.392</a:t>
            </a:r>
            <a:endParaRPr lang="en-US" sz="800" dirty="0"/>
          </a:p>
        </p:txBody>
      </p:sp>
      <p:sp>
        <p:nvSpPr>
          <p:cNvPr id="5192" name="Text 47"/>
          <p:cNvSpPr txBox="1"/>
          <p:nvPr/>
        </p:nvSpPr>
        <p:spPr>
          <a:xfrm>
            <a:off x="867010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▼5%</a:t>
            </a:r>
            <a:endParaRPr lang="en-US" sz="680" dirty="0"/>
          </a:p>
        </p:txBody>
      </p:sp>
      <p:sp>
        <p:nvSpPr>
          <p:cNvPr id="5193" name="Shape 45"/>
          <p:cNvSpPr/>
          <p:nvPr/>
        </p:nvSpPr>
        <p:spPr>
          <a:xfrm>
            <a:off x="9359722" y="3485062"/>
            <a:ext cx="217083" cy="5671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4" name="Text 49"/>
          <p:cNvSpPr txBox="1"/>
          <p:nvPr/>
        </p:nvSpPr>
        <p:spPr>
          <a:xfrm>
            <a:off x="9186972" y="331132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1.198</a:t>
            </a:r>
            <a:endParaRPr lang="en-US" sz="900" dirty="0"/>
          </a:p>
        </p:txBody>
      </p:sp>
      <p:sp>
        <p:nvSpPr>
          <p:cNvPr id="5195" name="Text 47"/>
          <p:cNvSpPr txBox="1"/>
          <p:nvPr/>
        </p:nvSpPr>
        <p:spPr>
          <a:xfrm>
            <a:off x="91869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▼50%</a:t>
            </a:r>
            <a:endParaRPr lang="en-US" sz="680" dirty="0"/>
          </a:p>
        </p:txBody>
      </p:sp>
      <p:sp>
        <p:nvSpPr>
          <p:cNvPr id="5196" name="Shape 45"/>
          <p:cNvSpPr/>
          <p:nvPr/>
        </p:nvSpPr>
        <p:spPr>
          <a:xfrm>
            <a:off x="10059466" y="3448070"/>
            <a:ext cx="217083" cy="9370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7" name="Text 46"/>
          <p:cNvSpPr txBox="1"/>
          <p:nvPr/>
        </p:nvSpPr>
        <p:spPr>
          <a:xfrm>
            <a:off x="9886716" y="327433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916</a:t>
            </a:r>
            <a:endParaRPr lang="en-US" sz="800" dirty="0"/>
          </a:p>
        </p:txBody>
      </p:sp>
      <p:sp>
        <p:nvSpPr>
          <p:cNvPr id="5198" name="Text 47"/>
          <p:cNvSpPr txBox="1"/>
          <p:nvPr/>
        </p:nvSpPr>
        <p:spPr>
          <a:xfrm>
            <a:off x="988671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▲72%</a:t>
            </a:r>
            <a:endParaRPr lang="en-US" sz="680" dirty="0"/>
          </a:p>
        </p:txBody>
      </p:sp>
      <p:sp>
        <p:nvSpPr>
          <p:cNvPr id="5199" name="Shape 45"/>
          <p:cNvSpPr/>
          <p:nvPr/>
        </p:nvSpPr>
        <p:spPr>
          <a:xfrm>
            <a:off x="10576330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0" name="Text 46"/>
          <p:cNvSpPr txBox="1"/>
          <p:nvPr/>
        </p:nvSpPr>
        <p:spPr>
          <a:xfrm>
            <a:off x="10403580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1.162</a:t>
            </a:r>
            <a:endParaRPr lang="en-US" sz="800" dirty="0"/>
          </a:p>
        </p:txBody>
      </p:sp>
      <p:sp>
        <p:nvSpPr>
          <p:cNvPr id="5201" name="Text 47"/>
          <p:cNvSpPr txBox="1"/>
          <p:nvPr/>
        </p:nvSpPr>
        <p:spPr>
          <a:xfrm>
            <a:off x="1040358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▲27%</a:t>
            </a:r>
            <a:endParaRPr lang="en-US" sz="680" dirty="0"/>
          </a:p>
        </p:txBody>
      </p:sp>
      <p:sp>
        <p:nvSpPr>
          <p:cNvPr id="5202" name="Shape 45"/>
          <p:cNvSpPr/>
          <p:nvPr/>
        </p:nvSpPr>
        <p:spPr>
          <a:xfrm>
            <a:off x="11093194" y="3475588"/>
            <a:ext cx="217083" cy="661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3" name="Text 49"/>
          <p:cNvSpPr txBox="1"/>
          <p:nvPr/>
        </p:nvSpPr>
        <p:spPr>
          <a:xfrm>
            <a:off x="10920444" y="330185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647</a:t>
            </a:r>
            <a:endParaRPr lang="en-US" sz="900" dirty="0"/>
          </a:p>
        </p:txBody>
      </p:sp>
      <p:sp>
        <p:nvSpPr>
          <p:cNvPr id="5204" name="Text 47"/>
          <p:cNvSpPr txBox="1"/>
          <p:nvPr/>
        </p:nvSpPr>
        <p:spPr>
          <a:xfrm>
            <a:off x="109204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▼44%</a:t>
            </a:r>
            <a:endParaRPr lang="en-US" sz="680" dirty="0"/>
          </a:p>
        </p:txBody>
      </p:sp>
      <p:sp>
        <p:nvSpPr>
          <p:cNvPr id="5205" name="Shape 45"/>
          <p:cNvSpPr/>
          <p:nvPr/>
        </p:nvSpPr>
        <p:spPr>
          <a:xfrm>
            <a:off x="4859050" y="3963430"/>
            <a:ext cx="217083" cy="9650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6" name="Text 46"/>
          <p:cNvSpPr txBox="1"/>
          <p:nvPr/>
        </p:nvSpPr>
        <p:spPr>
          <a:xfrm>
            <a:off x="4686300" y="378969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233</a:t>
            </a:r>
            <a:endParaRPr lang="en-US" sz="800" dirty="0"/>
          </a:p>
        </p:txBody>
      </p:sp>
      <p:sp>
        <p:nvSpPr>
          <p:cNvPr id="5207" name="Text 47"/>
          <p:cNvSpPr txBox="1"/>
          <p:nvPr/>
        </p:nvSpPr>
        <p:spPr>
          <a:xfrm>
            <a:off x="46863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▲25%</a:t>
            </a:r>
            <a:endParaRPr lang="en-US" sz="680" dirty="0"/>
          </a:p>
        </p:txBody>
      </p:sp>
      <p:sp>
        <p:nvSpPr>
          <p:cNvPr id="5208" name="Shape 45"/>
          <p:cNvSpPr/>
          <p:nvPr/>
        </p:nvSpPr>
        <p:spPr>
          <a:xfrm>
            <a:off x="5375914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9" name="Text 46"/>
          <p:cNvSpPr txBox="1"/>
          <p:nvPr/>
        </p:nvSpPr>
        <p:spPr>
          <a:xfrm>
            <a:off x="5203164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287</a:t>
            </a:r>
            <a:endParaRPr lang="en-US" sz="800" dirty="0"/>
          </a:p>
        </p:txBody>
      </p:sp>
      <p:sp>
        <p:nvSpPr>
          <p:cNvPr id="5210" name="Text 47"/>
          <p:cNvSpPr txBox="1"/>
          <p:nvPr/>
        </p:nvSpPr>
        <p:spPr>
          <a:xfrm>
            <a:off x="520316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211" name="Shape 45"/>
          <p:cNvSpPr/>
          <p:nvPr/>
        </p:nvSpPr>
        <p:spPr>
          <a:xfrm>
            <a:off x="5892778" y="4034671"/>
            <a:ext cx="217083" cy="2526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2" name="Text 49"/>
          <p:cNvSpPr txBox="1"/>
          <p:nvPr/>
        </p:nvSpPr>
        <p:spPr>
          <a:xfrm>
            <a:off x="5720028" y="386093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</a:t>
            </a:r>
            <a:endParaRPr lang="en-US" sz="900" dirty="0"/>
          </a:p>
        </p:txBody>
      </p:sp>
      <p:sp>
        <p:nvSpPr>
          <p:cNvPr id="5213" name="Text 47"/>
          <p:cNvSpPr txBox="1"/>
          <p:nvPr/>
        </p:nvSpPr>
        <p:spPr>
          <a:xfrm>
            <a:off x="572002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▼79%</a:t>
            </a:r>
            <a:endParaRPr lang="en-US" sz="680" dirty="0"/>
          </a:p>
        </p:txBody>
      </p:sp>
      <p:sp>
        <p:nvSpPr>
          <p:cNvPr id="5214" name="Shape 45"/>
          <p:cNvSpPr/>
          <p:nvPr/>
        </p:nvSpPr>
        <p:spPr>
          <a:xfrm>
            <a:off x="6592522" y="3952821"/>
            <a:ext cx="217083" cy="10711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15" name="Text 46"/>
          <p:cNvSpPr txBox="1"/>
          <p:nvPr/>
        </p:nvSpPr>
        <p:spPr>
          <a:xfrm>
            <a:off x="6419772" y="377908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82</a:t>
            </a:r>
            <a:endParaRPr lang="en-US" sz="800" dirty="0"/>
          </a:p>
        </p:txBody>
      </p:sp>
      <p:sp>
        <p:nvSpPr>
          <p:cNvPr id="5216" name="Text 47"/>
          <p:cNvSpPr txBox="1"/>
          <p:nvPr/>
        </p:nvSpPr>
        <p:spPr>
          <a:xfrm>
            <a:off x="64197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▲165%</a:t>
            </a:r>
            <a:endParaRPr lang="en-US" sz="680" dirty="0"/>
          </a:p>
        </p:txBody>
      </p:sp>
      <p:sp>
        <p:nvSpPr>
          <p:cNvPr id="5217" name="Shape 45"/>
          <p:cNvSpPr/>
          <p:nvPr/>
        </p:nvSpPr>
        <p:spPr>
          <a:xfrm>
            <a:off x="7109386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18" name="Text 46"/>
          <p:cNvSpPr txBox="1"/>
          <p:nvPr/>
        </p:nvSpPr>
        <p:spPr>
          <a:xfrm>
            <a:off x="6936636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91</a:t>
            </a:r>
            <a:endParaRPr lang="en-US" sz="800" dirty="0"/>
          </a:p>
        </p:txBody>
      </p:sp>
      <p:sp>
        <p:nvSpPr>
          <p:cNvPr id="5219" name="Text 47"/>
          <p:cNvSpPr txBox="1"/>
          <p:nvPr/>
        </p:nvSpPr>
        <p:spPr>
          <a:xfrm>
            <a:off x="693663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▲11%</a:t>
            </a:r>
            <a:endParaRPr lang="en-US" sz="680" dirty="0"/>
          </a:p>
        </p:txBody>
      </p:sp>
      <p:sp>
        <p:nvSpPr>
          <p:cNvPr id="5220" name="Shape 45"/>
          <p:cNvSpPr/>
          <p:nvPr/>
        </p:nvSpPr>
        <p:spPr>
          <a:xfrm>
            <a:off x="7626250" y="4018135"/>
            <a:ext cx="217083" cy="4180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21" name="Text 49"/>
          <p:cNvSpPr txBox="1"/>
          <p:nvPr/>
        </p:nvSpPr>
        <p:spPr>
          <a:xfrm>
            <a:off x="7453500" y="384439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</a:t>
            </a:r>
            <a:endParaRPr lang="en-US" sz="900" dirty="0"/>
          </a:p>
        </p:txBody>
      </p:sp>
      <p:sp>
        <p:nvSpPr>
          <p:cNvPr id="5222" name="Text 47"/>
          <p:cNvSpPr txBox="1"/>
          <p:nvPr/>
        </p:nvSpPr>
        <p:spPr>
          <a:xfrm>
            <a:off x="74535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▼65%</a:t>
            </a:r>
            <a:endParaRPr lang="en-US" sz="680" dirty="0"/>
          </a:p>
        </p:txBody>
      </p:sp>
      <p:sp>
        <p:nvSpPr>
          <p:cNvPr id="5223" name="Shape 45"/>
          <p:cNvSpPr/>
          <p:nvPr/>
        </p:nvSpPr>
        <p:spPr>
          <a:xfrm>
            <a:off x="8325994" y="4003047"/>
            <a:ext cx="217083" cy="5688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24" name="Text 46"/>
          <p:cNvSpPr txBox="1"/>
          <p:nvPr/>
        </p:nvSpPr>
        <p:spPr>
          <a:xfrm>
            <a:off x="8153244" y="382931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201</a:t>
            </a:r>
            <a:endParaRPr lang="en-US" sz="800" dirty="0"/>
          </a:p>
        </p:txBody>
      </p:sp>
      <p:sp>
        <p:nvSpPr>
          <p:cNvPr id="5225" name="Text 47"/>
          <p:cNvSpPr txBox="1"/>
          <p:nvPr/>
        </p:nvSpPr>
        <p:spPr>
          <a:xfrm>
            <a:off x="81532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▲12%</a:t>
            </a:r>
            <a:endParaRPr lang="en-US" sz="680" dirty="0"/>
          </a:p>
        </p:txBody>
      </p:sp>
      <p:sp>
        <p:nvSpPr>
          <p:cNvPr id="5226" name="Shape 45"/>
          <p:cNvSpPr/>
          <p:nvPr/>
        </p:nvSpPr>
        <p:spPr>
          <a:xfrm>
            <a:off x="8842858" y="3958895"/>
            <a:ext cx="217083" cy="10104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27" name="Text 46"/>
          <p:cNvSpPr txBox="1"/>
          <p:nvPr/>
        </p:nvSpPr>
        <p:spPr>
          <a:xfrm>
            <a:off x="8670108" y="378515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357</a:t>
            </a:r>
            <a:endParaRPr lang="en-US" sz="800" dirty="0"/>
          </a:p>
        </p:txBody>
      </p:sp>
      <p:sp>
        <p:nvSpPr>
          <p:cNvPr id="5228" name="Text 47"/>
          <p:cNvSpPr txBox="1"/>
          <p:nvPr/>
        </p:nvSpPr>
        <p:spPr>
          <a:xfrm>
            <a:off x="867010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▲78%</a:t>
            </a:r>
            <a:endParaRPr lang="en-US" sz="680" dirty="0"/>
          </a:p>
        </p:txBody>
      </p:sp>
      <p:sp>
        <p:nvSpPr>
          <p:cNvPr id="5229" name="Shape 45"/>
          <p:cNvSpPr/>
          <p:nvPr/>
        </p:nvSpPr>
        <p:spPr>
          <a:xfrm>
            <a:off x="9359722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0" name="Text 49"/>
          <p:cNvSpPr txBox="1"/>
          <p:nvPr/>
        </p:nvSpPr>
        <p:spPr>
          <a:xfrm>
            <a:off x="9186972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420</a:t>
            </a:r>
            <a:endParaRPr lang="en-US" sz="900" dirty="0"/>
          </a:p>
        </p:txBody>
      </p:sp>
      <p:sp>
        <p:nvSpPr>
          <p:cNvPr id="5231" name="Text 47"/>
          <p:cNvSpPr txBox="1"/>
          <p:nvPr/>
        </p:nvSpPr>
        <p:spPr>
          <a:xfrm>
            <a:off x="91869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▲18%</a:t>
            </a:r>
            <a:endParaRPr lang="en-US" sz="680" dirty="0"/>
          </a:p>
        </p:txBody>
      </p:sp>
      <p:sp>
        <p:nvSpPr>
          <p:cNvPr id="5232" name="Shape 45"/>
          <p:cNvSpPr/>
          <p:nvPr/>
        </p:nvSpPr>
        <p:spPr>
          <a:xfrm>
            <a:off x="10059466" y="4022054"/>
            <a:ext cx="217083" cy="3788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33" name="Text 46"/>
          <p:cNvSpPr txBox="1"/>
          <p:nvPr/>
        </p:nvSpPr>
        <p:spPr>
          <a:xfrm>
            <a:off x="9886716" y="384831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</a:t>
            </a:r>
            <a:endParaRPr lang="en-US" sz="800" dirty="0"/>
          </a:p>
        </p:txBody>
      </p:sp>
      <p:sp>
        <p:nvSpPr>
          <p:cNvPr id="5234" name="Text 47"/>
          <p:cNvSpPr txBox="1"/>
          <p:nvPr/>
        </p:nvSpPr>
        <p:spPr>
          <a:xfrm>
            <a:off x="988671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▼60%</a:t>
            </a:r>
            <a:endParaRPr lang="en-US" sz="680" dirty="0"/>
          </a:p>
        </p:txBody>
      </p:sp>
      <p:sp>
        <p:nvSpPr>
          <p:cNvPr id="5235" name="Shape 45"/>
          <p:cNvSpPr/>
          <p:nvPr/>
        </p:nvSpPr>
        <p:spPr>
          <a:xfrm>
            <a:off x="10576330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6" name="Text 46"/>
          <p:cNvSpPr txBox="1"/>
          <p:nvPr/>
        </p:nvSpPr>
        <p:spPr>
          <a:xfrm>
            <a:off x="10403580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91</a:t>
            </a:r>
            <a:endParaRPr lang="en-US" sz="800" dirty="0"/>
          </a:p>
        </p:txBody>
      </p:sp>
      <p:sp>
        <p:nvSpPr>
          <p:cNvPr id="5237" name="Text 47"/>
          <p:cNvSpPr txBox="1"/>
          <p:nvPr/>
        </p:nvSpPr>
        <p:spPr>
          <a:xfrm>
            <a:off x="1040358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▲214%</a:t>
            </a:r>
            <a:endParaRPr lang="en-US" sz="680" dirty="0"/>
          </a:p>
        </p:txBody>
      </p:sp>
      <p:sp>
        <p:nvSpPr>
          <p:cNvPr id="5238" name="Shape 45"/>
          <p:cNvSpPr/>
          <p:nvPr/>
        </p:nvSpPr>
        <p:spPr>
          <a:xfrm>
            <a:off x="11093194" y="3968496"/>
            <a:ext cx="217083" cy="9144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39" name="Text 49"/>
          <p:cNvSpPr txBox="1"/>
          <p:nvPr/>
        </p:nvSpPr>
        <p:spPr>
          <a:xfrm>
            <a:off x="10920444" y="379476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</a:t>
            </a:r>
            <a:endParaRPr lang="en-US" sz="900" dirty="0"/>
          </a:p>
        </p:txBody>
      </p:sp>
      <p:sp>
        <p:nvSpPr>
          <p:cNvPr id="5240" name="Text 47"/>
          <p:cNvSpPr txBox="1"/>
          <p:nvPr/>
        </p:nvSpPr>
        <p:spPr>
          <a:xfrm>
            <a:off x="109204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▼23%</a:t>
            </a:r>
            <a:endParaRPr lang="en-US" sz="680" dirty="0"/>
          </a:p>
        </p:txBody>
      </p:sp>
      <p:sp>
        <p:nvSpPr>
          <p:cNvPr id="5241" name="Shape 45"/>
          <p:cNvSpPr/>
          <p:nvPr/>
        </p:nvSpPr>
        <p:spPr>
          <a:xfrm>
            <a:off x="4859050" y="4493267"/>
            <a:ext cx="217083" cy="8482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42" name="Text 46"/>
          <p:cNvSpPr txBox="1"/>
          <p:nvPr/>
        </p:nvSpPr>
        <p:spPr>
          <a:xfrm>
            <a:off x="4686300" y="431953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152</a:t>
            </a:r>
            <a:endParaRPr lang="en-US" sz="800" dirty="0"/>
          </a:p>
        </p:txBody>
      </p:sp>
      <p:sp>
        <p:nvSpPr>
          <p:cNvPr id="5243" name="Text 47"/>
          <p:cNvSpPr txBox="1"/>
          <p:nvPr/>
        </p:nvSpPr>
        <p:spPr>
          <a:xfrm>
            <a:off x="46863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▼13%</a:t>
            </a:r>
            <a:endParaRPr lang="en-US" sz="680" dirty="0"/>
          </a:p>
        </p:txBody>
      </p:sp>
      <p:sp>
        <p:nvSpPr>
          <p:cNvPr id="5244" name="Shape 45"/>
          <p:cNvSpPr/>
          <p:nvPr/>
        </p:nvSpPr>
        <p:spPr>
          <a:xfrm>
            <a:off x="5375914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45" name="Text 46"/>
          <p:cNvSpPr txBox="1"/>
          <p:nvPr/>
        </p:nvSpPr>
        <p:spPr>
          <a:xfrm>
            <a:off x="5203164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213</a:t>
            </a:r>
            <a:endParaRPr lang="en-US" sz="800" dirty="0"/>
          </a:p>
        </p:txBody>
      </p:sp>
      <p:sp>
        <p:nvSpPr>
          <p:cNvPr id="5246" name="Text 47"/>
          <p:cNvSpPr txBox="1"/>
          <p:nvPr/>
        </p:nvSpPr>
        <p:spPr>
          <a:xfrm>
            <a:off x="520316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▲40%</a:t>
            </a:r>
            <a:endParaRPr lang="en-US" sz="680" dirty="0"/>
          </a:p>
        </p:txBody>
      </p:sp>
      <p:sp>
        <p:nvSpPr>
          <p:cNvPr id="5247" name="Shape 45"/>
          <p:cNvSpPr/>
          <p:nvPr/>
        </p:nvSpPr>
        <p:spPr>
          <a:xfrm>
            <a:off x="5892778" y="455980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48" name="Text 49"/>
          <p:cNvSpPr txBox="1"/>
          <p:nvPr/>
        </p:nvSpPr>
        <p:spPr>
          <a:xfrm>
            <a:off x="5720028" y="438607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</a:t>
            </a:r>
            <a:endParaRPr lang="en-US" sz="900" dirty="0"/>
          </a:p>
        </p:txBody>
      </p:sp>
      <p:sp>
        <p:nvSpPr>
          <p:cNvPr id="5249" name="Text 47"/>
          <p:cNvSpPr txBox="1"/>
          <p:nvPr/>
        </p:nvSpPr>
        <p:spPr>
          <a:xfrm>
            <a:off x="572002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▼86%</a:t>
            </a:r>
            <a:endParaRPr lang="en-US" sz="680" dirty="0"/>
          </a:p>
        </p:txBody>
      </p:sp>
      <p:sp>
        <p:nvSpPr>
          <p:cNvPr id="5250" name="Shape 45"/>
          <p:cNvSpPr/>
          <p:nvPr/>
        </p:nvSpPr>
        <p:spPr>
          <a:xfrm>
            <a:off x="6592522" y="4471870"/>
            <a:ext cx="217083" cy="10622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51" name="Text 46"/>
          <p:cNvSpPr txBox="1"/>
          <p:nvPr/>
        </p:nvSpPr>
        <p:spPr>
          <a:xfrm>
            <a:off x="6419772" y="429813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</a:t>
            </a:r>
            <a:endParaRPr lang="en-US" sz="800" dirty="0"/>
          </a:p>
        </p:txBody>
      </p:sp>
      <p:sp>
        <p:nvSpPr>
          <p:cNvPr id="5252" name="Text 47"/>
          <p:cNvSpPr txBox="1"/>
          <p:nvPr/>
        </p:nvSpPr>
        <p:spPr>
          <a:xfrm>
            <a:off x="64197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▼11%</a:t>
            </a:r>
            <a:endParaRPr lang="en-US" sz="680" dirty="0"/>
          </a:p>
        </p:txBody>
      </p:sp>
      <p:sp>
        <p:nvSpPr>
          <p:cNvPr id="5253" name="Shape 45"/>
          <p:cNvSpPr/>
          <p:nvPr/>
        </p:nvSpPr>
        <p:spPr>
          <a:xfrm>
            <a:off x="7109386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54" name="Text 46"/>
          <p:cNvSpPr txBox="1"/>
          <p:nvPr/>
        </p:nvSpPr>
        <p:spPr>
          <a:xfrm>
            <a:off x="6936636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</a:t>
            </a:r>
            <a:endParaRPr lang="en-US" sz="800" dirty="0"/>
          </a:p>
        </p:txBody>
      </p:sp>
      <p:sp>
        <p:nvSpPr>
          <p:cNvPr id="5255" name="Text 47"/>
          <p:cNvSpPr txBox="1"/>
          <p:nvPr/>
        </p:nvSpPr>
        <p:spPr>
          <a:xfrm>
            <a:off x="693663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▲12%</a:t>
            </a:r>
            <a:endParaRPr lang="en-US" sz="680" dirty="0"/>
          </a:p>
        </p:txBody>
      </p:sp>
      <p:sp>
        <p:nvSpPr>
          <p:cNvPr id="5256" name="Shape 45"/>
          <p:cNvSpPr/>
          <p:nvPr/>
        </p:nvSpPr>
        <p:spPr>
          <a:xfrm>
            <a:off x="7626250" y="4530041"/>
            <a:ext cx="217083" cy="4805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57" name="Text 49"/>
          <p:cNvSpPr txBox="1"/>
          <p:nvPr/>
        </p:nvSpPr>
        <p:spPr>
          <a:xfrm>
            <a:off x="7453500" y="435630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</a:t>
            </a:r>
            <a:endParaRPr lang="en-US" sz="900" dirty="0"/>
          </a:p>
        </p:txBody>
      </p:sp>
      <p:sp>
        <p:nvSpPr>
          <p:cNvPr id="5258" name="Text 47"/>
          <p:cNvSpPr txBox="1"/>
          <p:nvPr/>
        </p:nvSpPr>
        <p:spPr>
          <a:xfrm>
            <a:off x="74535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▼60%</a:t>
            </a:r>
            <a:endParaRPr lang="en-US" sz="680" dirty="0"/>
          </a:p>
        </p:txBody>
      </p:sp>
      <p:sp>
        <p:nvSpPr>
          <p:cNvPr id="5259" name="Shape 45"/>
          <p:cNvSpPr/>
          <p:nvPr/>
        </p:nvSpPr>
        <p:spPr>
          <a:xfrm>
            <a:off x="8325994" y="4516826"/>
            <a:ext cx="217083" cy="6127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0" name="Text 46"/>
          <p:cNvSpPr txBox="1"/>
          <p:nvPr/>
        </p:nvSpPr>
        <p:spPr>
          <a:xfrm>
            <a:off x="8153244" y="434309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167</a:t>
            </a:r>
            <a:endParaRPr lang="en-US" sz="800" dirty="0"/>
          </a:p>
        </p:txBody>
      </p:sp>
      <p:sp>
        <p:nvSpPr>
          <p:cNvPr id="5261" name="Text 47"/>
          <p:cNvSpPr txBox="1"/>
          <p:nvPr/>
        </p:nvSpPr>
        <p:spPr>
          <a:xfrm>
            <a:off x="81532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▲3%</a:t>
            </a:r>
            <a:endParaRPr lang="en-US" sz="680" dirty="0"/>
          </a:p>
        </p:txBody>
      </p:sp>
      <p:sp>
        <p:nvSpPr>
          <p:cNvPr id="5262" name="Shape 45"/>
          <p:cNvSpPr/>
          <p:nvPr/>
        </p:nvSpPr>
        <p:spPr>
          <a:xfrm>
            <a:off x="8842858" y="4467662"/>
            <a:ext cx="217083" cy="11043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3" name="Text 46"/>
          <p:cNvSpPr txBox="1"/>
          <p:nvPr/>
        </p:nvSpPr>
        <p:spPr>
          <a:xfrm>
            <a:off x="8670108" y="429392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301</a:t>
            </a:r>
            <a:endParaRPr lang="en-US" sz="800" dirty="0"/>
          </a:p>
        </p:txBody>
      </p:sp>
      <p:sp>
        <p:nvSpPr>
          <p:cNvPr id="5264" name="Text 47"/>
          <p:cNvSpPr txBox="1"/>
          <p:nvPr/>
        </p:nvSpPr>
        <p:spPr>
          <a:xfrm>
            <a:off x="867010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▲80%</a:t>
            </a:r>
            <a:endParaRPr lang="en-US" sz="680" dirty="0"/>
          </a:p>
        </p:txBody>
      </p:sp>
      <p:sp>
        <p:nvSpPr>
          <p:cNvPr id="5265" name="Shape 45"/>
          <p:cNvSpPr/>
          <p:nvPr/>
        </p:nvSpPr>
        <p:spPr>
          <a:xfrm>
            <a:off x="9359722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6" name="Text 49"/>
          <p:cNvSpPr txBox="1"/>
          <p:nvPr/>
        </p:nvSpPr>
        <p:spPr>
          <a:xfrm>
            <a:off x="9186972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324</a:t>
            </a:r>
            <a:endParaRPr lang="en-US" sz="900" dirty="0"/>
          </a:p>
        </p:txBody>
      </p:sp>
      <p:sp>
        <p:nvSpPr>
          <p:cNvPr id="5267" name="Text 47"/>
          <p:cNvSpPr txBox="1"/>
          <p:nvPr/>
        </p:nvSpPr>
        <p:spPr>
          <a:xfrm>
            <a:off x="91869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▲8%</a:t>
            </a:r>
            <a:endParaRPr lang="en-US" sz="680" dirty="0"/>
          </a:p>
        </p:txBody>
      </p:sp>
      <p:sp>
        <p:nvSpPr>
          <p:cNvPr id="5268" name="Shape 45"/>
          <p:cNvSpPr/>
          <p:nvPr/>
        </p:nvSpPr>
        <p:spPr>
          <a:xfrm>
            <a:off x="10059466" y="4519667"/>
            <a:ext cx="217083" cy="5842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9" name="Text 46"/>
          <p:cNvSpPr txBox="1"/>
          <p:nvPr/>
        </p:nvSpPr>
        <p:spPr>
          <a:xfrm>
            <a:off x="9886716" y="434593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</a:t>
            </a:r>
            <a:endParaRPr lang="en-US" sz="800" dirty="0"/>
          </a:p>
        </p:txBody>
      </p:sp>
      <p:sp>
        <p:nvSpPr>
          <p:cNvPr id="5270" name="Text 47"/>
          <p:cNvSpPr txBox="1"/>
          <p:nvPr/>
        </p:nvSpPr>
        <p:spPr>
          <a:xfrm>
            <a:off x="988671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▲26%</a:t>
            </a:r>
            <a:endParaRPr lang="en-US" sz="680" dirty="0"/>
          </a:p>
        </p:txBody>
      </p:sp>
      <p:sp>
        <p:nvSpPr>
          <p:cNvPr id="5271" name="Shape 45"/>
          <p:cNvSpPr/>
          <p:nvPr/>
        </p:nvSpPr>
        <p:spPr>
          <a:xfrm>
            <a:off x="10576330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72" name="Text 46"/>
          <p:cNvSpPr txBox="1"/>
          <p:nvPr/>
        </p:nvSpPr>
        <p:spPr>
          <a:xfrm>
            <a:off x="10403580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118</a:t>
            </a:r>
            <a:endParaRPr lang="en-US" sz="800" dirty="0"/>
          </a:p>
        </p:txBody>
      </p:sp>
      <p:sp>
        <p:nvSpPr>
          <p:cNvPr id="5273" name="Text 47"/>
          <p:cNvSpPr txBox="1"/>
          <p:nvPr/>
        </p:nvSpPr>
        <p:spPr>
          <a:xfrm>
            <a:off x="1040358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▲103%</a:t>
            </a:r>
            <a:endParaRPr lang="en-US" sz="680" dirty="0"/>
          </a:p>
        </p:txBody>
      </p:sp>
      <p:sp>
        <p:nvSpPr>
          <p:cNvPr id="5274" name="Shape 45"/>
          <p:cNvSpPr/>
          <p:nvPr/>
        </p:nvSpPr>
        <p:spPr>
          <a:xfrm>
            <a:off x="11093194" y="4478364"/>
            <a:ext cx="217083" cy="9973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75" name="Text 49"/>
          <p:cNvSpPr txBox="1"/>
          <p:nvPr/>
        </p:nvSpPr>
        <p:spPr>
          <a:xfrm>
            <a:off x="10920444" y="43046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</a:t>
            </a:r>
            <a:endParaRPr lang="en-US" sz="900" dirty="0"/>
          </a:p>
        </p:txBody>
      </p:sp>
      <p:sp>
        <p:nvSpPr>
          <p:cNvPr id="5276" name="Text 47"/>
          <p:cNvSpPr txBox="1"/>
          <p:nvPr/>
        </p:nvSpPr>
        <p:spPr>
          <a:xfrm>
            <a:off x="109204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▼16%</a:t>
            </a:r>
            <a:endParaRPr lang="en-US" sz="680" dirty="0"/>
          </a:p>
        </p:txBody>
      </p:sp>
      <p:sp>
        <p:nvSpPr>
          <p:cNvPr id="5277" name="Shape 45"/>
          <p:cNvSpPr/>
          <p:nvPr/>
        </p:nvSpPr>
        <p:spPr>
          <a:xfrm>
            <a:off x="4859050" y="5025584"/>
            <a:ext cx="217083" cy="706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78" name="Text 46"/>
          <p:cNvSpPr txBox="1"/>
          <p:nvPr/>
        </p:nvSpPr>
        <p:spPr>
          <a:xfrm>
            <a:off x="4686300" y="4851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217</a:t>
            </a:r>
            <a:endParaRPr lang="en-US" sz="800" dirty="0"/>
          </a:p>
        </p:txBody>
      </p:sp>
      <p:sp>
        <p:nvSpPr>
          <p:cNvPr id="5279" name="Text 47"/>
          <p:cNvSpPr txBox="1"/>
          <p:nvPr/>
        </p:nvSpPr>
        <p:spPr>
          <a:xfrm>
            <a:off x="46863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▼15%</a:t>
            </a:r>
            <a:endParaRPr lang="en-US" sz="680" dirty="0"/>
          </a:p>
        </p:txBody>
      </p:sp>
      <p:sp>
        <p:nvSpPr>
          <p:cNvPr id="5280" name="Shape 45"/>
          <p:cNvSpPr/>
          <p:nvPr/>
        </p:nvSpPr>
        <p:spPr>
          <a:xfrm>
            <a:off x="5375914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81" name="Text 46"/>
          <p:cNvSpPr txBox="1"/>
          <p:nvPr/>
        </p:nvSpPr>
        <p:spPr>
          <a:xfrm>
            <a:off x="5203164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365</a:t>
            </a:r>
            <a:endParaRPr lang="en-US" sz="800" dirty="0"/>
          </a:p>
        </p:txBody>
      </p:sp>
      <p:sp>
        <p:nvSpPr>
          <p:cNvPr id="5282" name="Text 47"/>
          <p:cNvSpPr txBox="1"/>
          <p:nvPr/>
        </p:nvSpPr>
        <p:spPr>
          <a:xfrm>
            <a:off x="520316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▲68%</a:t>
            </a:r>
            <a:endParaRPr lang="en-US" sz="680" dirty="0"/>
          </a:p>
        </p:txBody>
      </p:sp>
      <p:sp>
        <p:nvSpPr>
          <p:cNvPr id="5283" name="Shape 45"/>
          <p:cNvSpPr/>
          <p:nvPr/>
        </p:nvSpPr>
        <p:spPr>
          <a:xfrm>
            <a:off x="5892778" y="50779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84" name="Text 49"/>
          <p:cNvSpPr txBox="1"/>
          <p:nvPr/>
        </p:nvSpPr>
        <p:spPr>
          <a:xfrm>
            <a:off x="5720028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endParaRPr lang="en-US" sz="900" dirty="0"/>
          </a:p>
        </p:txBody>
      </p:sp>
      <p:sp>
        <p:nvSpPr>
          <p:cNvPr id="5285" name="Text 47"/>
          <p:cNvSpPr txBox="1"/>
          <p:nvPr/>
        </p:nvSpPr>
        <p:spPr>
          <a:xfrm>
            <a:off x="572002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▼93%</a:t>
            </a:r>
            <a:endParaRPr lang="en-US" sz="680" dirty="0"/>
          </a:p>
        </p:txBody>
      </p:sp>
      <p:sp>
        <p:nvSpPr>
          <p:cNvPr id="5286" name="Shape 45"/>
          <p:cNvSpPr/>
          <p:nvPr/>
        </p:nvSpPr>
        <p:spPr>
          <a:xfrm>
            <a:off x="6592522" y="5010617"/>
            <a:ext cx="217083" cy="8563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87" name="Text 46"/>
          <p:cNvSpPr txBox="1"/>
          <p:nvPr/>
        </p:nvSpPr>
        <p:spPr>
          <a:xfrm>
            <a:off x="6419772" y="483688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67</a:t>
            </a:r>
            <a:endParaRPr lang="en-US" sz="800" dirty="0"/>
          </a:p>
        </p:txBody>
      </p:sp>
      <p:sp>
        <p:nvSpPr>
          <p:cNvPr id="5288" name="Text 47"/>
          <p:cNvSpPr txBox="1"/>
          <p:nvPr/>
        </p:nvSpPr>
        <p:spPr>
          <a:xfrm>
            <a:off x="64197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▼28%</a:t>
            </a:r>
            <a:endParaRPr lang="en-US" sz="680" dirty="0"/>
          </a:p>
        </p:txBody>
      </p:sp>
      <p:sp>
        <p:nvSpPr>
          <p:cNvPr id="5289" name="Shape 45"/>
          <p:cNvSpPr/>
          <p:nvPr/>
        </p:nvSpPr>
        <p:spPr>
          <a:xfrm>
            <a:off x="7109386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90" name="Text 46"/>
          <p:cNvSpPr txBox="1"/>
          <p:nvPr/>
        </p:nvSpPr>
        <p:spPr>
          <a:xfrm>
            <a:off x="6936636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93</a:t>
            </a:r>
            <a:endParaRPr lang="en-US" sz="800" dirty="0"/>
          </a:p>
        </p:txBody>
      </p:sp>
      <p:sp>
        <p:nvSpPr>
          <p:cNvPr id="5291" name="Text 47"/>
          <p:cNvSpPr txBox="1"/>
          <p:nvPr/>
        </p:nvSpPr>
        <p:spPr>
          <a:xfrm>
            <a:off x="693663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▲39%</a:t>
            </a:r>
            <a:endParaRPr lang="en-US" sz="680" dirty="0"/>
          </a:p>
        </p:txBody>
      </p:sp>
      <p:sp>
        <p:nvSpPr>
          <p:cNvPr id="5292" name="Shape 45"/>
          <p:cNvSpPr/>
          <p:nvPr/>
        </p:nvSpPr>
        <p:spPr>
          <a:xfrm>
            <a:off x="7626250" y="5075805"/>
            <a:ext cx="217083" cy="2045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3" name="Text 49"/>
          <p:cNvSpPr txBox="1"/>
          <p:nvPr/>
        </p:nvSpPr>
        <p:spPr>
          <a:xfrm>
            <a:off x="7453500" y="490206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</a:t>
            </a:r>
            <a:endParaRPr lang="en-US" sz="900" dirty="0"/>
          </a:p>
        </p:txBody>
      </p:sp>
      <p:sp>
        <p:nvSpPr>
          <p:cNvPr id="5294" name="Text 47"/>
          <p:cNvSpPr txBox="1"/>
          <p:nvPr/>
        </p:nvSpPr>
        <p:spPr>
          <a:xfrm>
            <a:off x="74535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▼83%</a:t>
            </a:r>
            <a:endParaRPr lang="en-US" sz="680" dirty="0"/>
          </a:p>
        </p:txBody>
      </p:sp>
      <p:sp>
        <p:nvSpPr>
          <p:cNvPr id="5295" name="Shape 45"/>
          <p:cNvSpPr/>
          <p:nvPr/>
        </p:nvSpPr>
        <p:spPr>
          <a:xfrm>
            <a:off x="8325994" y="5036476"/>
            <a:ext cx="217083" cy="5978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6" name="Text 46"/>
          <p:cNvSpPr txBox="1"/>
          <p:nvPr/>
        </p:nvSpPr>
        <p:spPr>
          <a:xfrm>
            <a:off x="8153244" y="486274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261</a:t>
            </a:r>
            <a:endParaRPr lang="en-US" sz="800" dirty="0"/>
          </a:p>
        </p:txBody>
      </p:sp>
      <p:sp>
        <p:nvSpPr>
          <p:cNvPr id="5297" name="Text 47"/>
          <p:cNvSpPr txBox="1"/>
          <p:nvPr/>
        </p:nvSpPr>
        <p:spPr>
          <a:xfrm>
            <a:off x="81532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▼21%</a:t>
            </a:r>
            <a:endParaRPr lang="en-US" sz="680" dirty="0"/>
          </a:p>
        </p:txBody>
      </p:sp>
      <p:sp>
        <p:nvSpPr>
          <p:cNvPr id="5298" name="Shape 45"/>
          <p:cNvSpPr/>
          <p:nvPr/>
        </p:nvSpPr>
        <p:spPr>
          <a:xfrm>
            <a:off x="8842858" y="5024337"/>
            <a:ext cx="217083" cy="7191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99" name="Text 46"/>
          <p:cNvSpPr txBox="1"/>
          <p:nvPr/>
        </p:nvSpPr>
        <p:spPr>
          <a:xfrm>
            <a:off x="8670108" y="485060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314</a:t>
            </a:r>
            <a:endParaRPr lang="en-US" sz="800" dirty="0"/>
          </a:p>
        </p:txBody>
      </p:sp>
      <p:sp>
        <p:nvSpPr>
          <p:cNvPr id="5300" name="Text 47"/>
          <p:cNvSpPr txBox="1"/>
          <p:nvPr/>
        </p:nvSpPr>
        <p:spPr>
          <a:xfrm>
            <a:off x="867010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▲20%</a:t>
            </a:r>
            <a:endParaRPr lang="en-US" sz="680" dirty="0"/>
          </a:p>
        </p:txBody>
      </p:sp>
      <p:sp>
        <p:nvSpPr>
          <p:cNvPr id="5301" name="Shape 45"/>
          <p:cNvSpPr/>
          <p:nvPr/>
        </p:nvSpPr>
        <p:spPr>
          <a:xfrm>
            <a:off x="9359722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302" name="Text 49"/>
          <p:cNvSpPr txBox="1"/>
          <p:nvPr/>
        </p:nvSpPr>
        <p:spPr>
          <a:xfrm>
            <a:off x="9186972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519</a:t>
            </a:r>
            <a:endParaRPr lang="en-US" sz="900" dirty="0"/>
          </a:p>
        </p:txBody>
      </p:sp>
      <p:sp>
        <p:nvSpPr>
          <p:cNvPr id="5303" name="Text 47"/>
          <p:cNvSpPr txBox="1"/>
          <p:nvPr/>
        </p:nvSpPr>
        <p:spPr>
          <a:xfrm>
            <a:off x="91869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▲65%</a:t>
            </a:r>
            <a:endParaRPr lang="en-US" sz="680" dirty="0"/>
          </a:p>
        </p:txBody>
      </p:sp>
      <p:sp>
        <p:nvSpPr>
          <p:cNvPr id="5304" name="Shape 45"/>
          <p:cNvSpPr/>
          <p:nvPr/>
        </p:nvSpPr>
        <p:spPr>
          <a:xfrm>
            <a:off x="10059466" y="5032701"/>
            <a:ext cx="217083" cy="6355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305" name="Text 46"/>
          <p:cNvSpPr txBox="1"/>
          <p:nvPr/>
        </p:nvSpPr>
        <p:spPr>
          <a:xfrm>
            <a:off x="9886716" y="485896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</a:t>
            </a:r>
            <a:endParaRPr lang="en-US" sz="800" dirty="0"/>
          </a:p>
        </p:txBody>
      </p:sp>
      <p:sp>
        <p:nvSpPr>
          <p:cNvPr id="5306" name="Text 47"/>
          <p:cNvSpPr txBox="1"/>
          <p:nvPr/>
        </p:nvSpPr>
        <p:spPr>
          <a:xfrm>
            <a:off x="988671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▼23%</a:t>
            </a:r>
            <a:endParaRPr lang="en-US" sz="680" dirty="0"/>
          </a:p>
        </p:txBody>
      </p:sp>
      <p:sp>
        <p:nvSpPr>
          <p:cNvPr id="5307" name="Shape 45"/>
          <p:cNvSpPr/>
          <p:nvPr/>
        </p:nvSpPr>
        <p:spPr>
          <a:xfrm>
            <a:off x="10576330" y="4984446"/>
            <a:ext cx="217083" cy="11181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308" name="Text 46"/>
          <p:cNvSpPr txBox="1"/>
          <p:nvPr/>
        </p:nvSpPr>
        <p:spPr>
          <a:xfrm>
            <a:off x="10403580" y="481071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</a:t>
            </a:r>
            <a:endParaRPr lang="en-US" sz="800" dirty="0"/>
          </a:p>
        </p:txBody>
      </p:sp>
      <p:sp>
        <p:nvSpPr>
          <p:cNvPr id="5309" name="Text 47"/>
          <p:cNvSpPr txBox="1"/>
          <p:nvPr/>
        </p:nvSpPr>
        <p:spPr>
          <a:xfrm>
            <a:off x="1040358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▲76%</a:t>
            </a:r>
            <a:endParaRPr lang="en-US" sz="680" dirty="0"/>
          </a:p>
        </p:txBody>
      </p:sp>
      <p:sp>
        <p:nvSpPr>
          <p:cNvPr id="5310" name="Shape 45"/>
          <p:cNvSpPr/>
          <p:nvPr/>
        </p:nvSpPr>
        <p:spPr>
          <a:xfrm>
            <a:off x="11093194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311" name="Text 49"/>
          <p:cNvSpPr txBox="1"/>
          <p:nvPr/>
        </p:nvSpPr>
        <p:spPr>
          <a:xfrm>
            <a:off x="10920444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101</a:t>
            </a:r>
            <a:endParaRPr lang="en-US" sz="900" dirty="0"/>
          </a:p>
        </p:txBody>
      </p:sp>
      <p:sp>
        <p:nvSpPr>
          <p:cNvPr id="5312" name="Text 47"/>
          <p:cNvSpPr txBox="1"/>
          <p:nvPr/>
        </p:nvSpPr>
        <p:spPr>
          <a:xfrm>
            <a:off x="109204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▲6%</a:t>
            </a:r>
            <a:endParaRPr lang="en-US" sz="680" dirty="0"/>
          </a:p>
        </p:txBody>
      </p:sp>
      <p:sp>
        <p:nvSpPr>
          <p:cNvPr id="5421" name="Text 205"/>
          <p:cNvSpPr txBox="1"/>
          <p:nvPr/>
        </p:nvSpPr>
        <p:spPr>
          <a:xfrm>
            <a:off x="46863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4.092</a:t>
            </a:r>
            <a:endParaRPr lang="en-US" sz="987" dirty="0"/>
          </a:p>
        </p:txBody>
      </p:sp>
      <p:sp>
        <p:nvSpPr>
          <p:cNvPr id="5422" name="Text 205"/>
          <p:cNvSpPr txBox="1"/>
          <p:nvPr/>
        </p:nvSpPr>
        <p:spPr>
          <a:xfrm>
            <a:off x="520316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2.478</a:t>
            </a:r>
            <a:endParaRPr lang="en-US" sz="987" dirty="0"/>
          </a:p>
        </p:txBody>
      </p:sp>
      <p:sp>
        <p:nvSpPr>
          <p:cNvPr id="5423" name="Text 205"/>
          <p:cNvSpPr txBox="1"/>
          <p:nvPr/>
        </p:nvSpPr>
        <p:spPr>
          <a:xfrm>
            <a:off x="572002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708</a:t>
            </a:r>
            <a:endParaRPr lang="en-US" sz="987" dirty="0"/>
          </a:p>
        </p:txBody>
      </p:sp>
      <p:sp>
        <p:nvSpPr>
          <p:cNvPr id="5424" name="Text 205"/>
          <p:cNvSpPr txBox="1"/>
          <p:nvPr/>
        </p:nvSpPr>
        <p:spPr>
          <a:xfrm>
            <a:off x="64197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1.932</a:t>
            </a:r>
            <a:endParaRPr lang="en-US" sz="987" dirty="0"/>
          </a:p>
        </p:txBody>
      </p:sp>
      <p:sp>
        <p:nvSpPr>
          <p:cNvPr id="5425" name="Text 205"/>
          <p:cNvSpPr txBox="1"/>
          <p:nvPr/>
        </p:nvSpPr>
        <p:spPr>
          <a:xfrm>
            <a:off x="693663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961</a:t>
            </a:r>
            <a:endParaRPr lang="en-US" sz="987" dirty="0"/>
          </a:p>
        </p:txBody>
      </p:sp>
      <p:sp>
        <p:nvSpPr>
          <p:cNvPr id="5426" name="Text 205"/>
          <p:cNvSpPr txBox="1"/>
          <p:nvPr/>
        </p:nvSpPr>
        <p:spPr>
          <a:xfrm>
            <a:off x="74535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436</a:t>
            </a:r>
            <a:endParaRPr lang="en-US" sz="987" dirty="0"/>
          </a:p>
        </p:txBody>
      </p:sp>
      <p:sp>
        <p:nvSpPr>
          <p:cNvPr id="5427" name="Text 205"/>
          <p:cNvSpPr txBox="1"/>
          <p:nvPr/>
        </p:nvSpPr>
        <p:spPr>
          <a:xfrm>
            <a:off x="81532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6.280</a:t>
            </a:r>
            <a:endParaRPr lang="en-US" sz="987" dirty="0"/>
          </a:p>
        </p:txBody>
      </p:sp>
      <p:sp>
        <p:nvSpPr>
          <p:cNvPr id="5428" name="Text 205"/>
          <p:cNvSpPr txBox="1"/>
          <p:nvPr/>
        </p:nvSpPr>
        <p:spPr>
          <a:xfrm>
            <a:off x="867010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7.792</a:t>
            </a:r>
            <a:endParaRPr lang="en-US" sz="987" dirty="0"/>
          </a:p>
        </p:txBody>
      </p:sp>
      <p:sp>
        <p:nvSpPr>
          <p:cNvPr id="5429" name="Text 205"/>
          <p:cNvSpPr txBox="1"/>
          <p:nvPr/>
        </p:nvSpPr>
        <p:spPr>
          <a:xfrm>
            <a:off x="91869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3.747</a:t>
            </a:r>
            <a:endParaRPr lang="en-US" sz="987" dirty="0"/>
          </a:p>
        </p:txBody>
      </p:sp>
      <p:sp>
        <p:nvSpPr>
          <p:cNvPr id="5430" name="Text 205"/>
          <p:cNvSpPr txBox="1"/>
          <p:nvPr/>
        </p:nvSpPr>
        <p:spPr>
          <a:xfrm>
            <a:off x="988671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3.562</a:t>
            </a:r>
            <a:endParaRPr lang="en-US" sz="987" dirty="0"/>
          </a:p>
        </p:txBody>
      </p:sp>
      <p:sp>
        <p:nvSpPr>
          <p:cNvPr id="5431" name="Text 205"/>
          <p:cNvSpPr txBox="1"/>
          <p:nvPr/>
        </p:nvSpPr>
        <p:spPr>
          <a:xfrm>
            <a:off x="1040358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2.850</a:t>
            </a:r>
            <a:endParaRPr lang="en-US" sz="987" dirty="0"/>
          </a:p>
        </p:txBody>
      </p:sp>
      <p:sp>
        <p:nvSpPr>
          <p:cNvPr id="5432" name="Text 205"/>
          <p:cNvSpPr txBox="1"/>
          <p:nvPr/>
        </p:nvSpPr>
        <p:spPr>
          <a:xfrm>
            <a:off x="109204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1.378</a:t>
            </a:r>
            <a:endParaRPr lang="en-US" sz="98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1559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974439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3791559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97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61385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643097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OMC DAN HUJAN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dari 3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90" name="Shape 72"/>
          <p:cNvSpPr/>
          <p:nvPr/>
        </p:nvSpPr>
        <p:spPr>
          <a:xfrm>
            <a:off x="676656" y="3368040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18287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18287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Kotawaringin Barat, Seruyan/TNTP, dll.</a:t>
            </a:r>
            <a:endParaRPr lang="en-US" sz="864" dirty="0"/>
          </a:p>
        </p:txBody>
      </p:sp>
      <p:sp>
        <p:nvSpPr>
          <p:cNvPr id="93" name="Shape 69"/>
          <p:cNvSpPr/>
          <p:nvPr/>
        </p:nvSpPr>
        <p:spPr>
          <a:xfrm>
            <a:off x="3561885" y="3244596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0"/>
          <p:cNvSpPr txBox="1"/>
          <p:nvPr/>
        </p:nvSpPr>
        <p:spPr>
          <a:xfrm>
            <a:off x="3561885" y="3244596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40918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Kotawaringin Barat, Seruyan, dll.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3959352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77418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77418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wilayah timur hingga tenggara Palembang, dll.</a:t>
            </a:r>
            <a:endParaRPr lang="en-US" sz="864" dirty="0"/>
          </a:p>
        </p:txBody>
      </p:sp>
      <p:sp>
        <p:nvSpPr>
          <p:cNvPr id="99" name="Shape 69"/>
          <p:cNvSpPr/>
          <p:nvPr/>
        </p:nvSpPr>
        <p:spPr>
          <a:xfrm>
            <a:off x="3561885" y="3835908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0" name="Text 70"/>
          <p:cNvSpPr txBox="1"/>
          <p:nvPr/>
        </p:nvSpPr>
        <p:spPr>
          <a:xfrm>
            <a:off x="3561885" y="3835908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00050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Cengal, Pangkalan Jerambah, dll.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550664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36549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36549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Banjar, Tapin, Hulu Sungai Selatan, dll.</a:t>
            </a:r>
            <a:endParaRPr lang="en-US" sz="864" dirty="0"/>
          </a:p>
        </p:txBody>
      </p:sp>
      <p:sp>
        <p:nvSpPr>
          <p:cNvPr id="105" name="Shape 69"/>
          <p:cNvSpPr/>
          <p:nvPr/>
        </p:nvSpPr>
        <p:spPr>
          <a:xfrm>
            <a:off x="3561885" y="4427220"/>
            <a:ext cx="1498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6" name="Text 70"/>
          <p:cNvSpPr txBox="1"/>
          <p:nvPr/>
        </p:nvSpPr>
        <p:spPr>
          <a:xfrm>
            <a:off x="3561885" y="4427220"/>
            <a:ext cx="149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RINGAN–SEDANG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59181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Banjarmasin, Banjarbaru, dll.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OMC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389252" y="4983480"/>
            <a:ext cx="1510000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389252" y="4983480"/>
            <a:ext cx="151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 sortie, 22.600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 ICE + NaCl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11.700 kg</a:t>
            </a:r>
            <a:endParaRPr lang="en-US" sz="864" dirty="0"/>
          </a:p>
        </p:txBody>
      </p:sp>
      <p:sp>
        <p:nvSpPr>
          <p:cNvPr id="121" name="Shape 69"/>
          <p:cNvSpPr/>
          <p:nvPr/>
        </p:nvSpPr>
        <p:spPr>
          <a:xfrm>
            <a:off x="3561885" y="5401818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22" name="Text 70"/>
          <p:cNvSpPr txBox="1"/>
          <p:nvPr/>
        </p:nvSpPr>
        <p:spPr>
          <a:xfrm>
            <a:off x="3561885" y="5401818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Kotawaringin Barat, Seruyan, dll.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10.900 kg</a:t>
            </a:r>
            <a:endParaRPr lang="en-US" sz="864" dirty="0"/>
          </a:p>
        </p:txBody>
      </p:sp>
      <p:sp>
        <p:nvSpPr>
          <p:cNvPr id="129" name="Shape 69"/>
          <p:cNvSpPr/>
          <p:nvPr/>
        </p:nvSpPr>
        <p:spPr>
          <a:xfrm>
            <a:off x="3561885" y="5845302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70"/>
          <p:cNvSpPr txBox="1"/>
          <p:nvPr/>
        </p:nvSpPr>
        <p:spPr>
          <a:xfrm>
            <a:off x="3561885" y="5845302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Cengal, Pangkalan Jerambah, dll.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38795"/>
            <a:ext cx="184078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38795"/>
            <a:ext cx="184078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9632843" y="2938795"/>
            <a:ext cx="1022657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9632843" y="2938795"/>
            <a:ext cx="1022657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179680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219827"/>
            <a:ext cx="40906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219827"/>
            <a:ext cx="40906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201123" y="3219827"/>
            <a:ext cx="163625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201123" y="3219827"/>
            <a:ext cx="163625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9928817" y="3179680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460712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500859"/>
            <a:ext cx="1022657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500859"/>
            <a:ext cx="1022657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814717" y="3500859"/>
            <a:ext cx="1022657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814717" y="3500859"/>
            <a:ext cx="1022657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9928817" y="3460712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3741744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3781891"/>
            <a:ext cx="40906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3781891"/>
            <a:ext cx="40906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201123" y="3781891"/>
            <a:ext cx="1431720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201123" y="3781891"/>
            <a:ext cx="1431720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9724286" y="3741744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022776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062923"/>
            <a:ext cx="40906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062923"/>
            <a:ext cx="40906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8201123" y="4062923"/>
            <a:ext cx="613594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8201123" y="4062923"/>
            <a:ext cx="61359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8906160" y="4022776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30380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343955"/>
            <a:ext cx="204531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343955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7996591" y="4343955"/>
            <a:ext cx="613594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7996591" y="4343955"/>
            <a:ext cx="61359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8701628" y="430380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4584840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4624987"/>
            <a:ext cx="204531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4624987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7996591" y="4624987"/>
            <a:ext cx="20453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7996591" y="4624987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292565" y="4584840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4865872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Timur</a:t>
            </a:r>
            <a:endParaRPr lang="en-US" sz="900" dirty="0"/>
          </a:p>
        </p:txBody>
      </p:sp>
      <p:sp>
        <p:nvSpPr>
          <p:cNvPr id="190" name="Shape 168"/>
          <p:cNvSpPr/>
          <p:nvPr/>
        </p:nvSpPr>
        <p:spPr>
          <a:xfrm>
            <a:off x="7996591" y="4906019"/>
            <a:ext cx="20453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1" name="Text 169"/>
          <p:cNvSpPr txBox="1"/>
          <p:nvPr/>
        </p:nvSpPr>
        <p:spPr>
          <a:xfrm>
            <a:off x="7996591" y="4906019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2" name="Text 170"/>
          <p:cNvSpPr txBox="1"/>
          <p:nvPr/>
        </p:nvSpPr>
        <p:spPr>
          <a:xfrm>
            <a:off x="8292565" y="4865872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3" name="Shape 171"/>
          <p:cNvSpPr/>
          <p:nvPr/>
        </p:nvSpPr>
        <p:spPr>
          <a:xfrm>
            <a:off x="6292444" y="6044184"/>
            <a:ext cx="5222596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4" name="Text 172"/>
          <p:cNvSpPr txBox="1"/>
          <p:nvPr/>
        </p:nvSpPr>
        <p:spPr>
          <a:xfrm>
            <a:off x="6329020" y="6108192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PEMILIK</a:t>
            </a:r>
            <a:endParaRPr lang="en-US" sz="600" dirty="0"/>
          </a:p>
        </p:txBody>
      </p:sp>
      <p:sp>
        <p:nvSpPr>
          <p:cNvPr id="207" name="Text 149"/>
          <p:cNvSpPr txBox="1"/>
          <p:nvPr/>
        </p:nvSpPr>
        <p:spPr>
          <a:xfrm>
            <a:off x="6329020" y="5146904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Timur/IKN</a:t>
            </a:r>
            <a:endParaRPr lang="en-US" sz="900" dirty="0"/>
          </a:p>
        </p:txBody>
      </p:sp>
      <p:sp>
        <p:nvSpPr>
          <p:cNvPr id="209" name="Text 151"/>
          <p:cNvSpPr txBox="1"/>
          <p:nvPr/>
        </p:nvSpPr>
        <p:spPr>
          <a:xfrm>
            <a:off x="7792060" y="5187051"/>
            <a:ext cx="28634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0" name="Shape 152"/>
          <p:cNvSpPr/>
          <p:nvPr/>
        </p:nvSpPr>
        <p:spPr>
          <a:xfrm>
            <a:off x="7792060" y="5187051"/>
            <a:ext cx="20453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11" name="Text 153"/>
          <p:cNvSpPr txBox="1"/>
          <p:nvPr/>
        </p:nvSpPr>
        <p:spPr>
          <a:xfrm>
            <a:off x="7792060" y="5187051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2" name="Text 154"/>
          <p:cNvSpPr txBox="1"/>
          <p:nvPr/>
        </p:nvSpPr>
        <p:spPr>
          <a:xfrm>
            <a:off x="8088034" y="5146904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3" name="Text 149"/>
          <p:cNvSpPr txBox="1"/>
          <p:nvPr/>
        </p:nvSpPr>
        <p:spPr>
          <a:xfrm>
            <a:off x="6329020" y="5427936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900" dirty="0"/>
          </a:p>
        </p:txBody>
      </p:sp>
      <p:sp>
        <p:nvSpPr>
          <p:cNvPr id="214" name="Shape 150"/>
          <p:cNvSpPr/>
          <p:nvPr/>
        </p:nvSpPr>
        <p:spPr>
          <a:xfrm>
            <a:off x="7792060" y="5468083"/>
            <a:ext cx="204531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15" name="Text 151"/>
          <p:cNvSpPr txBox="1"/>
          <p:nvPr/>
        </p:nvSpPr>
        <p:spPr>
          <a:xfrm>
            <a:off x="7792060" y="5468083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8" name="Text 154"/>
          <p:cNvSpPr txBox="1"/>
          <p:nvPr/>
        </p:nvSpPr>
        <p:spPr>
          <a:xfrm>
            <a:off x="8088034" y="5427936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9" name="Text 149"/>
          <p:cNvSpPr txBox="1"/>
          <p:nvPr/>
        </p:nvSpPr>
        <p:spPr>
          <a:xfrm>
            <a:off x="6329020" y="570896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Barat Daya</a:t>
            </a:r>
            <a:endParaRPr lang="en-US" sz="900" dirty="0"/>
          </a:p>
        </p:txBody>
      </p:sp>
      <p:sp>
        <p:nvSpPr>
          <p:cNvPr id="221" name="Text 151"/>
          <p:cNvSpPr txBox="1"/>
          <p:nvPr/>
        </p:nvSpPr>
        <p:spPr>
          <a:xfrm>
            <a:off x="7792060" y="5749115"/>
            <a:ext cx="28634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2" name="Shape 152"/>
          <p:cNvSpPr/>
          <p:nvPr/>
        </p:nvSpPr>
        <p:spPr>
          <a:xfrm>
            <a:off x="7792060" y="5749115"/>
            <a:ext cx="20453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23" name="Text 153"/>
          <p:cNvSpPr txBox="1"/>
          <p:nvPr/>
        </p:nvSpPr>
        <p:spPr>
          <a:xfrm>
            <a:off x="7792060" y="5749115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4" name="Text 154"/>
          <p:cNvSpPr txBox="1"/>
          <p:nvPr/>
        </p:nvSpPr>
        <p:spPr>
          <a:xfrm>
            <a:off x="8088034" y="570896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25" name="Shape 168"/>
          <p:cNvSpPr/>
          <p:nvPr/>
        </p:nvSpPr>
        <p:spPr>
          <a:xfrm>
            <a:off x="7792060" y="4906019"/>
            <a:ext cx="204531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26" name="Text 169"/>
          <p:cNvSpPr txBox="1"/>
          <p:nvPr/>
        </p:nvSpPr>
        <p:spPr>
          <a:xfrm>
            <a:off x="7792060" y="4906019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7" name="Shape 173"/>
          <p:cNvSpPr/>
          <p:nvPr/>
        </p:nvSpPr>
        <p:spPr>
          <a:xfrm>
            <a:off x="6895948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22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69100" y="6140196"/>
            <a:ext cx="109728" cy="109728"/>
          </a:xfrm>
          <a:prstGeom prst="rect">
            <a:avLst/>
          </a:prstGeom>
        </p:spPr>
      </p:pic>
      <p:sp>
        <p:nvSpPr>
          <p:cNvPr id="229" name="Text 174"/>
          <p:cNvSpPr txBox="1"/>
          <p:nvPr/>
        </p:nvSpPr>
        <p:spPr>
          <a:xfrm>
            <a:off x="7060540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D6E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BNPB  </a:t>
            </a:r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</a:t>
            </a:r>
            <a:endParaRPr lang="en-US" sz="700" dirty="0"/>
          </a:p>
        </p:txBody>
      </p:sp>
      <p:sp>
        <p:nvSpPr>
          <p:cNvPr id="230" name="Shape 175"/>
          <p:cNvSpPr/>
          <p:nvPr/>
        </p:nvSpPr>
        <p:spPr>
          <a:xfrm>
            <a:off x="7659472" y="6108192"/>
            <a:ext cx="649224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32624" y="6140196"/>
            <a:ext cx="109728" cy="109728"/>
          </a:xfrm>
          <a:prstGeom prst="rect">
            <a:avLst/>
          </a:prstGeom>
        </p:spPr>
      </p:pic>
      <p:sp>
        <p:nvSpPr>
          <p:cNvPr id="232" name="Text 176"/>
          <p:cNvSpPr txBox="1"/>
          <p:nvPr/>
        </p:nvSpPr>
        <p:spPr>
          <a:xfrm>
            <a:off x="7824064" y="6108192"/>
            <a:ext cx="4663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700" dirty="0"/>
          </a:p>
        </p:txBody>
      </p:sp>
      <p:sp>
        <p:nvSpPr>
          <p:cNvPr id="233" name="Shape 177"/>
          <p:cNvSpPr/>
          <p:nvPr/>
        </p:nvSpPr>
        <p:spPr>
          <a:xfrm>
            <a:off x="8372704" y="6108192"/>
            <a:ext cx="850392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45856" y="6140196"/>
            <a:ext cx="109728" cy="109728"/>
          </a:xfrm>
          <a:prstGeom prst="rect">
            <a:avLst/>
          </a:prstGeom>
        </p:spPr>
      </p:pic>
      <p:sp>
        <p:nvSpPr>
          <p:cNvPr id="235" name="Text 178"/>
          <p:cNvSpPr txBox="1"/>
          <p:nvPr/>
        </p:nvSpPr>
        <p:spPr>
          <a:xfrm>
            <a:off x="8537296" y="6108192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Kemenhut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36" name="Shape 177"/>
          <p:cNvSpPr/>
          <p:nvPr/>
        </p:nvSpPr>
        <p:spPr>
          <a:xfrm>
            <a:off x="9287104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7" name="Image 22" descr="preencoded.png">    </p:cNvPr>
          <p:cNvPicPr>
            <a:picLocks noChangeAspect="1"/>
          </p:cNvPicPr>
          <p:nvPr/>
        </p:nvPicPr>
        <p:blipFill>
          <a:blip r:embed="rIdPemda"/>
          <a:stretch>
            <a:fillRect/>
          </a:stretch>
        </p:blipFill>
        <p:spPr>
          <a:xfrm>
            <a:off x="9360256" y="6140196"/>
            <a:ext cx="109728" cy="109728"/>
          </a:xfrm>
          <a:prstGeom prst="rect">
            <a:avLst/>
          </a:prstGeom>
        </p:spPr>
      </p:pic>
      <p:sp>
        <p:nvSpPr>
          <p:cNvPr id="238" name="Text 178"/>
          <p:cNvSpPr txBox="1"/>
          <p:nvPr/>
        </p:nvSpPr>
        <p:spPr>
          <a:xfrm>
            <a:off x="9451696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Pemda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39" name="Shape 179"/>
          <p:cNvSpPr/>
          <p:nvPr/>
        </p:nvSpPr>
        <p:spPr>
          <a:xfrm>
            <a:off x="10050628" y="6108192"/>
            <a:ext cx="1001268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4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23780" y="6140196"/>
            <a:ext cx="109728" cy="109728"/>
          </a:xfrm>
          <a:prstGeom prst="rect">
            <a:avLst/>
          </a:prstGeom>
        </p:spPr>
      </p:pic>
      <p:sp>
        <p:nvSpPr>
          <p:cNvPr id="241" name="Text 180"/>
          <p:cNvSpPr txBox="1"/>
          <p:nvPr/>
        </p:nvSpPr>
        <p:spPr>
          <a:xfrm>
            <a:off x="10215220" y="6108192"/>
            <a:ext cx="8183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 Sinarmas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Peta Hotspot untuk Pengendalian dan Penanganan Karhutla 2026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Terbanyak di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461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Total: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766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5.769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terbakar,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1.682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belum padam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 2026, 17.00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9001" name="Peta 9001"/>
          <p:cNvSpPr/>
          <p:nvPr/>
        </p:nvSpPr>
        <p:spPr>
          <a:xfrm>
            <a:off x="64008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2" name="Ikon Hotspot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768096" y="1568196"/>
            <a:ext cx="237744" cy="237744"/>
          </a:xfrm>
          <a:prstGeom prst="rect">
            <a:avLst/>
          </a:prstGeom>
        </p:spPr>
      </p:pic>
      <p:sp>
        <p:nvSpPr>
          <p:cNvPr id="9003" name="Peta 9003"/>
          <p:cNvSpPr/>
          <p:nvPr/>
        </p:nvSpPr>
        <p:spPr>
          <a:xfrm>
            <a:off x="107899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AFC3DA"/>
                </a:solidFill>
                <a:latin typeface="Roboto"/>
                <a:ea typeface="Roboto"/>
                <a:cs typeface="Roboto"/>
              </a:rPr>
              <a:t>HOTSPOT</a:t>
            </a:r>
          </a:p>
        </p:txBody>
      </p:sp>
      <p:sp>
        <p:nvSpPr>
          <p:cNvPr id="9004" name="Peta 9004"/>
          <p:cNvSpPr/>
          <p:nvPr/>
        </p:nvSpPr>
        <p:spPr>
          <a:xfrm>
            <a:off x="107899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766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5" name="Peta 9005"/>
          <p:cNvSpPr/>
          <p:nvPr/>
        </p:nvSpPr>
        <p:spPr>
          <a:xfrm>
            <a:off x="339090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6" name="Ikon Firespot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3518916" y="1568196"/>
            <a:ext cx="237744" cy="237744"/>
          </a:xfrm>
          <a:prstGeom prst="rect">
            <a:avLst/>
          </a:prstGeom>
        </p:spPr>
      </p:pic>
      <p:sp>
        <p:nvSpPr>
          <p:cNvPr id="9007" name="Peta 9007"/>
          <p:cNvSpPr/>
          <p:nvPr/>
        </p:nvSpPr>
        <p:spPr>
          <a:xfrm>
            <a:off x="382981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FIRESPOT</a:t>
            </a:r>
          </a:p>
        </p:txBody>
      </p:sp>
      <p:sp>
        <p:nvSpPr>
          <p:cNvPr id="9008" name="Peta 9008"/>
          <p:cNvSpPr/>
          <p:nvPr/>
        </p:nvSpPr>
        <p:spPr>
          <a:xfrm>
            <a:off x="382981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446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9" name="Peta 9009"/>
          <p:cNvSpPr/>
          <p:nvPr/>
        </p:nvSpPr>
        <p:spPr>
          <a:xfrm>
            <a:off x="614172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0" name="Ikon Luas Terbakar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6269736" y="1568196"/>
            <a:ext cx="237744" cy="237744"/>
          </a:xfrm>
          <a:prstGeom prst="rect">
            <a:avLst/>
          </a:prstGeom>
        </p:spPr>
      </p:pic>
      <p:sp>
        <p:nvSpPr>
          <p:cNvPr id="9011" name="Peta 9011"/>
          <p:cNvSpPr/>
          <p:nvPr/>
        </p:nvSpPr>
        <p:spPr>
          <a:xfrm>
            <a:off x="658063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D3DFEA"/>
                </a:solidFill>
                <a:latin typeface="Roboto"/>
                <a:ea typeface="Roboto"/>
                <a:cs typeface="Roboto"/>
              </a:rPr>
              <a:t>LUAS TERBAKAR</a:t>
            </a:r>
          </a:p>
        </p:txBody>
      </p:sp>
      <p:sp>
        <p:nvSpPr>
          <p:cNvPr id="9012" name="Peta 9012"/>
          <p:cNvSpPr/>
          <p:nvPr/>
        </p:nvSpPr>
        <p:spPr>
          <a:xfrm>
            <a:off x="658063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5.769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3" name="Peta 9013"/>
          <p:cNvSpPr/>
          <p:nvPr/>
        </p:nvSpPr>
        <p:spPr>
          <a:xfrm>
            <a:off x="889254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4" name="Ikon Belum Padam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9020556" y="1568196"/>
            <a:ext cx="237744" cy="237744"/>
          </a:xfrm>
          <a:prstGeom prst="rect">
            <a:avLst/>
          </a:prstGeom>
        </p:spPr>
      </p:pic>
      <p:sp>
        <p:nvSpPr>
          <p:cNvPr id="9015" name="Peta 9015"/>
          <p:cNvSpPr/>
          <p:nvPr/>
        </p:nvSpPr>
        <p:spPr>
          <a:xfrm>
            <a:off x="933145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DCC2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016" name="Peta 9016"/>
          <p:cNvSpPr/>
          <p:nvPr/>
        </p:nvSpPr>
        <p:spPr>
          <a:xfrm>
            <a:off x="933145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1.682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7" name="Peta 9017"/>
          <p:cNvSpPr/>
          <p:nvPr/>
        </p:nvSpPr>
        <p:spPr>
          <a:xfrm>
            <a:off x="7301920" y="2029968"/>
            <a:ext cx="95000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spc="1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PROVINSI</a:t>
            </a:r>
          </a:p>
        </p:txBody>
      </p:sp>
      <p:sp>
        <p:nvSpPr>
          <p:cNvPr id="9018" name="Peta 9018"/>
          <p:cNvSpPr/>
          <p:nvPr/>
        </p:nvSpPr>
        <p:spPr>
          <a:xfrm>
            <a:off x="82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9" name="Ikon HOTSPOT*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387115" y="2148840"/>
            <a:ext cx="100584" cy="100584"/>
          </a:xfrm>
          <a:prstGeom prst="rect">
            <a:avLst/>
          </a:prstGeom>
        </p:spPr>
      </p:pic>
      <p:sp>
        <p:nvSpPr>
          <p:cNvPr id="9020" name="Peta 9020"/>
          <p:cNvSpPr/>
          <p:nvPr/>
        </p:nvSpPr>
        <p:spPr>
          <a:xfrm>
            <a:off x="8505987" y="2029968"/>
            <a:ext cx="483889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HOTSPOT*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1" name="Peta 9021"/>
          <p:cNvSpPr/>
          <p:nvPr/>
        </p:nvSpPr>
        <p:spPr>
          <a:xfrm>
            <a:off x="90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2" name="Ikon FIRESPOT*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9182343" y="2148840"/>
            <a:ext cx="100584" cy="100584"/>
          </a:xfrm>
          <a:prstGeom prst="rect">
            <a:avLst/>
          </a:prstGeom>
        </p:spPr>
      </p:pic>
      <p:sp>
        <p:nvSpPr>
          <p:cNvPr id="9023" name="Peta 9023"/>
          <p:cNvSpPr/>
          <p:nvPr/>
        </p:nvSpPr>
        <p:spPr>
          <a:xfrm>
            <a:off x="9301215" y="2029968"/>
            <a:ext cx="49343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FIRESPOT*</a:t>
            </a:r>
            <a:r>
              <a:rPr lang="id-ID" sz="45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4" name="Peta 9024"/>
          <p:cNvSpPr/>
          <p:nvPr/>
        </p:nvSpPr>
        <p:spPr>
          <a:xfrm>
            <a:off x="987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5" name="Ikon LUAS TERBAKAR*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9930303" y="2148840"/>
            <a:ext cx="100584" cy="100584"/>
          </a:xfrm>
          <a:prstGeom prst="rect">
            <a:avLst/>
          </a:prstGeom>
        </p:spPr>
      </p:pic>
      <p:sp>
        <p:nvSpPr>
          <p:cNvPr id="9026" name="Peta 9026"/>
          <p:cNvSpPr/>
          <p:nvPr/>
        </p:nvSpPr>
        <p:spPr>
          <a:xfrm>
            <a:off x="10049175" y="2029968"/>
            <a:ext cx="67751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LUAS TERBAKAR*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7" name="Peta 9027"/>
          <p:cNvSpPr/>
          <p:nvPr/>
        </p:nvSpPr>
        <p:spPr>
          <a:xfrm>
            <a:off x="10759352" y="2029968"/>
            <a:ext cx="792568" cy="338328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8" name="Ikon BELUM PADAM*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10812083" y="2148840"/>
            <a:ext cx="100584" cy="100584"/>
          </a:xfrm>
          <a:prstGeom prst="rect">
            <a:avLst/>
          </a:prstGeom>
        </p:spPr>
      </p:pic>
      <p:sp>
        <p:nvSpPr>
          <p:cNvPr id="9029" name="Peta 9029"/>
          <p:cNvSpPr/>
          <p:nvPr/>
        </p:nvSpPr>
        <p:spPr>
          <a:xfrm>
            <a:off x="10930955" y="2029968"/>
            <a:ext cx="613954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BELUM PADAM*</a:t>
            </a:r>
            <a:r>
              <a:rPr lang="id-ID" sz="450" dirty="0">
                <a:solidFill>
                  <a:srgbClr val="FFE6D5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30" name="Peta 9030"/>
          <p:cNvSpPr/>
          <p:nvPr/>
        </p:nvSpPr>
        <p:spPr>
          <a:xfrm>
            <a:off x="7073320" y="248351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031" name="Peta 9031"/>
          <p:cNvSpPr/>
          <p:nvPr/>
        </p:nvSpPr>
        <p:spPr>
          <a:xfrm>
            <a:off x="7347640" y="241401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</a:p>
        </p:txBody>
      </p:sp>
      <p:sp>
        <p:nvSpPr>
          <p:cNvPr id="9032" name="Peta 9032"/>
          <p:cNvSpPr/>
          <p:nvPr/>
        </p:nvSpPr>
        <p:spPr>
          <a:xfrm>
            <a:off x="8251920" y="241401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461</a:t>
            </a:r>
          </a:p>
        </p:txBody>
      </p:sp>
      <p:sp>
        <p:nvSpPr>
          <p:cNvPr id="9033" name="Peta 9033"/>
          <p:cNvSpPr/>
          <p:nvPr/>
        </p:nvSpPr>
        <p:spPr>
          <a:xfrm>
            <a:off x="87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▼36%</a:t>
            </a:r>
          </a:p>
        </p:txBody>
      </p:sp>
      <p:sp>
        <p:nvSpPr>
          <p:cNvPr id="9034" name="Peta 9034"/>
          <p:cNvSpPr/>
          <p:nvPr/>
        </p:nvSpPr>
        <p:spPr>
          <a:xfrm>
            <a:off x="9051920" y="241401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316</a:t>
            </a:r>
          </a:p>
        </p:txBody>
      </p:sp>
      <p:sp>
        <p:nvSpPr>
          <p:cNvPr id="9035" name="Peta 9035"/>
          <p:cNvSpPr/>
          <p:nvPr/>
        </p:nvSpPr>
        <p:spPr>
          <a:xfrm>
            <a:off x="95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▼27%</a:t>
            </a:r>
          </a:p>
        </p:txBody>
      </p:sp>
      <p:sp>
        <p:nvSpPr>
          <p:cNvPr id="9036" name="Peta 9036"/>
          <p:cNvSpPr/>
          <p:nvPr/>
        </p:nvSpPr>
        <p:spPr>
          <a:xfrm>
            <a:off x="9851920" y="2414016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1.276</a:t>
            </a:r>
          </a:p>
        </p:txBody>
      </p:sp>
      <p:sp>
        <p:nvSpPr>
          <p:cNvPr id="9037" name="Peta 9037"/>
          <p:cNvSpPr/>
          <p:nvPr/>
        </p:nvSpPr>
        <p:spPr>
          <a:xfrm>
            <a:off x="1044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▼30%</a:t>
            </a:r>
          </a:p>
        </p:txBody>
      </p:sp>
      <p:sp>
        <p:nvSpPr>
          <p:cNvPr id="9038" name="Peta 9038"/>
          <p:cNvSpPr/>
          <p:nvPr/>
        </p:nvSpPr>
        <p:spPr>
          <a:xfrm>
            <a:off x="10731920" y="2414016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461</a:t>
            </a:r>
          </a:p>
        </p:txBody>
      </p:sp>
      <p:sp>
        <p:nvSpPr>
          <p:cNvPr id="9039" name="Peta 9039"/>
          <p:cNvSpPr/>
          <p:nvPr/>
        </p:nvSpPr>
        <p:spPr>
          <a:xfrm>
            <a:off x="112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▲89%</a:t>
            </a:r>
          </a:p>
        </p:txBody>
      </p:sp>
      <p:sp>
        <p:nvSpPr>
          <p:cNvPr id="9040" name="Peta 9040"/>
          <p:cNvSpPr/>
          <p:nvPr/>
        </p:nvSpPr>
        <p:spPr>
          <a:xfrm>
            <a:off x="7045888" y="274502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41" name="Peta 9041"/>
          <p:cNvSpPr/>
          <p:nvPr/>
        </p:nvSpPr>
        <p:spPr>
          <a:xfrm>
            <a:off x="7073320" y="281452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042" name="Peta 9042"/>
          <p:cNvSpPr/>
          <p:nvPr/>
        </p:nvSpPr>
        <p:spPr>
          <a:xfrm>
            <a:off x="7347640" y="274502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</a:p>
        </p:txBody>
      </p:sp>
      <p:sp>
        <p:nvSpPr>
          <p:cNvPr id="9043" name="Peta 9043"/>
          <p:cNvSpPr/>
          <p:nvPr/>
        </p:nvSpPr>
        <p:spPr>
          <a:xfrm>
            <a:off x="8251920" y="274502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69</a:t>
            </a:r>
          </a:p>
        </p:txBody>
      </p:sp>
      <p:sp>
        <p:nvSpPr>
          <p:cNvPr id="9044" name="Peta 9044"/>
          <p:cNvSpPr/>
          <p:nvPr/>
        </p:nvSpPr>
        <p:spPr>
          <a:xfrm>
            <a:off x="87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▲360%</a:t>
            </a:r>
          </a:p>
        </p:txBody>
      </p:sp>
      <p:sp>
        <p:nvSpPr>
          <p:cNvPr id="9045" name="Peta 9045"/>
          <p:cNvSpPr/>
          <p:nvPr/>
        </p:nvSpPr>
        <p:spPr>
          <a:xfrm>
            <a:off x="9051920" y="274502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53</a:t>
            </a:r>
          </a:p>
        </p:txBody>
      </p:sp>
      <p:sp>
        <p:nvSpPr>
          <p:cNvPr id="9046" name="Peta 9046"/>
          <p:cNvSpPr/>
          <p:nvPr/>
        </p:nvSpPr>
        <p:spPr>
          <a:xfrm>
            <a:off x="95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▲960%</a:t>
            </a:r>
          </a:p>
        </p:txBody>
      </p:sp>
      <p:sp>
        <p:nvSpPr>
          <p:cNvPr id="9047" name="Peta 9047"/>
          <p:cNvSpPr/>
          <p:nvPr/>
        </p:nvSpPr>
        <p:spPr>
          <a:xfrm>
            <a:off x="9851920" y="2745028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048" name="Peta 9048"/>
          <p:cNvSpPr/>
          <p:nvPr/>
        </p:nvSpPr>
        <p:spPr>
          <a:xfrm>
            <a:off x="1044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▼100%</a:t>
            </a:r>
          </a:p>
        </p:txBody>
      </p:sp>
      <p:sp>
        <p:nvSpPr>
          <p:cNvPr id="9049" name="Peta 9049"/>
          <p:cNvSpPr/>
          <p:nvPr/>
        </p:nvSpPr>
        <p:spPr>
          <a:xfrm>
            <a:off x="10731920" y="2745028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0</a:t>
            </a:r>
          </a:p>
        </p:txBody>
      </p:sp>
      <p:sp>
        <p:nvSpPr>
          <p:cNvPr id="9050" name="Peta 9050"/>
          <p:cNvSpPr/>
          <p:nvPr/>
        </p:nvSpPr>
        <p:spPr>
          <a:xfrm>
            <a:off x="112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▼100%</a:t>
            </a:r>
          </a:p>
        </p:txBody>
      </p:sp>
      <p:sp>
        <p:nvSpPr>
          <p:cNvPr id="9051" name="Peta 9051"/>
          <p:cNvSpPr/>
          <p:nvPr/>
        </p:nvSpPr>
        <p:spPr>
          <a:xfrm>
            <a:off x="7045888" y="307604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2" name="Peta 9052"/>
          <p:cNvSpPr/>
          <p:nvPr/>
        </p:nvSpPr>
        <p:spPr>
          <a:xfrm>
            <a:off x="7073320" y="314553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053" name="Peta 9053"/>
          <p:cNvSpPr/>
          <p:nvPr/>
        </p:nvSpPr>
        <p:spPr>
          <a:xfrm>
            <a:off x="7347640" y="307604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</a:p>
        </p:txBody>
      </p:sp>
      <p:sp>
        <p:nvSpPr>
          <p:cNvPr id="9054" name="Peta 9054"/>
          <p:cNvSpPr/>
          <p:nvPr/>
        </p:nvSpPr>
        <p:spPr>
          <a:xfrm>
            <a:off x="8251920" y="307604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63</a:t>
            </a:r>
          </a:p>
        </p:txBody>
      </p:sp>
      <p:sp>
        <p:nvSpPr>
          <p:cNvPr id="9055" name="Peta 9055"/>
          <p:cNvSpPr/>
          <p:nvPr/>
        </p:nvSpPr>
        <p:spPr>
          <a:xfrm>
            <a:off x="87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▼93%</a:t>
            </a:r>
          </a:p>
        </p:txBody>
      </p:sp>
      <p:sp>
        <p:nvSpPr>
          <p:cNvPr id="9056" name="Peta 9056"/>
          <p:cNvSpPr/>
          <p:nvPr/>
        </p:nvSpPr>
        <p:spPr>
          <a:xfrm>
            <a:off x="9051920" y="307604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0</a:t>
            </a:r>
          </a:p>
        </p:txBody>
      </p:sp>
      <p:sp>
        <p:nvSpPr>
          <p:cNvPr id="9057" name="Peta 9057"/>
          <p:cNvSpPr/>
          <p:nvPr/>
        </p:nvSpPr>
        <p:spPr>
          <a:xfrm>
            <a:off x="95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▼100%</a:t>
            </a:r>
          </a:p>
        </p:txBody>
      </p:sp>
      <p:sp>
        <p:nvSpPr>
          <p:cNvPr id="9058" name="Peta 9058"/>
          <p:cNvSpPr/>
          <p:nvPr/>
        </p:nvSpPr>
        <p:spPr>
          <a:xfrm>
            <a:off x="9851920" y="3076040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1.198</a:t>
            </a:r>
          </a:p>
        </p:txBody>
      </p:sp>
      <p:sp>
        <p:nvSpPr>
          <p:cNvPr id="9059" name="Peta 9059"/>
          <p:cNvSpPr/>
          <p:nvPr/>
        </p:nvSpPr>
        <p:spPr>
          <a:xfrm>
            <a:off x="1044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▼50%</a:t>
            </a:r>
          </a:p>
        </p:txBody>
      </p:sp>
      <p:sp>
        <p:nvSpPr>
          <p:cNvPr id="9060" name="Peta 9060"/>
          <p:cNvSpPr/>
          <p:nvPr/>
        </p:nvSpPr>
        <p:spPr>
          <a:xfrm>
            <a:off x="10731920" y="3076040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647</a:t>
            </a:r>
          </a:p>
        </p:txBody>
      </p:sp>
      <p:sp>
        <p:nvSpPr>
          <p:cNvPr id="9061" name="Peta 9061"/>
          <p:cNvSpPr/>
          <p:nvPr/>
        </p:nvSpPr>
        <p:spPr>
          <a:xfrm>
            <a:off x="112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▼44%</a:t>
            </a:r>
          </a:p>
        </p:txBody>
      </p:sp>
      <p:sp>
        <p:nvSpPr>
          <p:cNvPr id="9062" name="Peta 9062"/>
          <p:cNvSpPr/>
          <p:nvPr/>
        </p:nvSpPr>
        <p:spPr>
          <a:xfrm>
            <a:off x="7045888" y="340705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63" name="Peta 9063"/>
          <p:cNvSpPr/>
          <p:nvPr/>
        </p:nvSpPr>
        <p:spPr>
          <a:xfrm>
            <a:off x="7073320" y="347654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064" name="Peta 9064"/>
          <p:cNvSpPr/>
          <p:nvPr/>
        </p:nvSpPr>
        <p:spPr>
          <a:xfrm>
            <a:off x="7347640" y="340705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</a:p>
        </p:txBody>
      </p:sp>
      <p:sp>
        <p:nvSpPr>
          <p:cNvPr id="9065" name="Peta 9065"/>
          <p:cNvSpPr/>
          <p:nvPr/>
        </p:nvSpPr>
        <p:spPr>
          <a:xfrm>
            <a:off x="8251920" y="340705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61</a:t>
            </a:r>
          </a:p>
        </p:txBody>
      </p:sp>
      <p:sp>
        <p:nvSpPr>
          <p:cNvPr id="9066" name="Peta 9066"/>
          <p:cNvSpPr/>
          <p:nvPr/>
        </p:nvSpPr>
        <p:spPr>
          <a:xfrm>
            <a:off x="87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▼79%</a:t>
            </a:r>
          </a:p>
        </p:txBody>
      </p:sp>
      <p:sp>
        <p:nvSpPr>
          <p:cNvPr id="9067" name="Peta 9067"/>
          <p:cNvSpPr/>
          <p:nvPr/>
        </p:nvSpPr>
        <p:spPr>
          <a:xfrm>
            <a:off x="9051920" y="340705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32</a:t>
            </a:r>
          </a:p>
        </p:txBody>
      </p:sp>
      <p:sp>
        <p:nvSpPr>
          <p:cNvPr id="9068" name="Peta 9068"/>
          <p:cNvSpPr/>
          <p:nvPr/>
        </p:nvSpPr>
        <p:spPr>
          <a:xfrm>
            <a:off x="95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▼65%</a:t>
            </a:r>
          </a:p>
        </p:txBody>
      </p:sp>
      <p:sp>
        <p:nvSpPr>
          <p:cNvPr id="9069" name="Peta 9069"/>
          <p:cNvSpPr/>
          <p:nvPr/>
        </p:nvSpPr>
        <p:spPr>
          <a:xfrm>
            <a:off x="9851920" y="3407052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420</a:t>
            </a:r>
          </a:p>
        </p:txBody>
      </p:sp>
      <p:sp>
        <p:nvSpPr>
          <p:cNvPr id="9070" name="Peta 9070"/>
          <p:cNvSpPr/>
          <p:nvPr/>
        </p:nvSpPr>
        <p:spPr>
          <a:xfrm>
            <a:off x="1044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▲18%</a:t>
            </a:r>
          </a:p>
        </p:txBody>
      </p:sp>
      <p:sp>
        <p:nvSpPr>
          <p:cNvPr id="9071" name="Peta 9071"/>
          <p:cNvSpPr/>
          <p:nvPr/>
        </p:nvSpPr>
        <p:spPr>
          <a:xfrm>
            <a:off x="10731920" y="3407052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70</a:t>
            </a:r>
          </a:p>
        </p:txBody>
      </p:sp>
      <p:sp>
        <p:nvSpPr>
          <p:cNvPr id="9072" name="Peta 9072"/>
          <p:cNvSpPr/>
          <p:nvPr/>
        </p:nvSpPr>
        <p:spPr>
          <a:xfrm>
            <a:off x="112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▼23%</a:t>
            </a:r>
          </a:p>
        </p:txBody>
      </p:sp>
      <p:sp>
        <p:nvSpPr>
          <p:cNvPr id="9073" name="Peta 9073"/>
          <p:cNvSpPr/>
          <p:nvPr/>
        </p:nvSpPr>
        <p:spPr>
          <a:xfrm>
            <a:off x="7045888" y="373806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74" name="Peta 9074"/>
          <p:cNvSpPr/>
          <p:nvPr/>
        </p:nvSpPr>
        <p:spPr>
          <a:xfrm>
            <a:off x="7073320" y="380755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9075" name="Peta 9075"/>
          <p:cNvSpPr/>
          <p:nvPr/>
        </p:nvSpPr>
        <p:spPr>
          <a:xfrm>
            <a:off x="7347640" y="373806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</a:p>
        </p:txBody>
      </p:sp>
      <p:sp>
        <p:nvSpPr>
          <p:cNvPr id="9076" name="Peta 9076"/>
          <p:cNvSpPr/>
          <p:nvPr/>
        </p:nvSpPr>
        <p:spPr>
          <a:xfrm>
            <a:off x="8251920" y="373806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30</a:t>
            </a:r>
          </a:p>
        </p:txBody>
      </p:sp>
      <p:sp>
        <p:nvSpPr>
          <p:cNvPr id="9077" name="Peta 9077"/>
          <p:cNvSpPr/>
          <p:nvPr/>
        </p:nvSpPr>
        <p:spPr>
          <a:xfrm>
            <a:off x="87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▼86%</a:t>
            </a:r>
          </a:p>
        </p:txBody>
      </p:sp>
      <p:sp>
        <p:nvSpPr>
          <p:cNvPr id="9078" name="Peta 9078"/>
          <p:cNvSpPr/>
          <p:nvPr/>
        </p:nvSpPr>
        <p:spPr>
          <a:xfrm>
            <a:off x="9051920" y="373806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19</a:t>
            </a:r>
          </a:p>
        </p:txBody>
      </p:sp>
      <p:sp>
        <p:nvSpPr>
          <p:cNvPr id="9079" name="Peta 9079"/>
          <p:cNvSpPr/>
          <p:nvPr/>
        </p:nvSpPr>
        <p:spPr>
          <a:xfrm>
            <a:off x="95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▼60%</a:t>
            </a:r>
          </a:p>
        </p:txBody>
      </p:sp>
      <p:sp>
        <p:nvSpPr>
          <p:cNvPr id="9080" name="Peta 9080"/>
          <p:cNvSpPr/>
          <p:nvPr/>
        </p:nvSpPr>
        <p:spPr>
          <a:xfrm>
            <a:off x="9851920" y="3738064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324</a:t>
            </a:r>
          </a:p>
        </p:txBody>
      </p:sp>
      <p:sp>
        <p:nvSpPr>
          <p:cNvPr id="9081" name="Peta 9081"/>
          <p:cNvSpPr/>
          <p:nvPr/>
        </p:nvSpPr>
        <p:spPr>
          <a:xfrm>
            <a:off x="1044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▲8%</a:t>
            </a:r>
          </a:p>
        </p:txBody>
      </p:sp>
      <p:sp>
        <p:nvSpPr>
          <p:cNvPr id="9082" name="Peta 9082"/>
          <p:cNvSpPr/>
          <p:nvPr/>
        </p:nvSpPr>
        <p:spPr>
          <a:xfrm>
            <a:off x="10731920" y="3738064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99</a:t>
            </a:r>
          </a:p>
        </p:txBody>
      </p:sp>
      <p:sp>
        <p:nvSpPr>
          <p:cNvPr id="9083" name="Peta 9083"/>
          <p:cNvSpPr/>
          <p:nvPr/>
        </p:nvSpPr>
        <p:spPr>
          <a:xfrm>
            <a:off x="112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▼16%</a:t>
            </a:r>
          </a:p>
        </p:txBody>
      </p:sp>
      <p:sp>
        <p:nvSpPr>
          <p:cNvPr id="9084" name="Peta 9084"/>
          <p:cNvSpPr/>
          <p:nvPr/>
        </p:nvSpPr>
        <p:spPr>
          <a:xfrm>
            <a:off x="7045888" y="4069076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85" name="Peta 9085"/>
          <p:cNvSpPr/>
          <p:nvPr/>
        </p:nvSpPr>
        <p:spPr>
          <a:xfrm>
            <a:off x="7073320" y="413857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086" name="Peta 9086"/>
          <p:cNvSpPr/>
          <p:nvPr/>
        </p:nvSpPr>
        <p:spPr>
          <a:xfrm>
            <a:off x="7347640" y="406907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</a:p>
        </p:txBody>
      </p:sp>
      <p:sp>
        <p:nvSpPr>
          <p:cNvPr id="9087" name="Peta 9087"/>
          <p:cNvSpPr/>
          <p:nvPr/>
        </p:nvSpPr>
        <p:spPr>
          <a:xfrm>
            <a:off x="8251920" y="406907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24</a:t>
            </a:r>
          </a:p>
        </p:txBody>
      </p:sp>
      <p:sp>
        <p:nvSpPr>
          <p:cNvPr id="9088" name="Peta 9088"/>
          <p:cNvSpPr/>
          <p:nvPr/>
        </p:nvSpPr>
        <p:spPr>
          <a:xfrm>
            <a:off x="87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▼93%</a:t>
            </a:r>
          </a:p>
        </p:txBody>
      </p:sp>
      <p:sp>
        <p:nvSpPr>
          <p:cNvPr id="9089" name="Peta 9089"/>
          <p:cNvSpPr/>
          <p:nvPr/>
        </p:nvSpPr>
        <p:spPr>
          <a:xfrm>
            <a:off x="9051920" y="406907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16</a:t>
            </a:r>
          </a:p>
        </p:txBody>
      </p:sp>
      <p:sp>
        <p:nvSpPr>
          <p:cNvPr id="9090" name="Peta 9090"/>
          <p:cNvSpPr/>
          <p:nvPr/>
        </p:nvSpPr>
        <p:spPr>
          <a:xfrm>
            <a:off x="95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▼83%</a:t>
            </a:r>
          </a:p>
        </p:txBody>
      </p:sp>
      <p:sp>
        <p:nvSpPr>
          <p:cNvPr id="9091" name="Peta 9091"/>
          <p:cNvSpPr/>
          <p:nvPr/>
        </p:nvSpPr>
        <p:spPr>
          <a:xfrm>
            <a:off x="9851920" y="4069076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519</a:t>
            </a:r>
          </a:p>
        </p:txBody>
      </p:sp>
      <p:sp>
        <p:nvSpPr>
          <p:cNvPr id="9092" name="Peta 9092"/>
          <p:cNvSpPr/>
          <p:nvPr/>
        </p:nvSpPr>
        <p:spPr>
          <a:xfrm>
            <a:off x="1044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▲65%</a:t>
            </a:r>
          </a:p>
        </p:txBody>
      </p:sp>
      <p:sp>
        <p:nvSpPr>
          <p:cNvPr id="9093" name="Peta 9093"/>
          <p:cNvSpPr/>
          <p:nvPr/>
        </p:nvSpPr>
        <p:spPr>
          <a:xfrm>
            <a:off x="10731920" y="4069076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101</a:t>
            </a:r>
          </a:p>
        </p:txBody>
      </p:sp>
      <p:sp>
        <p:nvSpPr>
          <p:cNvPr id="9094" name="Peta 9094"/>
          <p:cNvSpPr/>
          <p:nvPr/>
        </p:nvSpPr>
        <p:spPr>
          <a:xfrm>
            <a:off x="112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▲6%</a:t>
            </a:r>
          </a:p>
        </p:txBody>
      </p:sp>
      <p:sp>
        <p:nvSpPr>
          <p:cNvPr id="9095" name="Peta 9095"/>
          <p:cNvSpPr/>
          <p:nvPr/>
        </p:nvSpPr>
        <p:spPr>
          <a:xfrm>
            <a:off x="7045888" y="440008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96" name="Peta 9096"/>
          <p:cNvSpPr/>
          <p:nvPr/>
        </p:nvSpPr>
        <p:spPr>
          <a:xfrm>
            <a:off x="7073320" y="446958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097" name="Peta 9097"/>
          <p:cNvSpPr/>
          <p:nvPr/>
        </p:nvSpPr>
        <p:spPr>
          <a:xfrm>
            <a:off x="7347640" y="440008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</a:p>
        </p:txBody>
      </p:sp>
      <p:sp>
        <p:nvSpPr>
          <p:cNvPr id="9098" name="Peta 9098"/>
          <p:cNvSpPr/>
          <p:nvPr/>
        </p:nvSpPr>
        <p:spPr>
          <a:xfrm>
            <a:off x="8251920" y="440008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13</a:t>
            </a:r>
          </a:p>
        </p:txBody>
      </p:sp>
      <p:sp>
        <p:nvSpPr>
          <p:cNvPr id="9099" name="Peta 9099"/>
          <p:cNvSpPr/>
          <p:nvPr/>
        </p:nvSpPr>
        <p:spPr>
          <a:xfrm>
            <a:off x="87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▼66%</a:t>
            </a:r>
          </a:p>
        </p:txBody>
      </p:sp>
      <p:sp>
        <p:nvSpPr>
          <p:cNvPr id="9100" name="Peta 9100"/>
          <p:cNvSpPr/>
          <p:nvPr/>
        </p:nvSpPr>
        <p:spPr>
          <a:xfrm>
            <a:off x="9051920" y="440008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101" name="Peta 9101"/>
          <p:cNvSpPr/>
          <p:nvPr/>
        </p:nvSpPr>
        <p:spPr>
          <a:xfrm>
            <a:off x="95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▼93%</a:t>
            </a:r>
          </a:p>
        </p:txBody>
      </p:sp>
      <p:sp>
        <p:nvSpPr>
          <p:cNvPr id="9102" name="Peta 9102"/>
          <p:cNvSpPr/>
          <p:nvPr/>
        </p:nvSpPr>
        <p:spPr>
          <a:xfrm>
            <a:off x="9851920" y="4400088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75</a:t>
            </a:r>
          </a:p>
        </p:txBody>
      </p:sp>
      <p:sp>
        <p:nvSpPr>
          <p:cNvPr id="9103" name="Peta 9103"/>
          <p:cNvSpPr/>
          <p:nvPr/>
        </p:nvSpPr>
        <p:spPr>
          <a:xfrm>
            <a:off x="1044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▼74%</a:t>
            </a:r>
          </a:p>
        </p:txBody>
      </p:sp>
      <p:sp>
        <p:nvSpPr>
          <p:cNvPr id="9104" name="Peta 9104"/>
          <p:cNvSpPr/>
          <p:nvPr/>
        </p:nvSpPr>
        <p:spPr>
          <a:xfrm>
            <a:off x="10731920" y="4400088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62</a:t>
            </a:r>
          </a:p>
        </p:txBody>
      </p:sp>
      <p:sp>
        <p:nvSpPr>
          <p:cNvPr id="9105" name="Peta 9105"/>
          <p:cNvSpPr/>
          <p:nvPr/>
        </p:nvSpPr>
        <p:spPr>
          <a:xfrm>
            <a:off x="112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▲77%</a:t>
            </a:r>
          </a:p>
        </p:txBody>
      </p:sp>
      <p:sp>
        <p:nvSpPr>
          <p:cNvPr id="9106" name="Peta 9106"/>
          <p:cNvSpPr/>
          <p:nvPr/>
        </p:nvSpPr>
        <p:spPr>
          <a:xfrm>
            <a:off x="7045888" y="473110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7" name="Peta 9107"/>
          <p:cNvSpPr/>
          <p:nvPr/>
        </p:nvSpPr>
        <p:spPr>
          <a:xfrm>
            <a:off x="7073320" y="480059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9108" name="Peta 9108"/>
          <p:cNvSpPr/>
          <p:nvPr/>
        </p:nvSpPr>
        <p:spPr>
          <a:xfrm>
            <a:off x="7347640" y="473110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 Utara</a:t>
            </a:r>
          </a:p>
        </p:txBody>
      </p:sp>
      <p:sp>
        <p:nvSpPr>
          <p:cNvPr id="9109" name="Peta 9109"/>
          <p:cNvSpPr/>
          <p:nvPr/>
        </p:nvSpPr>
        <p:spPr>
          <a:xfrm>
            <a:off x="8251920" y="473110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9110" name="Peta 9110"/>
          <p:cNvSpPr/>
          <p:nvPr/>
        </p:nvSpPr>
        <p:spPr>
          <a:xfrm>
            <a:off x="87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▼92%</a:t>
            </a:r>
          </a:p>
        </p:txBody>
      </p:sp>
      <p:sp>
        <p:nvSpPr>
          <p:cNvPr id="9111" name="Peta 9111"/>
          <p:cNvSpPr/>
          <p:nvPr/>
        </p:nvSpPr>
        <p:spPr>
          <a:xfrm>
            <a:off x="9051920" y="473110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112" name="Peta 9112"/>
          <p:cNvSpPr/>
          <p:nvPr/>
        </p:nvSpPr>
        <p:spPr>
          <a:xfrm>
            <a:off x="95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▼69%</a:t>
            </a:r>
          </a:p>
        </p:txBody>
      </p:sp>
      <p:sp>
        <p:nvSpPr>
          <p:cNvPr id="9113" name="Peta 9113"/>
          <p:cNvSpPr/>
          <p:nvPr/>
        </p:nvSpPr>
        <p:spPr>
          <a:xfrm>
            <a:off x="9851920" y="4731100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122</a:t>
            </a:r>
          </a:p>
        </p:txBody>
      </p:sp>
      <p:sp>
        <p:nvSpPr>
          <p:cNvPr id="9114" name="Peta 9114"/>
          <p:cNvSpPr/>
          <p:nvPr/>
        </p:nvSpPr>
        <p:spPr>
          <a:xfrm>
            <a:off x="1044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▼74%</a:t>
            </a:r>
          </a:p>
        </p:txBody>
      </p:sp>
      <p:sp>
        <p:nvSpPr>
          <p:cNvPr id="9115" name="Peta 9115"/>
          <p:cNvSpPr/>
          <p:nvPr/>
        </p:nvSpPr>
        <p:spPr>
          <a:xfrm>
            <a:off x="10731920" y="4731100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33</a:t>
            </a:r>
          </a:p>
        </p:txBody>
      </p:sp>
      <p:sp>
        <p:nvSpPr>
          <p:cNvPr id="9116" name="Peta 9116"/>
          <p:cNvSpPr/>
          <p:nvPr/>
        </p:nvSpPr>
        <p:spPr>
          <a:xfrm>
            <a:off x="112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▼81%</a:t>
            </a:r>
          </a:p>
        </p:txBody>
      </p:sp>
      <p:sp>
        <p:nvSpPr>
          <p:cNvPr id="9117" name="Peta 9117"/>
          <p:cNvSpPr/>
          <p:nvPr/>
        </p:nvSpPr>
        <p:spPr>
          <a:xfrm>
            <a:off x="7045888" y="506211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8" name="Peta 9118"/>
          <p:cNvSpPr/>
          <p:nvPr/>
        </p:nvSpPr>
        <p:spPr>
          <a:xfrm>
            <a:off x="7073320" y="513160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r>
          </a:p>
        </p:txBody>
      </p:sp>
      <p:sp>
        <p:nvSpPr>
          <p:cNvPr id="9119" name="Peta 9119"/>
          <p:cNvSpPr/>
          <p:nvPr/>
        </p:nvSpPr>
        <p:spPr>
          <a:xfrm>
            <a:off x="7347640" y="506211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</a:p>
        </p:txBody>
      </p:sp>
      <p:sp>
        <p:nvSpPr>
          <p:cNvPr id="9120" name="Peta 9120"/>
          <p:cNvSpPr/>
          <p:nvPr/>
        </p:nvSpPr>
        <p:spPr>
          <a:xfrm>
            <a:off x="8251920" y="506211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121" name="Peta 9121"/>
          <p:cNvSpPr/>
          <p:nvPr/>
        </p:nvSpPr>
        <p:spPr>
          <a:xfrm>
            <a:off x="87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▼99%</a:t>
            </a:r>
          </a:p>
        </p:txBody>
      </p:sp>
      <p:sp>
        <p:nvSpPr>
          <p:cNvPr id="9122" name="Peta 9122"/>
          <p:cNvSpPr/>
          <p:nvPr/>
        </p:nvSpPr>
        <p:spPr>
          <a:xfrm>
            <a:off x="9051920" y="506211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123" name="Peta 9123"/>
          <p:cNvSpPr/>
          <p:nvPr/>
        </p:nvSpPr>
        <p:spPr>
          <a:xfrm>
            <a:off x="95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▼99%</a:t>
            </a:r>
          </a:p>
        </p:txBody>
      </p:sp>
      <p:sp>
        <p:nvSpPr>
          <p:cNvPr id="9124" name="Peta 9124"/>
          <p:cNvSpPr/>
          <p:nvPr/>
        </p:nvSpPr>
        <p:spPr>
          <a:xfrm>
            <a:off x="9851920" y="5062112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820</a:t>
            </a:r>
          </a:p>
        </p:txBody>
      </p:sp>
      <p:sp>
        <p:nvSpPr>
          <p:cNvPr id="9125" name="Peta 9125"/>
          <p:cNvSpPr/>
          <p:nvPr/>
        </p:nvSpPr>
        <p:spPr>
          <a:xfrm>
            <a:off x="1044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▲134%</a:t>
            </a:r>
          </a:p>
        </p:txBody>
      </p:sp>
      <p:sp>
        <p:nvSpPr>
          <p:cNvPr id="9126" name="Peta 9126"/>
          <p:cNvSpPr/>
          <p:nvPr/>
        </p:nvSpPr>
        <p:spPr>
          <a:xfrm>
            <a:off x="10731920" y="5062112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35</a:t>
            </a:r>
          </a:p>
        </p:txBody>
      </p:sp>
      <p:sp>
        <p:nvSpPr>
          <p:cNvPr id="9127" name="Peta 9127"/>
          <p:cNvSpPr/>
          <p:nvPr/>
        </p:nvSpPr>
        <p:spPr>
          <a:xfrm>
            <a:off x="112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▼5%</a:t>
            </a:r>
          </a:p>
        </p:txBody>
      </p:sp>
      <p:sp>
        <p:nvSpPr>
          <p:cNvPr id="9128" name="Peta 9128"/>
          <p:cNvSpPr/>
          <p:nvPr/>
        </p:nvSpPr>
        <p:spPr>
          <a:xfrm>
            <a:off x="7045888" y="539312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9" name="Peta 9129"/>
          <p:cNvSpPr/>
          <p:nvPr/>
        </p:nvSpPr>
        <p:spPr>
          <a:xfrm>
            <a:off x="7073320" y="546261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30" name="Peta 9130"/>
          <p:cNvSpPr/>
          <p:nvPr/>
        </p:nvSpPr>
        <p:spPr>
          <a:xfrm>
            <a:off x="7347640" y="539312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Utara</a:t>
            </a:r>
          </a:p>
        </p:txBody>
      </p:sp>
      <p:sp>
        <p:nvSpPr>
          <p:cNvPr id="9131" name="Peta 9131"/>
          <p:cNvSpPr/>
          <p:nvPr/>
        </p:nvSpPr>
        <p:spPr>
          <a:xfrm>
            <a:off x="8251920" y="539312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132" name="Peta 9132"/>
          <p:cNvSpPr/>
          <p:nvPr/>
        </p:nvSpPr>
        <p:spPr>
          <a:xfrm>
            <a:off x="87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▼85%</a:t>
            </a:r>
          </a:p>
        </p:txBody>
      </p:sp>
      <p:sp>
        <p:nvSpPr>
          <p:cNvPr id="9133" name="Peta 9133"/>
          <p:cNvSpPr/>
          <p:nvPr/>
        </p:nvSpPr>
        <p:spPr>
          <a:xfrm>
            <a:off x="9051920" y="539312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0</a:t>
            </a:r>
          </a:p>
        </p:txBody>
      </p:sp>
      <p:sp>
        <p:nvSpPr>
          <p:cNvPr id="9134" name="Peta 9134"/>
          <p:cNvSpPr/>
          <p:nvPr/>
        </p:nvSpPr>
        <p:spPr>
          <a:xfrm>
            <a:off x="95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baru</a:t>
            </a:r>
          </a:p>
        </p:txBody>
      </p:sp>
      <p:sp>
        <p:nvSpPr>
          <p:cNvPr id="9135" name="Peta 9135"/>
          <p:cNvSpPr/>
          <p:nvPr/>
        </p:nvSpPr>
        <p:spPr>
          <a:xfrm>
            <a:off x="9851920" y="5393124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48</a:t>
            </a:r>
          </a:p>
        </p:txBody>
      </p:sp>
      <p:sp>
        <p:nvSpPr>
          <p:cNvPr id="9136" name="Peta 9136"/>
          <p:cNvSpPr/>
          <p:nvPr/>
        </p:nvSpPr>
        <p:spPr>
          <a:xfrm>
            <a:off x="1044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▼45%</a:t>
            </a:r>
          </a:p>
        </p:txBody>
      </p:sp>
      <p:sp>
        <p:nvSpPr>
          <p:cNvPr id="9137" name="Peta 9137"/>
          <p:cNvSpPr/>
          <p:nvPr/>
        </p:nvSpPr>
        <p:spPr>
          <a:xfrm>
            <a:off x="10731920" y="5393124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38" name="Peta 9138"/>
          <p:cNvSpPr/>
          <p:nvPr/>
        </p:nvSpPr>
        <p:spPr>
          <a:xfrm>
            <a:off x="112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▼29%</a:t>
            </a:r>
          </a:p>
        </p:txBody>
      </p:sp>
      <p:pic>
        <p:nvPicPr>
          <p:cNvPr id="9139" name="Peta hotspot 20 Okt"/>
          <p:cNvPicPr>
            <a:picLocks noChangeAspect="1"/>
          </p:cNvPicPr>
          <p:nvPr/>
        </p:nvPicPr>
        <p:blipFill>
          <a:blip r:embed="rIdPeta"/>
          <a:stretch>
            <a:fillRect/>
          </a:stretch>
        </p:blipFill>
        <p:spPr>
          <a:xfrm>
            <a:off x="640080" y="2627665"/>
            <a:ext cx="6222928" cy="2498782"/>
          </a:xfrm>
          <a:prstGeom prst="rect">
            <a:avLst/>
          </a:prstGeom>
        </p:spPr>
      </p:pic>
      <p:sp>
        <p:nvSpPr>
          <p:cNvPr id="9140" name="Peta 9140"/>
          <p:cNvSpPr/>
          <p:nvPr/>
        </p:nvSpPr>
        <p:spPr>
          <a:xfrm>
            <a:off x="1413357" y="5939028"/>
            <a:ext cx="128016" cy="128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1" name="Peta 9141"/>
          <p:cNvSpPr/>
          <p:nvPr/>
        </p:nvSpPr>
        <p:spPr>
          <a:xfrm>
            <a:off x="1632813" y="5897880"/>
            <a:ext cx="24631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Ukuran lingkaran sebanding jumlah titik panas</a:t>
            </a:r>
          </a:p>
        </p:txBody>
      </p:sp>
      <p:sp>
        <p:nvSpPr>
          <p:cNvPr id="9142" name="Peta 9142"/>
          <p:cNvSpPr/>
          <p:nvPr/>
        </p:nvSpPr>
        <p:spPr>
          <a:xfrm>
            <a:off x="4095978" y="5939028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3" name="Peta 9143"/>
          <p:cNvSpPr/>
          <p:nvPr/>
        </p:nvSpPr>
        <p:spPr>
          <a:xfrm>
            <a:off x="4315434" y="5897880"/>
            <a:ext cx="160591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Provinsi dengan titik panas</a:t>
            </a:r>
          </a:p>
        </p:txBody>
      </p:sp>
      <p:sp>
        <p:nvSpPr>
          <p:cNvPr id="9144" name="Peta 9144"/>
          <p:cNvSpPr/>
          <p:nvPr/>
        </p:nvSpPr>
        <p:spPr>
          <a:xfrm>
            <a:off x="5921349" y="5939028"/>
            <a:ext cx="128016" cy="1280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5" name="Peta 9145"/>
          <p:cNvSpPr/>
          <p:nvPr/>
        </p:nvSpPr>
        <p:spPr>
          <a:xfrm>
            <a:off x="6140805" y="5897880"/>
            <a:ext cx="1129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Tanpa titik panas</a:t>
            </a:r>
          </a:p>
        </p:txBody>
      </p:sp>
      <p:sp>
        <p:nvSpPr>
          <p:cNvPr id="9146" name="Peta 9146"/>
          <p:cNvSpPr/>
          <p:nvPr/>
        </p:nvSpPr>
        <p:spPr>
          <a:xfrm>
            <a:off x="7270470" y="5939028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7" name="Peta 9147"/>
          <p:cNvSpPr/>
          <p:nvPr/>
        </p:nvSpPr>
        <p:spPr>
          <a:xfrm>
            <a:off x="7489926" y="5897880"/>
            <a:ext cx="1510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naik dari hari sebelumnya</a:t>
            </a:r>
          </a:p>
        </p:txBody>
      </p:sp>
      <p:sp>
        <p:nvSpPr>
          <p:cNvPr id="9148" name="Peta 9148"/>
          <p:cNvSpPr/>
          <p:nvPr/>
        </p:nvSpPr>
        <p:spPr>
          <a:xfrm>
            <a:off x="9000591" y="5939028"/>
            <a:ext cx="128016" cy="128016"/>
          </a:xfrm>
          <a:prstGeom prst="rect">
            <a:avLst/>
          </a:prstGeom>
          <a:solidFill>
            <a:srgbClr val="2F86D1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9" name="Peta 9149"/>
          <p:cNvSpPr/>
          <p:nvPr/>
        </p:nvSpPr>
        <p:spPr>
          <a:xfrm>
            <a:off x="9220047" y="5897880"/>
            <a:ext cx="155829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turun dari hari sebelumnya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Penanganan dan Pengendalian Karhutla di Provinsi Prioritas</dc:title>
  <dc:subject>PptxGenJS Presentation</dc:subject>
  <dc:creator>BNPB</dc:creator>
  <cp:lastModifiedBy>BNPB</cp:lastModifiedBy>
  <cp:revision>1</cp:revision>
  <dcterms:created xsi:type="dcterms:W3CDTF">2026-10-21T05:38:24Z</dcterms:created>
  <dcterms:modified xsi:type="dcterms:W3CDTF">2026-10-21T05:38:24Z</dcterms:modified>
</cp:coreProperties>
</file>