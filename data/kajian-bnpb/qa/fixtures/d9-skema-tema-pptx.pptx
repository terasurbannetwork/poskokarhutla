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30" name="Kotak"/>
          <p:cNvSpPr/>
          <p:nvPr/>
        </p:nvSpPr>
        <p:spPr>
          <a:xfrm>
            <a:off x="0" y="0"/>
            <a:ext cx="127000" cy="127000"/>
          </a:xfrm>
          <a:prstGeom prst="rect">
            <a:avLst/>
          </a:prstGeom>
          <a:solidFill>
            <a:schemeClr val="accent1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0F1E2D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