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44" name="Catatan"/>
          <p:cNvSpPr txBox="1"/>
          <p:nvPr/>
        </p:nvSpPr>
        <p:spPr>
          <a:xfrm>
            <a:off x="762000" y="6477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Catatan sumber data kependudukan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