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solidFill>
            <a:srgbClr val="051C2C"/>
          </a:solidFill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