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Rerata IRBI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</a:t>
            </a:r>
          </a:p>
        </p:txBody>
      </p:sp>
      <p:sp>
        <p:nvSpPr>
          <p:cNvPr id="3" name="Cut off"/>
          <p:cNvSpPr txBox="1"/>
          <p:nvPr/>
        </p:nvSpPr>
        <p:spPr>
          <a:xfrm>
            <a:off x="8839200" y="889000"/>
            <a:ext cx="2540000" cy="2286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d-ID" sz="7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r>
              <a:rPr lang="id-ID" sz="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  23 Okt 2026</a:t>
            </a:r>
          </a:p>
        </p:txBody>
      </p: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noFill/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Asumsi kebijakan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sp>
        <p:nvSpPr>
          <p:cNvPr id="10" name="Nomor halaman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D9600B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