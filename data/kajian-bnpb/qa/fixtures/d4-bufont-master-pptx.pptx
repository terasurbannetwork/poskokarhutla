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bodyStyle>
      <a:lvl1pPr>
        <a:buFont typeface="Arial"/>
      </a:lvl1pPr>
    </p:body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