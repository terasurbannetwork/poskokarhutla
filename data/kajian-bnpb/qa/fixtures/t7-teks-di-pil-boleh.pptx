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42" name="Pil label"/>
          <p:cNvSpPr txBox="1"/>
          <p:nvPr/>
        </p:nvSpPr>
        <p:spPr>
          <a:xfrm>
            <a:off x="7620000" y="3810000"/>
            <a:ext cx="1524000" cy="2032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50800" tIns="0" rIns="50800" bIns="0" anchor="t"/>
          <a:lstStyle/>
          <a:p>
            <a:pPr algn="l"/>
            <a:r>
              <a:rPr lang="id-ID" sz="640" b="1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</a:p>
        </p:txBody>
      </p:sp>
      <p:sp>
        <p:nvSpPr>
          <p:cNvPr id="43" name="Tanggal pil"/>
          <p:cNvSpPr txBox="1"/>
          <p:nvPr/>
        </p:nvSpPr>
        <p:spPr>
          <a:xfrm>
            <a:off x="8382000" y="38100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id-ID" sz="64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23 Okt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