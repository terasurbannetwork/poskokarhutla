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21" name="Catatan"/>
          <p:cNvSpPr txBox="1"/>
          <p:nvPr/>
        </p:nvSpPr>
        <p:spPr>
          <a:xfrm>
            <a:off x="8890000" y="40640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5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catatan sangat kecil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