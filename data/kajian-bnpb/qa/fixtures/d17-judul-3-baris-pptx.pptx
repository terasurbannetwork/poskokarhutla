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 dengan penurunan terbesar di kabupaten pesisir selatan Pulau Jawa yang menerima program peringatan dini berbasis masyarakat sejak awal dekade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