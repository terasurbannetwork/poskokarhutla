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Rerata IRBI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</a:t>
            </a:r>
          </a:p>
        </p:txBody>
      </p:sp>
      <p:cxnSp>
        <p:nvCxnSpPr>
          <p:cNvPr id="4" name="Garis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noFill/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Asumsi kebijakan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sp>
        <p:nvSpPr>
          <p:cNvPr id="10" name="Nomor halaman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D9600B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