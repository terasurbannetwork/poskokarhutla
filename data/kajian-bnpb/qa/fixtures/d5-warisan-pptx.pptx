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31" name="Catatan warisan"/>
          <p:cNvSpPr txBox="1"/>
          <p:nvPr/>
        </p:nvSpPr>
        <p:spPr>
          <a:xfrm>
            <a:off x="7874000" y="3810000"/>
            <a:ext cx="3175000" cy="203200"/>
          </a:xfrm>
          <a:prstGeom prst="rect">
            <a:avLst/>
          </a:prstGeom>
        </p:spPr>
        <p:txBody>
          <a:bodyPr/>
          <a:lstStyle>
            <a:lvl1pPr>
              <a:defRPr sz="400"/>
            </a:lvl1pPr>
          </a:lstStyle>
          <a:p>
            <a:r>
              <a:rPr lang="id-ID">
                <a:latin typeface="Roboto"/>
              </a:rPr>
              <a:t>catatan yang sangat kecil sekali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