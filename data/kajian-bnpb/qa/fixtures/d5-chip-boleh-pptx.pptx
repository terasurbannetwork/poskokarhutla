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20" name="Chip"/>
          <p:cNvSpPr txBox="1"/>
          <p:nvPr/>
        </p:nvSpPr>
        <p:spPr>
          <a:xfrm>
            <a:off x="8890000" y="3810000"/>
            <a:ext cx="762000" cy="127000"/>
          </a:xfrm>
          <a:prstGeom prst="round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t"/>
          <a:lstStyle/>
          <a:p>
            <a:r>
              <a:rPr lang="id-ID" sz="5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sementara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