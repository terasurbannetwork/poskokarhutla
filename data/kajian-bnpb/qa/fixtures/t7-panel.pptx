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40" name="Panel"/>
          <p:cNvSpPr txBox="1"/>
          <p:nvPr/>
        </p:nvSpPr>
        <p:spPr>
          <a:xfrm>
            <a:off x="7620000" y="1905000"/>
            <a:ext cx="3810000" cy="762000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txBody>
          <a:bodyPr wrap="square" lIns="0" tIns="0" rIns="0" bIns="0" anchor="t"/>
          <a:lstStyle/>
          <a:p/>
        </p:txBody>
      </p:sp>
      <p:sp>
        <p:nvSpPr>
          <p:cNvPr id="41" name="Isi panel"/>
          <p:cNvSpPr txBox="1"/>
          <p:nvPr/>
        </p:nvSpPr>
        <p:spPr>
          <a:xfrm>
            <a:off x="7747000" y="2032000"/>
            <a:ext cx="355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8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Dua titik pantau baru di hulu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