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a:srgbClr val="70AD47"/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